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6" r:id="rId3"/>
    <p:sldId id="277" r:id="rId4"/>
    <p:sldId id="274" r:id="rId5"/>
    <p:sldId id="278" r:id="rId6"/>
    <p:sldId id="269" r:id="rId7"/>
    <p:sldId id="271" r:id="rId8"/>
    <p:sldId id="272" r:id="rId9"/>
    <p:sldId id="279" r:id="rId10"/>
    <p:sldId id="280" r:id="rId11"/>
    <p:sldId id="282" r:id="rId12"/>
    <p:sldId id="264" r:id="rId13"/>
    <p:sldId id="266" r:id="rId14"/>
    <p:sldId id="284" r:id="rId15"/>
    <p:sldId id="283" r:id="rId16"/>
    <p:sldId id="260" r:id="rId17"/>
    <p:sldId id="261" r:id="rId18"/>
    <p:sldId id="285" r:id="rId19"/>
    <p:sldId id="263" r:id="rId20"/>
    <p:sldId id="273" r:id="rId21"/>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939" autoAdjust="0"/>
  </p:normalViewPr>
  <p:slideViewPr>
    <p:cSldViewPr snapToGrid="0">
      <p:cViewPr varScale="1">
        <p:scale>
          <a:sx n="83" d="100"/>
          <a:sy n="83" d="100"/>
        </p:scale>
        <p:origin x="16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4AE8F1-D5A7-4EBC-8786-521D12DC7C46}" type="doc">
      <dgm:prSet loTypeId="urn:microsoft.com/office/officeart/2005/8/layout/list1" loCatId="list" qsTypeId="urn:microsoft.com/office/officeart/2005/8/quickstyle/simple4" qsCatId="simple" csTypeId="urn:microsoft.com/office/officeart/2005/8/colors/colorful1" csCatId="colorful" phldr="1"/>
      <dgm:spPr/>
      <dgm:t>
        <a:bodyPr/>
        <a:lstStyle/>
        <a:p>
          <a:endParaRPr lang="en-US"/>
        </a:p>
      </dgm:t>
    </dgm:pt>
    <dgm:pt modelId="{F3D4B32B-06C4-4756-8E02-38B07FD5B4B3}">
      <dgm:prSet/>
      <dgm:spPr>
        <a:gradFill rotWithShape="0">
          <a:gsLst>
            <a:gs pos="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gradFill>
      </dgm:spPr>
      <dgm:t>
        <a:bodyPr/>
        <a:lstStyle/>
        <a:p>
          <a:r>
            <a:rPr lang="hu-HU" dirty="0" err="1"/>
            <a:t>Teams</a:t>
          </a:r>
          <a:endParaRPr lang="en-US" dirty="0"/>
        </a:p>
      </dgm:t>
    </dgm:pt>
    <dgm:pt modelId="{C3AAE96E-A860-4A3E-9305-811A25E439AC}" type="parTrans" cxnId="{CD5C334A-C366-4DB0-8190-A53D1F71134E}">
      <dgm:prSet/>
      <dgm:spPr/>
      <dgm:t>
        <a:bodyPr/>
        <a:lstStyle/>
        <a:p>
          <a:endParaRPr lang="en-US"/>
        </a:p>
      </dgm:t>
    </dgm:pt>
    <dgm:pt modelId="{D4C19082-C4D8-4575-89DC-9A0BB5387C2D}" type="sibTrans" cxnId="{CD5C334A-C366-4DB0-8190-A53D1F71134E}">
      <dgm:prSet/>
      <dgm:spPr/>
      <dgm:t>
        <a:bodyPr/>
        <a:lstStyle/>
        <a:p>
          <a:endParaRPr lang="en-US"/>
        </a:p>
      </dgm:t>
    </dgm:pt>
    <dgm:pt modelId="{D9D21656-6EF1-4A34-B99C-CFB0E901392B}">
      <dgm:prSet/>
      <dgm:spPr/>
      <dgm:t>
        <a:bodyPr/>
        <a:lstStyle/>
        <a:p>
          <a:r>
            <a:rPr lang="hu-HU" dirty="0" err="1"/>
            <a:t>Github</a:t>
          </a:r>
          <a:endParaRPr lang="en-US" dirty="0"/>
        </a:p>
      </dgm:t>
    </dgm:pt>
    <dgm:pt modelId="{374414F1-DC5A-4070-B920-E0442E7EF169}" type="parTrans" cxnId="{7FB37ABB-5A5F-447F-BEED-4EC76E5F1E9C}">
      <dgm:prSet/>
      <dgm:spPr/>
      <dgm:t>
        <a:bodyPr/>
        <a:lstStyle/>
        <a:p>
          <a:endParaRPr lang="en-US"/>
        </a:p>
      </dgm:t>
    </dgm:pt>
    <dgm:pt modelId="{C011848E-D7C9-4F10-A65E-1CFE5A6ECCB1}" type="sibTrans" cxnId="{7FB37ABB-5A5F-447F-BEED-4EC76E5F1E9C}">
      <dgm:prSet/>
      <dgm:spPr/>
      <dgm:t>
        <a:bodyPr/>
        <a:lstStyle/>
        <a:p>
          <a:endParaRPr lang="en-US"/>
        </a:p>
      </dgm:t>
    </dgm:pt>
    <dgm:pt modelId="{94A67B27-11A6-453C-B2B0-4EFDBE68D89D}">
      <dgm:prSet/>
      <dgm:spPr>
        <a:gradFill rotWithShape="0">
          <a:gsLst>
            <a:gs pos="0">
              <a:srgbClr val="7030A0"/>
            </a:gs>
            <a:gs pos="25000">
              <a:srgbClr val="7030A0"/>
            </a:gs>
            <a:gs pos="50000">
              <a:srgbClr val="7030A0"/>
            </a:gs>
            <a:gs pos="100000">
              <a:srgbClr val="7030A0"/>
            </a:gs>
          </a:gsLst>
        </a:gradFill>
      </dgm:spPr>
      <dgm:t>
        <a:bodyPr/>
        <a:lstStyle/>
        <a:p>
          <a:r>
            <a:rPr lang="hu-HU" dirty="0"/>
            <a:t>Visual</a:t>
          </a:r>
          <a:r>
            <a:rPr lang="hu-HU" baseline="0" dirty="0"/>
            <a:t> </a:t>
          </a:r>
          <a:r>
            <a:rPr lang="hu-HU" baseline="0" dirty="0" err="1"/>
            <a:t>Studio</a:t>
          </a:r>
          <a:r>
            <a:rPr lang="hu-HU" baseline="0" dirty="0"/>
            <a:t> </a:t>
          </a:r>
          <a:r>
            <a:rPr lang="hu-HU" baseline="0" dirty="0" err="1"/>
            <a:t>Code</a:t>
          </a:r>
          <a:endParaRPr lang="en-US" dirty="0"/>
        </a:p>
      </dgm:t>
    </dgm:pt>
    <dgm:pt modelId="{77F2AAEC-4D58-446A-AB0C-DA1C70AD36D4}" type="parTrans" cxnId="{217E4C5F-43A8-4826-A803-561A54C15952}">
      <dgm:prSet/>
      <dgm:spPr/>
      <dgm:t>
        <a:bodyPr/>
        <a:lstStyle/>
        <a:p>
          <a:endParaRPr lang="en-US"/>
        </a:p>
      </dgm:t>
    </dgm:pt>
    <dgm:pt modelId="{65D08A04-4A9A-471D-AAC6-3BA9E9ECA963}" type="sibTrans" cxnId="{217E4C5F-43A8-4826-A803-561A54C15952}">
      <dgm:prSet/>
      <dgm:spPr/>
      <dgm:t>
        <a:bodyPr/>
        <a:lstStyle/>
        <a:p>
          <a:endParaRPr lang="en-US"/>
        </a:p>
      </dgm:t>
    </dgm:pt>
    <dgm:pt modelId="{E25684DA-7E1E-4FE4-A507-7CCA2736CDBE}">
      <dgm:prSet/>
      <dgm:spPr/>
      <dgm:t>
        <a:bodyPr/>
        <a:lstStyle/>
        <a:p>
          <a:r>
            <a:rPr lang="hu-HU" dirty="0" err="1"/>
            <a:t>Discord</a:t>
          </a:r>
          <a:endParaRPr lang="en-US" dirty="0"/>
        </a:p>
      </dgm:t>
    </dgm:pt>
    <dgm:pt modelId="{E30E55D5-24CE-44A4-96EF-81092F68222E}" type="parTrans" cxnId="{C7046D98-32B0-49A8-8C11-2FC4FCFF795C}">
      <dgm:prSet/>
      <dgm:spPr/>
      <dgm:t>
        <a:bodyPr/>
        <a:lstStyle/>
        <a:p>
          <a:endParaRPr lang="en-US"/>
        </a:p>
      </dgm:t>
    </dgm:pt>
    <dgm:pt modelId="{F6E3BE21-E330-4EA7-BAE7-819CC6803D3D}" type="sibTrans" cxnId="{C7046D98-32B0-49A8-8C11-2FC4FCFF795C}">
      <dgm:prSet/>
      <dgm:spPr/>
      <dgm:t>
        <a:bodyPr/>
        <a:lstStyle/>
        <a:p>
          <a:endParaRPr lang="en-US"/>
        </a:p>
      </dgm:t>
    </dgm:pt>
    <dgm:pt modelId="{F74F727A-65E6-4C30-9397-5F64D09F4F32}">
      <dgm:prSet/>
      <dgm:spPr/>
      <dgm:t>
        <a:bodyPr/>
        <a:lstStyle/>
        <a:p>
          <a:r>
            <a:rPr lang="hu-HU" dirty="0"/>
            <a:t>PowerPoint, Word </a:t>
          </a:r>
          <a:endParaRPr lang="en-US" dirty="0"/>
        </a:p>
      </dgm:t>
    </dgm:pt>
    <dgm:pt modelId="{93C0892A-45CA-4B8C-B78D-D42F01609EEB}" type="parTrans" cxnId="{03BF3A05-C001-4517-8064-56BE020534AB}">
      <dgm:prSet/>
      <dgm:spPr/>
      <dgm:t>
        <a:bodyPr/>
        <a:lstStyle/>
        <a:p>
          <a:endParaRPr lang="en-US"/>
        </a:p>
      </dgm:t>
    </dgm:pt>
    <dgm:pt modelId="{CF65D211-AEEE-4644-A937-109D85B8BA7F}" type="sibTrans" cxnId="{03BF3A05-C001-4517-8064-56BE020534AB}">
      <dgm:prSet/>
      <dgm:spPr/>
      <dgm:t>
        <a:bodyPr/>
        <a:lstStyle/>
        <a:p>
          <a:endParaRPr lang="en-US"/>
        </a:p>
      </dgm:t>
    </dgm:pt>
    <dgm:pt modelId="{65786480-FC10-4D04-B8DA-61A4B0A5DCA7}" type="pres">
      <dgm:prSet presAssocID="{184AE8F1-D5A7-4EBC-8786-521D12DC7C46}" presName="linear" presStyleCnt="0">
        <dgm:presLayoutVars>
          <dgm:dir/>
          <dgm:animLvl val="lvl"/>
          <dgm:resizeHandles val="exact"/>
        </dgm:presLayoutVars>
      </dgm:prSet>
      <dgm:spPr/>
    </dgm:pt>
    <dgm:pt modelId="{889310CA-A885-45C0-9851-C1EACADB214E}" type="pres">
      <dgm:prSet presAssocID="{F3D4B32B-06C4-4756-8E02-38B07FD5B4B3}" presName="parentLin" presStyleCnt="0"/>
      <dgm:spPr/>
    </dgm:pt>
    <dgm:pt modelId="{B3F778FF-F24E-41B8-944F-FC2163AADA1C}" type="pres">
      <dgm:prSet presAssocID="{F3D4B32B-06C4-4756-8E02-38B07FD5B4B3}" presName="parentLeftMargin" presStyleLbl="node1" presStyleIdx="0" presStyleCnt="5"/>
      <dgm:spPr/>
    </dgm:pt>
    <dgm:pt modelId="{2D91D6CE-CD80-4125-946A-F7B0A0AEF25B}" type="pres">
      <dgm:prSet presAssocID="{F3D4B32B-06C4-4756-8E02-38B07FD5B4B3}" presName="parentText" presStyleLbl="node1" presStyleIdx="0" presStyleCnt="5">
        <dgm:presLayoutVars>
          <dgm:chMax val="0"/>
          <dgm:bulletEnabled val="1"/>
        </dgm:presLayoutVars>
      </dgm:prSet>
      <dgm:spPr/>
    </dgm:pt>
    <dgm:pt modelId="{C23F7D1E-C756-45F5-89BB-5646335B247B}" type="pres">
      <dgm:prSet presAssocID="{F3D4B32B-06C4-4756-8E02-38B07FD5B4B3}" presName="negativeSpace" presStyleCnt="0"/>
      <dgm:spPr/>
    </dgm:pt>
    <dgm:pt modelId="{A04A89F5-7919-4BB0-A8F6-53859609605A}" type="pres">
      <dgm:prSet presAssocID="{F3D4B32B-06C4-4756-8E02-38B07FD5B4B3}" presName="childText" presStyleLbl="conFgAcc1" presStyleIdx="0" presStyleCnt="5">
        <dgm:presLayoutVars>
          <dgm:bulletEnabled val="1"/>
        </dgm:presLayoutVars>
      </dgm:prSet>
      <dgm:spPr/>
    </dgm:pt>
    <dgm:pt modelId="{A598B64E-A365-4E3E-B092-DA24A703829F}" type="pres">
      <dgm:prSet presAssocID="{D4C19082-C4D8-4575-89DC-9A0BB5387C2D}" presName="spaceBetweenRectangles" presStyleCnt="0"/>
      <dgm:spPr/>
    </dgm:pt>
    <dgm:pt modelId="{CC5F51C6-9E6D-45F5-9EC1-F0A480248BC6}" type="pres">
      <dgm:prSet presAssocID="{D9D21656-6EF1-4A34-B99C-CFB0E901392B}" presName="parentLin" presStyleCnt="0"/>
      <dgm:spPr/>
    </dgm:pt>
    <dgm:pt modelId="{86D6F01E-4384-44E7-99D8-FA6196493A40}" type="pres">
      <dgm:prSet presAssocID="{D9D21656-6EF1-4A34-B99C-CFB0E901392B}" presName="parentLeftMargin" presStyleLbl="node1" presStyleIdx="0" presStyleCnt="5"/>
      <dgm:spPr/>
    </dgm:pt>
    <dgm:pt modelId="{1494A803-555B-4D58-8BB5-609312EBE53F}" type="pres">
      <dgm:prSet presAssocID="{D9D21656-6EF1-4A34-B99C-CFB0E901392B}" presName="parentText" presStyleLbl="node1" presStyleIdx="1" presStyleCnt="5">
        <dgm:presLayoutVars>
          <dgm:chMax val="0"/>
          <dgm:bulletEnabled val="1"/>
        </dgm:presLayoutVars>
      </dgm:prSet>
      <dgm:spPr/>
    </dgm:pt>
    <dgm:pt modelId="{E1C51929-A4CA-41C5-A714-0A0DF9D33AF5}" type="pres">
      <dgm:prSet presAssocID="{D9D21656-6EF1-4A34-B99C-CFB0E901392B}" presName="negativeSpace" presStyleCnt="0"/>
      <dgm:spPr/>
    </dgm:pt>
    <dgm:pt modelId="{714043A1-0692-490B-8FA7-0EB7D7429743}" type="pres">
      <dgm:prSet presAssocID="{D9D21656-6EF1-4A34-B99C-CFB0E901392B}" presName="childText" presStyleLbl="conFgAcc1" presStyleIdx="1" presStyleCnt="5">
        <dgm:presLayoutVars>
          <dgm:bulletEnabled val="1"/>
        </dgm:presLayoutVars>
      </dgm:prSet>
      <dgm:spPr/>
    </dgm:pt>
    <dgm:pt modelId="{52918490-9EED-42FA-B63F-27EE051174F2}" type="pres">
      <dgm:prSet presAssocID="{C011848E-D7C9-4F10-A65E-1CFE5A6ECCB1}" presName="spaceBetweenRectangles" presStyleCnt="0"/>
      <dgm:spPr/>
    </dgm:pt>
    <dgm:pt modelId="{7993A57C-BD8E-4E85-9EBE-652EDDB0D39A}" type="pres">
      <dgm:prSet presAssocID="{94A67B27-11A6-453C-B2B0-4EFDBE68D89D}" presName="parentLin" presStyleCnt="0"/>
      <dgm:spPr/>
    </dgm:pt>
    <dgm:pt modelId="{92689CE6-742A-4F18-901D-B5294D843C9D}" type="pres">
      <dgm:prSet presAssocID="{94A67B27-11A6-453C-B2B0-4EFDBE68D89D}" presName="parentLeftMargin" presStyleLbl="node1" presStyleIdx="1" presStyleCnt="5"/>
      <dgm:spPr/>
    </dgm:pt>
    <dgm:pt modelId="{DD2C6DB5-2F6B-457B-AB9D-9A86DB2B2F51}" type="pres">
      <dgm:prSet presAssocID="{94A67B27-11A6-453C-B2B0-4EFDBE68D89D}" presName="parentText" presStyleLbl="node1" presStyleIdx="2" presStyleCnt="5">
        <dgm:presLayoutVars>
          <dgm:chMax val="0"/>
          <dgm:bulletEnabled val="1"/>
        </dgm:presLayoutVars>
      </dgm:prSet>
      <dgm:spPr/>
    </dgm:pt>
    <dgm:pt modelId="{5A1D11C9-DE3B-4F17-98E4-8ABFA545BC0A}" type="pres">
      <dgm:prSet presAssocID="{94A67B27-11A6-453C-B2B0-4EFDBE68D89D}" presName="negativeSpace" presStyleCnt="0"/>
      <dgm:spPr/>
    </dgm:pt>
    <dgm:pt modelId="{74625971-222A-4497-8CAE-AEF7556CEA36}" type="pres">
      <dgm:prSet presAssocID="{94A67B27-11A6-453C-B2B0-4EFDBE68D89D}" presName="childText" presStyleLbl="conFgAcc1" presStyleIdx="2" presStyleCnt="5">
        <dgm:presLayoutVars>
          <dgm:bulletEnabled val="1"/>
        </dgm:presLayoutVars>
      </dgm:prSet>
      <dgm:spPr/>
    </dgm:pt>
    <dgm:pt modelId="{53057C39-F2D4-4491-9377-7D6D5E28B34E}" type="pres">
      <dgm:prSet presAssocID="{65D08A04-4A9A-471D-AAC6-3BA9E9ECA963}" presName="spaceBetweenRectangles" presStyleCnt="0"/>
      <dgm:spPr/>
    </dgm:pt>
    <dgm:pt modelId="{A2A4B2A4-2CE0-4B4C-A609-6D9872874580}" type="pres">
      <dgm:prSet presAssocID="{E25684DA-7E1E-4FE4-A507-7CCA2736CDBE}" presName="parentLin" presStyleCnt="0"/>
      <dgm:spPr/>
    </dgm:pt>
    <dgm:pt modelId="{D91C0145-05DB-4286-B926-925310C17292}" type="pres">
      <dgm:prSet presAssocID="{E25684DA-7E1E-4FE4-A507-7CCA2736CDBE}" presName="parentLeftMargin" presStyleLbl="node1" presStyleIdx="2" presStyleCnt="5"/>
      <dgm:spPr/>
    </dgm:pt>
    <dgm:pt modelId="{44314C4A-6CDB-48F2-9FA4-214458D2D758}" type="pres">
      <dgm:prSet presAssocID="{E25684DA-7E1E-4FE4-A507-7CCA2736CDBE}" presName="parentText" presStyleLbl="node1" presStyleIdx="3" presStyleCnt="5">
        <dgm:presLayoutVars>
          <dgm:chMax val="0"/>
          <dgm:bulletEnabled val="1"/>
        </dgm:presLayoutVars>
      </dgm:prSet>
      <dgm:spPr/>
    </dgm:pt>
    <dgm:pt modelId="{E96E2007-0218-49BD-BD57-E746A26F7D47}" type="pres">
      <dgm:prSet presAssocID="{E25684DA-7E1E-4FE4-A507-7CCA2736CDBE}" presName="negativeSpace" presStyleCnt="0"/>
      <dgm:spPr/>
    </dgm:pt>
    <dgm:pt modelId="{00C1891F-0781-44ED-93C0-78FAE83B02F1}" type="pres">
      <dgm:prSet presAssocID="{E25684DA-7E1E-4FE4-A507-7CCA2736CDBE}" presName="childText" presStyleLbl="conFgAcc1" presStyleIdx="3" presStyleCnt="5">
        <dgm:presLayoutVars>
          <dgm:bulletEnabled val="1"/>
        </dgm:presLayoutVars>
      </dgm:prSet>
      <dgm:spPr/>
    </dgm:pt>
    <dgm:pt modelId="{EFDA3DD3-BB8F-4A59-AAAD-6C0237361C19}" type="pres">
      <dgm:prSet presAssocID="{F6E3BE21-E330-4EA7-BAE7-819CC6803D3D}" presName="spaceBetweenRectangles" presStyleCnt="0"/>
      <dgm:spPr/>
    </dgm:pt>
    <dgm:pt modelId="{9A608697-4C62-4D07-8220-85A9E0AC6F2C}" type="pres">
      <dgm:prSet presAssocID="{F74F727A-65E6-4C30-9397-5F64D09F4F32}" presName="parentLin" presStyleCnt="0"/>
      <dgm:spPr/>
    </dgm:pt>
    <dgm:pt modelId="{630674B2-D1FE-43F3-9811-DA37E10777AE}" type="pres">
      <dgm:prSet presAssocID="{F74F727A-65E6-4C30-9397-5F64D09F4F32}" presName="parentLeftMargin" presStyleLbl="node1" presStyleIdx="3" presStyleCnt="5"/>
      <dgm:spPr/>
    </dgm:pt>
    <dgm:pt modelId="{A2A8BB46-5578-4709-A541-4EDE3CC198E2}" type="pres">
      <dgm:prSet presAssocID="{F74F727A-65E6-4C30-9397-5F64D09F4F32}" presName="parentText" presStyleLbl="node1" presStyleIdx="4" presStyleCnt="5">
        <dgm:presLayoutVars>
          <dgm:chMax val="0"/>
          <dgm:bulletEnabled val="1"/>
        </dgm:presLayoutVars>
      </dgm:prSet>
      <dgm:spPr/>
    </dgm:pt>
    <dgm:pt modelId="{9AD22CFE-C557-4BB3-8CCD-07B80F389C5F}" type="pres">
      <dgm:prSet presAssocID="{F74F727A-65E6-4C30-9397-5F64D09F4F32}" presName="negativeSpace" presStyleCnt="0"/>
      <dgm:spPr/>
    </dgm:pt>
    <dgm:pt modelId="{C9A4A968-1E08-4854-B136-9680E32934A6}" type="pres">
      <dgm:prSet presAssocID="{F74F727A-65E6-4C30-9397-5F64D09F4F32}" presName="childText" presStyleLbl="conFgAcc1" presStyleIdx="4" presStyleCnt="5">
        <dgm:presLayoutVars>
          <dgm:bulletEnabled val="1"/>
        </dgm:presLayoutVars>
      </dgm:prSet>
      <dgm:spPr/>
    </dgm:pt>
  </dgm:ptLst>
  <dgm:cxnLst>
    <dgm:cxn modelId="{03BF3A05-C001-4517-8064-56BE020534AB}" srcId="{184AE8F1-D5A7-4EBC-8786-521D12DC7C46}" destId="{F74F727A-65E6-4C30-9397-5F64D09F4F32}" srcOrd="4" destOrd="0" parTransId="{93C0892A-45CA-4B8C-B78D-D42F01609EEB}" sibTransId="{CF65D211-AEEE-4644-A937-109D85B8BA7F}"/>
    <dgm:cxn modelId="{9E6E760E-EB65-4E34-B013-62F91EA2F62E}" type="presOf" srcId="{184AE8F1-D5A7-4EBC-8786-521D12DC7C46}" destId="{65786480-FC10-4D04-B8DA-61A4B0A5DCA7}" srcOrd="0" destOrd="0" presId="urn:microsoft.com/office/officeart/2005/8/layout/list1"/>
    <dgm:cxn modelId="{0E167536-42B2-4BF7-B5BB-2210EED9D73A}" type="presOf" srcId="{F74F727A-65E6-4C30-9397-5F64D09F4F32}" destId="{630674B2-D1FE-43F3-9811-DA37E10777AE}" srcOrd="0" destOrd="0" presId="urn:microsoft.com/office/officeart/2005/8/layout/list1"/>
    <dgm:cxn modelId="{217E4C5F-43A8-4826-A803-561A54C15952}" srcId="{184AE8F1-D5A7-4EBC-8786-521D12DC7C46}" destId="{94A67B27-11A6-453C-B2B0-4EFDBE68D89D}" srcOrd="2" destOrd="0" parTransId="{77F2AAEC-4D58-446A-AB0C-DA1C70AD36D4}" sibTransId="{65D08A04-4A9A-471D-AAC6-3BA9E9ECA963}"/>
    <dgm:cxn modelId="{B3D72162-7665-4F0A-8919-9528DDAA1248}" type="presOf" srcId="{E25684DA-7E1E-4FE4-A507-7CCA2736CDBE}" destId="{D91C0145-05DB-4286-B926-925310C17292}" srcOrd="0" destOrd="0" presId="urn:microsoft.com/office/officeart/2005/8/layout/list1"/>
    <dgm:cxn modelId="{CD5C334A-C366-4DB0-8190-A53D1F71134E}" srcId="{184AE8F1-D5A7-4EBC-8786-521D12DC7C46}" destId="{F3D4B32B-06C4-4756-8E02-38B07FD5B4B3}" srcOrd="0" destOrd="0" parTransId="{C3AAE96E-A860-4A3E-9305-811A25E439AC}" sibTransId="{D4C19082-C4D8-4575-89DC-9A0BB5387C2D}"/>
    <dgm:cxn modelId="{06EF956D-58AC-468A-B02E-B42843FAAF26}" type="presOf" srcId="{94A67B27-11A6-453C-B2B0-4EFDBE68D89D}" destId="{92689CE6-742A-4F18-901D-B5294D843C9D}" srcOrd="0" destOrd="0" presId="urn:microsoft.com/office/officeart/2005/8/layout/list1"/>
    <dgm:cxn modelId="{1CD97376-977B-4463-8C64-8E58BC8E58FE}" type="presOf" srcId="{D9D21656-6EF1-4A34-B99C-CFB0E901392B}" destId="{86D6F01E-4384-44E7-99D8-FA6196493A40}" srcOrd="0" destOrd="0" presId="urn:microsoft.com/office/officeart/2005/8/layout/list1"/>
    <dgm:cxn modelId="{9F82E858-3969-4CBC-853B-B6DEDCFC3DB7}" type="presOf" srcId="{F3D4B32B-06C4-4756-8E02-38B07FD5B4B3}" destId="{2D91D6CE-CD80-4125-946A-F7B0A0AEF25B}" srcOrd="1" destOrd="0" presId="urn:microsoft.com/office/officeart/2005/8/layout/list1"/>
    <dgm:cxn modelId="{7D262885-BC85-4BCD-8F1B-E115B4CACD95}" type="presOf" srcId="{94A67B27-11A6-453C-B2B0-4EFDBE68D89D}" destId="{DD2C6DB5-2F6B-457B-AB9D-9A86DB2B2F51}" srcOrd="1" destOrd="0" presId="urn:microsoft.com/office/officeart/2005/8/layout/list1"/>
    <dgm:cxn modelId="{C7046D98-32B0-49A8-8C11-2FC4FCFF795C}" srcId="{184AE8F1-D5A7-4EBC-8786-521D12DC7C46}" destId="{E25684DA-7E1E-4FE4-A507-7CCA2736CDBE}" srcOrd="3" destOrd="0" parTransId="{E30E55D5-24CE-44A4-96EF-81092F68222E}" sibTransId="{F6E3BE21-E330-4EA7-BAE7-819CC6803D3D}"/>
    <dgm:cxn modelId="{5893599D-2A91-4BA9-AE60-9E6A90C1D927}" type="presOf" srcId="{D9D21656-6EF1-4A34-B99C-CFB0E901392B}" destId="{1494A803-555B-4D58-8BB5-609312EBE53F}" srcOrd="1" destOrd="0" presId="urn:microsoft.com/office/officeart/2005/8/layout/list1"/>
    <dgm:cxn modelId="{18EBE2B2-4787-405C-8BEB-C687360C3924}" type="presOf" srcId="{E25684DA-7E1E-4FE4-A507-7CCA2736CDBE}" destId="{44314C4A-6CDB-48F2-9FA4-214458D2D758}" srcOrd="1" destOrd="0" presId="urn:microsoft.com/office/officeart/2005/8/layout/list1"/>
    <dgm:cxn modelId="{7FB37ABB-5A5F-447F-BEED-4EC76E5F1E9C}" srcId="{184AE8F1-D5A7-4EBC-8786-521D12DC7C46}" destId="{D9D21656-6EF1-4A34-B99C-CFB0E901392B}" srcOrd="1" destOrd="0" parTransId="{374414F1-DC5A-4070-B920-E0442E7EF169}" sibTransId="{C011848E-D7C9-4F10-A65E-1CFE5A6ECCB1}"/>
    <dgm:cxn modelId="{7FD947C3-62E7-44A5-BBED-232B04F0297B}" type="presOf" srcId="{F74F727A-65E6-4C30-9397-5F64D09F4F32}" destId="{A2A8BB46-5578-4709-A541-4EDE3CC198E2}" srcOrd="1" destOrd="0" presId="urn:microsoft.com/office/officeart/2005/8/layout/list1"/>
    <dgm:cxn modelId="{A95118DE-094D-4814-9898-5689001F0821}" type="presOf" srcId="{F3D4B32B-06C4-4756-8E02-38B07FD5B4B3}" destId="{B3F778FF-F24E-41B8-944F-FC2163AADA1C}" srcOrd="0" destOrd="0" presId="urn:microsoft.com/office/officeart/2005/8/layout/list1"/>
    <dgm:cxn modelId="{77CC22FD-F418-4D85-9796-2F94ACCADF25}" type="presParOf" srcId="{65786480-FC10-4D04-B8DA-61A4B0A5DCA7}" destId="{889310CA-A885-45C0-9851-C1EACADB214E}" srcOrd="0" destOrd="0" presId="urn:microsoft.com/office/officeart/2005/8/layout/list1"/>
    <dgm:cxn modelId="{BA708801-6425-4BF5-A3A1-5AB955FDA011}" type="presParOf" srcId="{889310CA-A885-45C0-9851-C1EACADB214E}" destId="{B3F778FF-F24E-41B8-944F-FC2163AADA1C}" srcOrd="0" destOrd="0" presId="urn:microsoft.com/office/officeart/2005/8/layout/list1"/>
    <dgm:cxn modelId="{C8C6E81C-D9B4-4340-B8F8-9797C5A32B8B}" type="presParOf" srcId="{889310CA-A885-45C0-9851-C1EACADB214E}" destId="{2D91D6CE-CD80-4125-946A-F7B0A0AEF25B}" srcOrd="1" destOrd="0" presId="urn:microsoft.com/office/officeart/2005/8/layout/list1"/>
    <dgm:cxn modelId="{AC5127FB-B314-4DEE-841A-BD8ACB303E13}" type="presParOf" srcId="{65786480-FC10-4D04-B8DA-61A4B0A5DCA7}" destId="{C23F7D1E-C756-45F5-89BB-5646335B247B}" srcOrd="1" destOrd="0" presId="urn:microsoft.com/office/officeart/2005/8/layout/list1"/>
    <dgm:cxn modelId="{706B0808-8BBE-41E2-AB91-5BC742E79FCB}" type="presParOf" srcId="{65786480-FC10-4D04-B8DA-61A4B0A5DCA7}" destId="{A04A89F5-7919-4BB0-A8F6-53859609605A}" srcOrd="2" destOrd="0" presId="urn:microsoft.com/office/officeart/2005/8/layout/list1"/>
    <dgm:cxn modelId="{102D76FB-1998-496E-8B09-313B8CF02E9E}" type="presParOf" srcId="{65786480-FC10-4D04-B8DA-61A4B0A5DCA7}" destId="{A598B64E-A365-4E3E-B092-DA24A703829F}" srcOrd="3" destOrd="0" presId="urn:microsoft.com/office/officeart/2005/8/layout/list1"/>
    <dgm:cxn modelId="{2BDF7D2A-0912-4A3E-AF05-F707CBA5FD49}" type="presParOf" srcId="{65786480-FC10-4D04-B8DA-61A4B0A5DCA7}" destId="{CC5F51C6-9E6D-45F5-9EC1-F0A480248BC6}" srcOrd="4" destOrd="0" presId="urn:microsoft.com/office/officeart/2005/8/layout/list1"/>
    <dgm:cxn modelId="{3DBAD85E-34B6-4C51-B777-6242B1A74E1D}" type="presParOf" srcId="{CC5F51C6-9E6D-45F5-9EC1-F0A480248BC6}" destId="{86D6F01E-4384-44E7-99D8-FA6196493A40}" srcOrd="0" destOrd="0" presId="urn:microsoft.com/office/officeart/2005/8/layout/list1"/>
    <dgm:cxn modelId="{ED8C9A4A-5BDF-44B6-BB8F-A619CF9BDE62}" type="presParOf" srcId="{CC5F51C6-9E6D-45F5-9EC1-F0A480248BC6}" destId="{1494A803-555B-4D58-8BB5-609312EBE53F}" srcOrd="1" destOrd="0" presId="urn:microsoft.com/office/officeart/2005/8/layout/list1"/>
    <dgm:cxn modelId="{99CF9F36-D483-401E-B914-A8A701FF2F07}" type="presParOf" srcId="{65786480-FC10-4D04-B8DA-61A4B0A5DCA7}" destId="{E1C51929-A4CA-41C5-A714-0A0DF9D33AF5}" srcOrd="5" destOrd="0" presId="urn:microsoft.com/office/officeart/2005/8/layout/list1"/>
    <dgm:cxn modelId="{E38FFB00-24C9-49A1-B52A-867AA74EA51E}" type="presParOf" srcId="{65786480-FC10-4D04-B8DA-61A4B0A5DCA7}" destId="{714043A1-0692-490B-8FA7-0EB7D7429743}" srcOrd="6" destOrd="0" presId="urn:microsoft.com/office/officeart/2005/8/layout/list1"/>
    <dgm:cxn modelId="{62B52CCB-AF37-4DA0-9224-84BA1E8B911B}" type="presParOf" srcId="{65786480-FC10-4D04-B8DA-61A4B0A5DCA7}" destId="{52918490-9EED-42FA-B63F-27EE051174F2}" srcOrd="7" destOrd="0" presId="urn:microsoft.com/office/officeart/2005/8/layout/list1"/>
    <dgm:cxn modelId="{A0600DA0-EC89-4B37-A7DB-6703FD6D2E69}" type="presParOf" srcId="{65786480-FC10-4D04-B8DA-61A4B0A5DCA7}" destId="{7993A57C-BD8E-4E85-9EBE-652EDDB0D39A}" srcOrd="8" destOrd="0" presId="urn:microsoft.com/office/officeart/2005/8/layout/list1"/>
    <dgm:cxn modelId="{8313AF24-329D-445E-B66C-24529018536E}" type="presParOf" srcId="{7993A57C-BD8E-4E85-9EBE-652EDDB0D39A}" destId="{92689CE6-742A-4F18-901D-B5294D843C9D}" srcOrd="0" destOrd="0" presId="urn:microsoft.com/office/officeart/2005/8/layout/list1"/>
    <dgm:cxn modelId="{D83B2AC1-1555-475C-8EBC-E6D9DAB27A61}" type="presParOf" srcId="{7993A57C-BD8E-4E85-9EBE-652EDDB0D39A}" destId="{DD2C6DB5-2F6B-457B-AB9D-9A86DB2B2F51}" srcOrd="1" destOrd="0" presId="urn:microsoft.com/office/officeart/2005/8/layout/list1"/>
    <dgm:cxn modelId="{72158C74-372C-449F-9332-03FFAA5E40E5}" type="presParOf" srcId="{65786480-FC10-4D04-B8DA-61A4B0A5DCA7}" destId="{5A1D11C9-DE3B-4F17-98E4-8ABFA545BC0A}" srcOrd="9" destOrd="0" presId="urn:microsoft.com/office/officeart/2005/8/layout/list1"/>
    <dgm:cxn modelId="{7D392BA5-4E58-4795-9E63-C1E3652EB05E}" type="presParOf" srcId="{65786480-FC10-4D04-B8DA-61A4B0A5DCA7}" destId="{74625971-222A-4497-8CAE-AEF7556CEA36}" srcOrd="10" destOrd="0" presId="urn:microsoft.com/office/officeart/2005/8/layout/list1"/>
    <dgm:cxn modelId="{2404D687-0EAF-4B7C-809C-2D54722AD1A3}" type="presParOf" srcId="{65786480-FC10-4D04-B8DA-61A4B0A5DCA7}" destId="{53057C39-F2D4-4491-9377-7D6D5E28B34E}" srcOrd="11" destOrd="0" presId="urn:microsoft.com/office/officeart/2005/8/layout/list1"/>
    <dgm:cxn modelId="{6D311D53-0C4A-4FD6-92E5-B4DD2440B073}" type="presParOf" srcId="{65786480-FC10-4D04-B8DA-61A4B0A5DCA7}" destId="{A2A4B2A4-2CE0-4B4C-A609-6D9872874580}" srcOrd="12" destOrd="0" presId="urn:microsoft.com/office/officeart/2005/8/layout/list1"/>
    <dgm:cxn modelId="{5F02C7FE-5889-4848-B30D-0EC2BE13B741}" type="presParOf" srcId="{A2A4B2A4-2CE0-4B4C-A609-6D9872874580}" destId="{D91C0145-05DB-4286-B926-925310C17292}" srcOrd="0" destOrd="0" presId="urn:microsoft.com/office/officeart/2005/8/layout/list1"/>
    <dgm:cxn modelId="{64DBAD2C-9CBC-4102-8A24-E0BFEC4F62B5}" type="presParOf" srcId="{A2A4B2A4-2CE0-4B4C-A609-6D9872874580}" destId="{44314C4A-6CDB-48F2-9FA4-214458D2D758}" srcOrd="1" destOrd="0" presId="urn:microsoft.com/office/officeart/2005/8/layout/list1"/>
    <dgm:cxn modelId="{28AADD44-8FF7-406D-B606-E5AD56A3A5B1}" type="presParOf" srcId="{65786480-FC10-4D04-B8DA-61A4B0A5DCA7}" destId="{E96E2007-0218-49BD-BD57-E746A26F7D47}" srcOrd="13" destOrd="0" presId="urn:microsoft.com/office/officeart/2005/8/layout/list1"/>
    <dgm:cxn modelId="{DCE85E77-A397-472A-B0A6-10A2CA6E6B4C}" type="presParOf" srcId="{65786480-FC10-4D04-B8DA-61A4B0A5DCA7}" destId="{00C1891F-0781-44ED-93C0-78FAE83B02F1}" srcOrd="14" destOrd="0" presId="urn:microsoft.com/office/officeart/2005/8/layout/list1"/>
    <dgm:cxn modelId="{BC7CAA4F-BE31-44EA-B891-040BB724F796}" type="presParOf" srcId="{65786480-FC10-4D04-B8DA-61A4B0A5DCA7}" destId="{EFDA3DD3-BB8F-4A59-AAAD-6C0237361C19}" srcOrd="15" destOrd="0" presId="urn:microsoft.com/office/officeart/2005/8/layout/list1"/>
    <dgm:cxn modelId="{A67939FE-DF8E-430F-B19C-031A1C754211}" type="presParOf" srcId="{65786480-FC10-4D04-B8DA-61A4B0A5DCA7}" destId="{9A608697-4C62-4D07-8220-85A9E0AC6F2C}" srcOrd="16" destOrd="0" presId="urn:microsoft.com/office/officeart/2005/8/layout/list1"/>
    <dgm:cxn modelId="{25F69043-3581-493D-B9D1-825ACCA5917F}" type="presParOf" srcId="{9A608697-4C62-4D07-8220-85A9E0AC6F2C}" destId="{630674B2-D1FE-43F3-9811-DA37E10777AE}" srcOrd="0" destOrd="0" presId="urn:microsoft.com/office/officeart/2005/8/layout/list1"/>
    <dgm:cxn modelId="{09965C66-77CD-480D-A34D-402BFBDFACC0}" type="presParOf" srcId="{9A608697-4C62-4D07-8220-85A9E0AC6F2C}" destId="{A2A8BB46-5578-4709-A541-4EDE3CC198E2}" srcOrd="1" destOrd="0" presId="urn:microsoft.com/office/officeart/2005/8/layout/list1"/>
    <dgm:cxn modelId="{BE15F938-0769-4C49-90F1-0B45FE2808C7}" type="presParOf" srcId="{65786480-FC10-4D04-B8DA-61A4B0A5DCA7}" destId="{9AD22CFE-C557-4BB3-8CCD-07B80F389C5F}" srcOrd="17" destOrd="0" presId="urn:microsoft.com/office/officeart/2005/8/layout/list1"/>
    <dgm:cxn modelId="{7D4F4077-7C6C-4E04-8BB7-5A34693A7D96}" type="presParOf" srcId="{65786480-FC10-4D04-B8DA-61A4B0A5DCA7}" destId="{C9A4A968-1E08-4854-B136-9680E32934A6}"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B3BEE5-53F2-4733-B4AF-B2CAC857105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hu-HU"/>
        </a:p>
      </dgm:t>
    </dgm:pt>
    <dgm:pt modelId="{CF957ABA-D878-4670-AB50-3A277AB58C5C}">
      <dgm:prSet/>
      <dgm:spPr/>
      <dgm:t>
        <a:bodyPr/>
        <a:lstStyle/>
        <a:p>
          <a:r>
            <a:rPr lang="hu-HU" b="0" i="0" baseline="0"/>
            <a:t>React komponens alapú rendszer</a:t>
          </a:r>
          <a:endParaRPr lang="en-GB"/>
        </a:p>
      </dgm:t>
    </dgm:pt>
    <dgm:pt modelId="{B0342562-3044-493C-8E62-CE1625F916D8}" type="parTrans" cxnId="{E434D1B0-A2B7-41AB-91EF-6F619858E5D6}">
      <dgm:prSet/>
      <dgm:spPr/>
      <dgm:t>
        <a:bodyPr/>
        <a:lstStyle/>
        <a:p>
          <a:endParaRPr lang="hu-HU"/>
        </a:p>
      </dgm:t>
    </dgm:pt>
    <dgm:pt modelId="{92661573-7E06-4A2E-A3D0-237A24A503D8}" type="sibTrans" cxnId="{E434D1B0-A2B7-41AB-91EF-6F619858E5D6}">
      <dgm:prSet/>
      <dgm:spPr/>
      <dgm:t>
        <a:bodyPr/>
        <a:lstStyle/>
        <a:p>
          <a:endParaRPr lang="hu-HU"/>
        </a:p>
      </dgm:t>
    </dgm:pt>
    <dgm:pt modelId="{A1BEBE5E-90E8-415F-A2F0-1984A708A76F}">
      <dgm:prSet/>
      <dgm:spPr/>
      <dgm:t>
        <a:bodyPr/>
        <a:lstStyle/>
        <a:p>
          <a:r>
            <a:rPr lang="hu-HU" b="0" i="0" baseline="0"/>
            <a:t>Külön oldalak és újrahasznosítható komponensek</a:t>
          </a:r>
          <a:endParaRPr lang="en-GB"/>
        </a:p>
      </dgm:t>
    </dgm:pt>
    <dgm:pt modelId="{715E3240-8B96-4902-8A86-B33FC1C69494}" type="parTrans" cxnId="{008DA436-6DA8-40AA-90E3-A2F54DEE44B6}">
      <dgm:prSet/>
      <dgm:spPr/>
      <dgm:t>
        <a:bodyPr/>
        <a:lstStyle/>
        <a:p>
          <a:endParaRPr lang="hu-HU"/>
        </a:p>
      </dgm:t>
    </dgm:pt>
    <dgm:pt modelId="{6BD6AEBA-C6CE-47A8-8EA0-EAC33B1401F5}" type="sibTrans" cxnId="{008DA436-6DA8-40AA-90E3-A2F54DEE44B6}">
      <dgm:prSet/>
      <dgm:spPr/>
      <dgm:t>
        <a:bodyPr/>
        <a:lstStyle/>
        <a:p>
          <a:endParaRPr lang="hu-HU"/>
        </a:p>
      </dgm:t>
    </dgm:pt>
    <dgm:pt modelId="{054285D3-1323-4198-81AE-76C254D53D25}">
      <dgm:prSet/>
      <dgm:spPr/>
      <dgm:t>
        <a:bodyPr/>
        <a:lstStyle/>
        <a:p>
          <a:r>
            <a:rPr lang="hu-HU" b="0" i="0" baseline="0"/>
            <a:t>useAuth és useAdat context</a:t>
          </a:r>
          <a:endParaRPr lang="en-GB"/>
        </a:p>
      </dgm:t>
    </dgm:pt>
    <dgm:pt modelId="{B627CDD9-9DB7-477A-9FA4-B5161F7427E9}" type="parTrans" cxnId="{AEDF1D93-F54B-4AA1-9A68-C1BF3E8C0FAF}">
      <dgm:prSet/>
      <dgm:spPr/>
      <dgm:t>
        <a:bodyPr/>
        <a:lstStyle/>
        <a:p>
          <a:endParaRPr lang="hu-HU"/>
        </a:p>
      </dgm:t>
    </dgm:pt>
    <dgm:pt modelId="{1EF085F3-F55A-4C88-8CBA-8E419DF7B8FD}" type="sibTrans" cxnId="{AEDF1D93-F54B-4AA1-9A68-C1BF3E8C0FAF}">
      <dgm:prSet/>
      <dgm:spPr/>
      <dgm:t>
        <a:bodyPr/>
        <a:lstStyle/>
        <a:p>
          <a:endParaRPr lang="hu-HU"/>
        </a:p>
      </dgm:t>
    </dgm:pt>
    <dgm:pt modelId="{A3CA9B6F-2AAB-444A-926E-BBBA1E11CF59}">
      <dgm:prSet/>
      <dgm:spPr/>
      <dgm:t>
        <a:bodyPr/>
        <a:lstStyle/>
        <a:p>
          <a:r>
            <a:rPr lang="hu-HU" b="0" i="0" baseline="0"/>
            <a:t>Modalok, kártyák, csillagos értékelés</a:t>
          </a:r>
          <a:endParaRPr lang="en-GB"/>
        </a:p>
      </dgm:t>
    </dgm:pt>
    <dgm:pt modelId="{026617B2-EE89-497D-A5B3-CD4CBE3E7FF9}" type="parTrans" cxnId="{9E70F1F0-AA04-4BCF-ABB9-5FAEA98EAC2E}">
      <dgm:prSet/>
      <dgm:spPr/>
      <dgm:t>
        <a:bodyPr/>
        <a:lstStyle/>
        <a:p>
          <a:endParaRPr lang="hu-HU"/>
        </a:p>
      </dgm:t>
    </dgm:pt>
    <dgm:pt modelId="{6F9A6C88-188E-41A5-95E2-4EB7F2AD6F7F}" type="sibTrans" cxnId="{9E70F1F0-AA04-4BCF-ABB9-5FAEA98EAC2E}">
      <dgm:prSet/>
      <dgm:spPr/>
      <dgm:t>
        <a:bodyPr/>
        <a:lstStyle/>
        <a:p>
          <a:endParaRPr lang="hu-HU"/>
        </a:p>
      </dgm:t>
    </dgm:pt>
    <dgm:pt modelId="{80EF74F3-59D4-43BF-8A97-34565ACEB7CE}">
      <dgm:prSet/>
      <dgm:spPr/>
      <dgm:t>
        <a:bodyPr/>
        <a:lstStyle/>
        <a:p>
          <a:r>
            <a:rPr lang="hu-HU" b="0" i="0" baseline="0"/>
            <a:t>Reszponzív navbar és mobil menü</a:t>
          </a:r>
          <a:endParaRPr lang="en-GB"/>
        </a:p>
      </dgm:t>
    </dgm:pt>
    <dgm:pt modelId="{49242A45-3F28-479D-B8C8-4611B24F051B}" type="parTrans" cxnId="{75C7F158-FD9F-41E7-A0C7-FDEC3C35395C}">
      <dgm:prSet/>
      <dgm:spPr/>
      <dgm:t>
        <a:bodyPr/>
        <a:lstStyle/>
        <a:p>
          <a:endParaRPr lang="hu-HU"/>
        </a:p>
      </dgm:t>
    </dgm:pt>
    <dgm:pt modelId="{3BC46CC8-5F5D-45C1-B398-01A052AA9EF7}" type="sibTrans" cxnId="{75C7F158-FD9F-41E7-A0C7-FDEC3C35395C}">
      <dgm:prSet/>
      <dgm:spPr/>
      <dgm:t>
        <a:bodyPr/>
        <a:lstStyle/>
        <a:p>
          <a:endParaRPr lang="hu-HU"/>
        </a:p>
      </dgm:t>
    </dgm:pt>
    <dgm:pt modelId="{16DF29DD-CA70-49E3-81F8-ECBCB0FEB18C}" type="pres">
      <dgm:prSet presAssocID="{CCB3BEE5-53F2-4733-B4AF-B2CAC857105A}" presName="linear" presStyleCnt="0">
        <dgm:presLayoutVars>
          <dgm:animLvl val="lvl"/>
          <dgm:resizeHandles val="exact"/>
        </dgm:presLayoutVars>
      </dgm:prSet>
      <dgm:spPr/>
    </dgm:pt>
    <dgm:pt modelId="{FA63A55D-D5E9-41D4-9E9F-A8D23D86AFB5}" type="pres">
      <dgm:prSet presAssocID="{CF957ABA-D878-4670-AB50-3A277AB58C5C}" presName="parentText" presStyleLbl="node1" presStyleIdx="0" presStyleCnt="5">
        <dgm:presLayoutVars>
          <dgm:chMax val="0"/>
          <dgm:bulletEnabled val="1"/>
        </dgm:presLayoutVars>
      </dgm:prSet>
      <dgm:spPr/>
    </dgm:pt>
    <dgm:pt modelId="{8521F394-74A5-4812-BD9A-65F6BB343BA1}" type="pres">
      <dgm:prSet presAssocID="{92661573-7E06-4A2E-A3D0-237A24A503D8}" presName="spacer" presStyleCnt="0"/>
      <dgm:spPr/>
    </dgm:pt>
    <dgm:pt modelId="{0C24B4B2-55E4-47D7-B555-E1BE3942DF8C}" type="pres">
      <dgm:prSet presAssocID="{A1BEBE5E-90E8-415F-A2F0-1984A708A76F}" presName="parentText" presStyleLbl="node1" presStyleIdx="1" presStyleCnt="5">
        <dgm:presLayoutVars>
          <dgm:chMax val="0"/>
          <dgm:bulletEnabled val="1"/>
        </dgm:presLayoutVars>
      </dgm:prSet>
      <dgm:spPr/>
    </dgm:pt>
    <dgm:pt modelId="{F48B6C3A-6254-4941-A14D-C068B53397CB}" type="pres">
      <dgm:prSet presAssocID="{6BD6AEBA-C6CE-47A8-8EA0-EAC33B1401F5}" presName="spacer" presStyleCnt="0"/>
      <dgm:spPr/>
    </dgm:pt>
    <dgm:pt modelId="{E025151C-BA1C-4389-A021-3A6D2A1C6510}" type="pres">
      <dgm:prSet presAssocID="{054285D3-1323-4198-81AE-76C254D53D25}" presName="parentText" presStyleLbl="node1" presStyleIdx="2" presStyleCnt="5">
        <dgm:presLayoutVars>
          <dgm:chMax val="0"/>
          <dgm:bulletEnabled val="1"/>
        </dgm:presLayoutVars>
      </dgm:prSet>
      <dgm:spPr/>
    </dgm:pt>
    <dgm:pt modelId="{1C6C74FC-21E4-41E7-82F4-4C047A3BA786}" type="pres">
      <dgm:prSet presAssocID="{1EF085F3-F55A-4C88-8CBA-8E419DF7B8FD}" presName="spacer" presStyleCnt="0"/>
      <dgm:spPr/>
    </dgm:pt>
    <dgm:pt modelId="{6BA20413-FAF6-4E8C-B93B-D247D2EEE0A2}" type="pres">
      <dgm:prSet presAssocID="{A3CA9B6F-2AAB-444A-926E-BBBA1E11CF59}" presName="parentText" presStyleLbl="node1" presStyleIdx="3" presStyleCnt="5">
        <dgm:presLayoutVars>
          <dgm:chMax val="0"/>
          <dgm:bulletEnabled val="1"/>
        </dgm:presLayoutVars>
      </dgm:prSet>
      <dgm:spPr/>
    </dgm:pt>
    <dgm:pt modelId="{D854944E-F877-4C2D-B217-FB171A720E00}" type="pres">
      <dgm:prSet presAssocID="{6F9A6C88-188E-41A5-95E2-4EB7F2AD6F7F}" presName="spacer" presStyleCnt="0"/>
      <dgm:spPr/>
    </dgm:pt>
    <dgm:pt modelId="{8B78EE90-8BE8-46D5-B614-5DFF2A0DB5FA}" type="pres">
      <dgm:prSet presAssocID="{80EF74F3-59D4-43BF-8A97-34565ACEB7CE}" presName="parentText" presStyleLbl="node1" presStyleIdx="4" presStyleCnt="5">
        <dgm:presLayoutVars>
          <dgm:chMax val="0"/>
          <dgm:bulletEnabled val="1"/>
        </dgm:presLayoutVars>
      </dgm:prSet>
      <dgm:spPr/>
    </dgm:pt>
  </dgm:ptLst>
  <dgm:cxnLst>
    <dgm:cxn modelId="{008DA436-6DA8-40AA-90E3-A2F54DEE44B6}" srcId="{CCB3BEE5-53F2-4733-B4AF-B2CAC857105A}" destId="{A1BEBE5E-90E8-415F-A2F0-1984A708A76F}" srcOrd="1" destOrd="0" parTransId="{715E3240-8B96-4902-8A86-B33FC1C69494}" sibTransId="{6BD6AEBA-C6CE-47A8-8EA0-EAC33B1401F5}"/>
    <dgm:cxn modelId="{96386A3F-85DF-4C03-BBDF-4A45D9F920A2}" type="presOf" srcId="{CF957ABA-D878-4670-AB50-3A277AB58C5C}" destId="{FA63A55D-D5E9-41D4-9E9F-A8D23D86AFB5}" srcOrd="0" destOrd="0" presId="urn:microsoft.com/office/officeart/2005/8/layout/vList2"/>
    <dgm:cxn modelId="{1B727A66-3B57-4C3D-8FD7-00D207B84C58}" type="presOf" srcId="{A1BEBE5E-90E8-415F-A2F0-1984A708A76F}" destId="{0C24B4B2-55E4-47D7-B555-E1BE3942DF8C}" srcOrd="0" destOrd="0" presId="urn:microsoft.com/office/officeart/2005/8/layout/vList2"/>
    <dgm:cxn modelId="{FA652147-8290-4CD6-BB5F-020F8FC9B598}" type="presOf" srcId="{CCB3BEE5-53F2-4733-B4AF-B2CAC857105A}" destId="{16DF29DD-CA70-49E3-81F8-ECBCB0FEB18C}" srcOrd="0" destOrd="0" presId="urn:microsoft.com/office/officeart/2005/8/layout/vList2"/>
    <dgm:cxn modelId="{75C7F158-FD9F-41E7-A0C7-FDEC3C35395C}" srcId="{CCB3BEE5-53F2-4733-B4AF-B2CAC857105A}" destId="{80EF74F3-59D4-43BF-8A97-34565ACEB7CE}" srcOrd="4" destOrd="0" parTransId="{49242A45-3F28-479D-B8C8-4611B24F051B}" sibTransId="{3BC46CC8-5F5D-45C1-B398-01A052AA9EF7}"/>
    <dgm:cxn modelId="{95C3407E-AD44-4892-BDAB-FF394446A4AF}" type="presOf" srcId="{054285D3-1323-4198-81AE-76C254D53D25}" destId="{E025151C-BA1C-4389-A021-3A6D2A1C6510}" srcOrd="0" destOrd="0" presId="urn:microsoft.com/office/officeart/2005/8/layout/vList2"/>
    <dgm:cxn modelId="{AEDF1D93-F54B-4AA1-9A68-C1BF3E8C0FAF}" srcId="{CCB3BEE5-53F2-4733-B4AF-B2CAC857105A}" destId="{054285D3-1323-4198-81AE-76C254D53D25}" srcOrd="2" destOrd="0" parTransId="{B627CDD9-9DB7-477A-9FA4-B5161F7427E9}" sibTransId="{1EF085F3-F55A-4C88-8CBA-8E419DF7B8FD}"/>
    <dgm:cxn modelId="{8E3291AF-4523-4D62-9B8F-E8559E03A9E5}" type="presOf" srcId="{A3CA9B6F-2AAB-444A-926E-BBBA1E11CF59}" destId="{6BA20413-FAF6-4E8C-B93B-D247D2EEE0A2}" srcOrd="0" destOrd="0" presId="urn:microsoft.com/office/officeart/2005/8/layout/vList2"/>
    <dgm:cxn modelId="{E434D1B0-A2B7-41AB-91EF-6F619858E5D6}" srcId="{CCB3BEE5-53F2-4733-B4AF-B2CAC857105A}" destId="{CF957ABA-D878-4670-AB50-3A277AB58C5C}" srcOrd="0" destOrd="0" parTransId="{B0342562-3044-493C-8E62-CE1625F916D8}" sibTransId="{92661573-7E06-4A2E-A3D0-237A24A503D8}"/>
    <dgm:cxn modelId="{834EABD9-6DA5-4348-9D96-D8172D1F2496}" type="presOf" srcId="{80EF74F3-59D4-43BF-8A97-34565ACEB7CE}" destId="{8B78EE90-8BE8-46D5-B614-5DFF2A0DB5FA}" srcOrd="0" destOrd="0" presId="urn:microsoft.com/office/officeart/2005/8/layout/vList2"/>
    <dgm:cxn modelId="{9E70F1F0-AA04-4BCF-ABB9-5FAEA98EAC2E}" srcId="{CCB3BEE5-53F2-4733-B4AF-B2CAC857105A}" destId="{A3CA9B6F-2AAB-444A-926E-BBBA1E11CF59}" srcOrd="3" destOrd="0" parTransId="{026617B2-EE89-497D-A5B3-CD4CBE3E7FF9}" sibTransId="{6F9A6C88-188E-41A5-95E2-4EB7F2AD6F7F}"/>
    <dgm:cxn modelId="{4878ACC2-52B3-4831-85AF-0499CF172DED}" type="presParOf" srcId="{16DF29DD-CA70-49E3-81F8-ECBCB0FEB18C}" destId="{FA63A55D-D5E9-41D4-9E9F-A8D23D86AFB5}" srcOrd="0" destOrd="0" presId="urn:microsoft.com/office/officeart/2005/8/layout/vList2"/>
    <dgm:cxn modelId="{03C1B2FF-B44A-472E-9F89-0A27651C4EDD}" type="presParOf" srcId="{16DF29DD-CA70-49E3-81F8-ECBCB0FEB18C}" destId="{8521F394-74A5-4812-BD9A-65F6BB343BA1}" srcOrd="1" destOrd="0" presId="urn:microsoft.com/office/officeart/2005/8/layout/vList2"/>
    <dgm:cxn modelId="{B4281472-F069-40DD-A4DF-A0CB3280B983}" type="presParOf" srcId="{16DF29DD-CA70-49E3-81F8-ECBCB0FEB18C}" destId="{0C24B4B2-55E4-47D7-B555-E1BE3942DF8C}" srcOrd="2" destOrd="0" presId="urn:microsoft.com/office/officeart/2005/8/layout/vList2"/>
    <dgm:cxn modelId="{227AF530-8DC7-47E8-8719-EBA8E8AB48A4}" type="presParOf" srcId="{16DF29DD-CA70-49E3-81F8-ECBCB0FEB18C}" destId="{F48B6C3A-6254-4941-A14D-C068B53397CB}" srcOrd="3" destOrd="0" presId="urn:microsoft.com/office/officeart/2005/8/layout/vList2"/>
    <dgm:cxn modelId="{6BD907AC-7D29-4EA6-9FC5-D74D1D9CE947}" type="presParOf" srcId="{16DF29DD-CA70-49E3-81F8-ECBCB0FEB18C}" destId="{E025151C-BA1C-4389-A021-3A6D2A1C6510}" srcOrd="4" destOrd="0" presId="urn:microsoft.com/office/officeart/2005/8/layout/vList2"/>
    <dgm:cxn modelId="{25B30424-EE1D-4AEE-8AB8-E66FDD4DB880}" type="presParOf" srcId="{16DF29DD-CA70-49E3-81F8-ECBCB0FEB18C}" destId="{1C6C74FC-21E4-41E7-82F4-4C047A3BA786}" srcOrd="5" destOrd="0" presId="urn:microsoft.com/office/officeart/2005/8/layout/vList2"/>
    <dgm:cxn modelId="{19294981-273F-43A7-A66B-938F471C81F3}" type="presParOf" srcId="{16DF29DD-CA70-49E3-81F8-ECBCB0FEB18C}" destId="{6BA20413-FAF6-4E8C-B93B-D247D2EEE0A2}" srcOrd="6" destOrd="0" presId="urn:microsoft.com/office/officeart/2005/8/layout/vList2"/>
    <dgm:cxn modelId="{DC85FE21-AE8F-4054-B9AC-5130455E3A3B}" type="presParOf" srcId="{16DF29DD-CA70-49E3-81F8-ECBCB0FEB18C}" destId="{D854944E-F877-4C2D-B217-FB171A720E00}" srcOrd="7" destOrd="0" presId="urn:microsoft.com/office/officeart/2005/8/layout/vList2"/>
    <dgm:cxn modelId="{1CE1A2D3-54D5-4F56-8F44-4AE23BAC05CD}" type="presParOf" srcId="{16DF29DD-CA70-49E3-81F8-ECBCB0FEB18C}" destId="{8B78EE90-8BE8-46D5-B614-5DFF2A0DB5F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66A3C7-0730-4FB5-91CA-E3A557183C84}"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en-US"/>
        </a:p>
      </dgm:t>
    </dgm:pt>
    <dgm:pt modelId="{25C00A0F-667F-4FA4-A527-178D83CDA70F}">
      <dgm:prSet/>
      <dgm:spPr/>
      <dgm:t>
        <a:bodyPr/>
        <a:lstStyle/>
        <a:p>
          <a:r>
            <a:rPr lang="hu-HU" b="0" i="0" baseline="0"/>
            <a:t>Profil szerkesztése, profilkép</a:t>
          </a:r>
          <a:endParaRPr lang="en-US"/>
        </a:p>
      </dgm:t>
    </dgm:pt>
    <dgm:pt modelId="{84927E03-0701-4088-A265-E0FE1C526C90}" type="parTrans" cxnId="{FF6F78EF-73E5-4D87-B765-0683F3B4905C}">
      <dgm:prSet/>
      <dgm:spPr/>
      <dgm:t>
        <a:bodyPr/>
        <a:lstStyle/>
        <a:p>
          <a:endParaRPr lang="en-US"/>
        </a:p>
      </dgm:t>
    </dgm:pt>
    <dgm:pt modelId="{DC81A335-EB94-4634-A862-BEEF81907185}" type="sibTrans" cxnId="{FF6F78EF-73E5-4D87-B765-0683F3B4905C}">
      <dgm:prSet/>
      <dgm:spPr/>
      <dgm:t>
        <a:bodyPr/>
        <a:lstStyle/>
        <a:p>
          <a:endParaRPr lang="en-US"/>
        </a:p>
      </dgm:t>
    </dgm:pt>
    <dgm:pt modelId="{DECD322D-AEA3-48C3-B236-B4A9BA14B011}">
      <dgm:prSet/>
      <dgm:spPr/>
      <dgm:t>
        <a:bodyPr/>
        <a:lstStyle/>
        <a:p>
          <a:r>
            <a:rPr lang="hu-HU" b="0" i="0" baseline="0"/>
            <a:t>Fórum témák és hozzászólások</a:t>
          </a:r>
          <a:endParaRPr lang="en-US"/>
        </a:p>
      </dgm:t>
    </dgm:pt>
    <dgm:pt modelId="{34E1861F-39D4-4629-84A6-0194D986A9EB}" type="parTrans" cxnId="{CA31DCC5-C103-4C1A-9885-2CD11BA7CC6D}">
      <dgm:prSet/>
      <dgm:spPr/>
      <dgm:t>
        <a:bodyPr/>
        <a:lstStyle/>
        <a:p>
          <a:endParaRPr lang="en-US"/>
        </a:p>
      </dgm:t>
    </dgm:pt>
    <dgm:pt modelId="{8D163FC0-8E06-4C4E-AB28-F5976BDE5D16}" type="sibTrans" cxnId="{CA31DCC5-C103-4C1A-9885-2CD11BA7CC6D}">
      <dgm:prSet/>
      <dgm:spPr/>
      <dgm:t>
        <a:bodyPr/>
        <a:lstStyle/>
        <a:p>
          <a:endParaRPr lang="en-US"/>
        </a:p>
      </dgm:t>
    </dgm:pt>
    <dgm:pt modelId="{DABA18E9-65A8-4135-ABF1-38E0E56D984A}">
      <dgm:prSet/>
      <dgm:spPr/>
      <dgm:t>
        <a:bodyPr/>
        <a:lstStyle/>
        <a:p>
          <a:r>
            <a:rPr lang="hu-HU" b="0" i="0" baseline="0" dirty="0"/>
            <a:t>Építési napló blokkokkal</a:t>
          </a:r>
          <a:endParaRPr lang="en-US" dirty="0"/>
        </a:p>
      </dgm:t>
    </dgm:pt>
    <dgm:pt modelId="{FE3C30AC-9CDF-4175-BBAD-54B9EE969EA8}" type="parTrans" cxnId="{20704A86-47F1-4FDA-BE2A-C1A5D0247992}">
      <dgm:prSet/>
      <dgm:spPr/>
      <dgm:t>
        <a:bodyPr/>
        <a:lstStyle/>
        <a:p>
          <a:endParaRPr lang="en-US"/>
        </a:p>
      </dgm:t>
    </dgm:pt>
    <dgm:pt modelId="{5C7717AC-BB4E-426F-9DF2-5A5E0C684779}" type="sibTrans" cxnId="{20704A86-47F1-4FDA-BE2A-C1A5D0247992}">
      <dgm:prSet/>
      <dgm:spPr/>
      <dgm:t>
        <a:bodyPr/>
        <a:lstStyle/>
        <a:p>
          <a:endParaRPr lang="en-US"/>
        </a:p>
      </dgm:t>
    </dgm:pt>
    <dgm:pt modelId="{917FC7DB-D486-458A-817B-84E3A870357F}">
      <dgm:prSet/>
      <dgm:spPr/>
      <dgm:t>
        <a:bodyPr/>
        <a:lstStyle/>
        <a:p>
          <a:r>
            <a:rPr lang="hu-HU" b="0" i="0" baseline="0" dirty="0"/>
            <a:t>Szerepkörfüggő felület</a:t>
          </a:r>
          <a:endParaRPr lang="en-US" dirty="0"/>
        </a:p>
      </dgm:t>
    </dgm:pt>
    <dgm:pt modelId="{06F0EE44-0801-45FC-B90D-BC05DD688468}" type="parTrans" cxnId="{3DA61983-FEDF-49B8-A9D3-72275EBC3460}">
      <dgm:prSet/>
      <dgm:spPr/>
      <dgm:t>
        <a:bodyPr/>
        <a:lstStyle/>
        <a:p>
          <a:endParaRPr lang="en-US"/>
        </a:p>
      </dgm:t>
    </dgm:pt>
    <dgm:pt modelId="{07F041F7-8F5C-480D-9410-9ED06D63D79D}" type="sibTrans" cxnId="{3DA61983-FEDF-49B8-A9D3-72275EBC3460}">
      <dgm:prSet/>
      <dgm:spPr/>
      <dgm:t>
        <a:bodyPr/>
        <a:lstStyle/>
        <a:p>
          <a:endParaRPr lang="en-US"/>
        </a:p>
      </dgm:t>
    </dgm:pt>
    <dgm:pt modelId="{FCA085A0-6BAD-4230-8142-127EE3D39B58}" type="pres">
      <dgm:prSet presAssocID="{BD66A3C7-0730-4FB5-91CA-E3A557183C84}" presName="vert0" presStyleCnt="0">
        <dgm:presLayoutVars>
          <dgm:dir/>
          <dgm:animOne val="branch"/>
          <dgm:animLvl val="lvl"/>
        </dgm:presLayoutVars>
      </dgm:prSet>
      <dgm:spPr/>
    </dgm:pt>
    <dgm:pt modelId="{D48BB082-E05F-4DD6-802B-B30E68F7425F}" type="pres">
      <dgm:prSet presAssocID="{25C00A0F-667F-4FA4-A527-178D83CDA70F}" presName="thickLine" presStyleLbl="alignNode1" presStyleIdx="0" presStyleCnt="4"/>
      <dgm:spPr/>
    </dgm:pt>
    <dgm:pt modelId="{CB730ABD-55F2-48ED-A887-AC49965A3026}" type="pres">
      <dgm:prSet presAssocID="{25C00A0F-667F-4FA4-A527-178D83CDA70F}" presName="horz1" presStyleCnt="0"/>
      <dgm:spPr/>
    </dgm:pt>
    <dgm:pt modelId="{DD227D38-6802-4243-B67D-2FF4C9842243}" type="pres">
      <dgm:prSet presAssocID="{25C00A0F-667F-4FA4-A527-178D83CDA70F}" presName="tx1" presStyleLbl="revTx" presStyleIdx="0" presStyleCnt="4"/>
      <dgm:spPr/>
    </dgm:pt>
    <dgm:pt modelId="{9738517E-384F-4B49-BB44-6D290F3C5D48}" type="pres">
      <dgm:prSet presAssocID="{25C00A0F-667F-4FA4-A527-178D83CDA70F}" presName="vert1" presStyleCnt="0"/>
      <dgm:spPr/>
    </dgm:pt>
    <dgm:pt modelId="{AD69286C-1F4A-44FD-832A-8CAE54E16A81}" type="pres">
      <dgm:prSet presAssocID="{DECD322D-AEA3-48C3-B236-B4A9BA14B011}" presName="thickLine" presStyleLbl="alignNode1" presStyleIdx="1" presStyleCnt="4"/>
      <dgm:spPr/>
    </dgm:pt>
    <dgm:pt modelId="{D36E721F-5A73-4334-B4FA-2E64548C7FAC}" type="pres">
      <dgm:prSet presAssocID="{DECD322D-AEA3-48C3-B236-B4A9BA14B011}" presName="horz1" presStyleCnt="0"/>
      <dgm:spPr/>
    </dgm:pt>
    <dgm:pt modelId="{BE5817CD-E099-4329-A6F8-F7C8CC730CBA}" type="pres">
      <dgm:prSet presAssocID="{DECD322D-AEA3-48C3-B236-B4A9BA14B011}" presName="tx1" presStyleLbl="revTx" presStyleIdx="1" presStyleCnt="4"/>
      <dgm:spPr/>
    </dgm:pt>
    <dgm:pt modelId="{B80FF33B-19D3-4A65-9E90-8FD437FD1FAB}" type="pres">
      <dgm:prSet presAssocID="{DECD322D-AEA3-48C3-B236-B4A9BA14B011}" presName="vert1" presStyleCnt="0"/>
      <dgm:spPr/>
    </dgm:pt>
    <dgm:pt modelId="{7A4F1D6A-DBB4-4A0E-AF58-E2094CBD1767}" type="pres">
      <dgm:prSet presAssocID="{DABA18E9-65A8-4135-ABF1-38E0E56D984A}" presName="thickLine" presStyleLbl="alignNode1" presStyleIdx="2" presStyleCnt="4"/>
      <dgm:spPr/>
    </dgm:pt>
    <dgm:pt modelId="{8FA87E1A-500F-4605-B438-53B9919EC63E}" type="pres">
      <dgm:prSet presAssocID="{DABA18E9-65A8-4135-ABF1-38E0E56D984A}" presName="horz1" presStyleCnt="0"/>
      <dgm:spPr/>
    </dgm:pt>
    <dgm:pt modelId="{B73CA87A-4662-44FD-92C7-C2D33632BC95}" type="pres">
      <dgm:prSet presAssocID="{DABA18E9-65A8-4135-ABF1-38E0E56D984A}" presName="tx1" presStyleLbl="revTx" presStyleIdx="2" presStyleCnt="4"/>
      <dgm:spPr/>
    </dgm:pt>
    <dgm:pt modelId="{119096B8-D1A2-497B-B1B9-BCBF2B4CFEB2}" type="pres">
      <dgm:prSet presAssocID="{DABA18E9-65A8-4135-ABF1-38E0E56D984A}" presName="vert1" presStyleCnt="0"/>
      <dgm:spPr/>
    </dgm:pt>
    <dgm:pt modelId="{66BA995A-CE44-47CB-A678-E0717990EE34}" type="pres">
      <dgm:prSet presAssocID="{917FC7DB-D486-458A-817B-84E3A870357F}" presName="thickLine" presStyleLbl="alignNode1" presStyleIdx="3" presStyleCnt="4"/>
      <dgm:spPr/>
    </dgm:pt>
    <dgm:pt modelId="{231605AC-A63D-4113-A81D-EE74118410D1}" type="pres">
      <dgm:prSet presAssocID="{917FC7DB-D486-458A-817B-84E3A870357F}" presName="horz1" presStyleCnt="0"/>
      <dgm:spPr/>
    </dgm:pt>
    <dgm:pt modelId="{791F7DE8-1232-4D9D-B51C-24E9220C73A6}" type="pres">
      <dgm:prSet presAssocID="{917FC7DB-D486-458A-817B-84E3A870357F}" presName="tx1" presStyleLbl="revTx" presStyleIdx="3" presStyleCnt="4"/>
      <dgm:spPr/>
    </dgm:pt>
    <dgm:pt modelId="{F30BEE3C-1571-4A52-8266-6B25D4FC63AE}" type="pres">
      <dgm:prSet presAssocID="{917FC7DB-D486-458A-817B-84E3A870357F}" presName="vert1" presStyleCnt="0"/>
      <dgm:spPr/>
    </dgm:pt>
  </dgm:ptLst>
  <dgm:cxnLst>
    <dgm:cxn modelId="{EF70E602-5755-489D-BDAA-643ECC0CE5D9}" type="presOf" srcId="{917FC7DB-D486-458A-817B-84E3A870357F}" destId="{791F7DE8-1232-4D9D-B51C-24E9220C73A6}" srcOrd="0" destOrd="0" presId="urn:microsoft.com/office/officeart/2008/layout/LinedList"/>
    <dgm:cxn modelId="{996E7905-4514-4915-BC63-14C72EA303FC}" type="presOf" srcId="{BD66A3C7-0730-4FB5-91CA-E3A557183C84}" destId="{FCA085A0-6BAD-4230-8142-127EE3D39B58}" srcOrd="0" destOrd="0" presId="urn:microsoft.com/office/officeart/2008/layout/LinedList"/>
    <dgm:cxn modelId="{3DA61983-FEDF-49B8-A9D3-72275EBC3460}" srcId="{BD66A3C7-0730-4FB5-91CA-E3A557183C84}" destId="{917FC7DB-D486-458A-817B-84E3A870357F}" srcOrd="3" destOrd="0" parTransId="{06F0EE44-0801-45FC-B90D-BC05DD688468}" sibTransId="{07F041F7-8F5C-480D-9410-9ED06D63D79D}"/>
    <dgm:cxn modelId="{20704A86-47F1-4FDA-BE2A-C1A5D0247992}" srcId="{BD66A3C7-0730-4FB5-91CA-E3A557183C84}" destId="{DABA18E9-65A8-4135-ABF1-38E0E56D984A}" srcOrd="2" destOrd="0" parTransId="{FE3C30AC-9CDF-4175-BBAD-54B9EE969EA8}" sibTransId="{5C7717AC-BB4E-426F-9DF2-5A5E0C684779}"/>
    <dgm:cxn modelId="{557B7597-2262-4CAC-81BC-A2B4366A86A5}" type="presOf" srcId="{DABA18E9-65A8-4135-ABF1-38E0E56D984A}" destId="{B73CA87A-4662-44FD-92C7-C2D33632BC95}" srcOrd="0" destOrd="0" presId="urn:microsoft.com/office/officeart/2008/layout/LinedList"/>
    <dgm:cxn modelId="{CA31DCC5-C103-4C1A-9885-2CD11BA7CC6D}" srcId="{BD66A3C7-0730-4FB5-91CA-E3A557183C84}" destId="{DECD322D-AEA3-48C3-B236-B4A9BA14B011}" srcOrd="1" destOrd="0" parTransId="{34E1861F-39D4-4629-84A6-0194D986A9EB}" sibTransId="{8D163FC0-8E06-4C4E-AB28-F5976BDE5D16}"/>
    <dgm:cxn modelId="{6A137CCD-84F5-4D6D-B08A-F9CA0FAE0B63}" type="presOf" srcId="{DECD322D-AEA3-48C3-B236-B4A9BA14B011}" destId="{BE5817CD-E099-4329-A6F8-F7C8CC730CBA}" srcOrd="0" destOrd="0" presId="urn:microsoft.com/office/officeart/2008/layout/LinedList"/>
    <dgm:cxn modelId="{B84C04CE-90AC-4DD1-973C-757EF03649A6}" type="presOf" srcId="{25C00A0F-667F-4FA4-A527-178D83CDA70F}" destId="{DD227D38-6802-4243-B67D-2FF4C9842243}" srcOrd="0" destOrd="0" presId="urn:microsoft.com/office/officeart/2008/layout/LinedList"/>
    <dgm:cxn modelId="{FF6F78EF-73E5-4D87-B765-0683F3B4905C}" srcId="{BD66A3C7-0730-4FB5-91CA-E3A557183C84}" destId="{25C00A0F-667F-4FA4-A527-178D83CDA70F}" srcOrd="0" destOrd="0" parTransId="{84927E03-0701-4088-A265-E0FE1C526C90}" sibTransId="{DC81A335-EB94-4634-A862-BEEF81907185}"/>
    <dgm:cxn modelId="{34E6D69E-2043-4242-94F8-B5FBE72AAE62}" type="presParOf" srcId="{FCA085A0-6BAD-4230-8142-127EE3D39B58}" destId="{D48BB082-E05F-4DD6-802B-B30E68F7425F}" srcOrd="0" destOrd="0" presId="urn:microsoft.com/office/officeart/2008/layout/LinedList"/>
    <dgm:cxn modelId="{FB56F032-604A-4B7E-985A-22C7AB7EA528}" type="presParOf" srcId="{FCA085A0-6BAD-4230-8142-127EE3D39B58}" destId="{CB730ABD-55F2-48ED-A887-AC49965A3026}" srcOrd="1" destOrd="0" presId="urn:microsoft.com/office/officeart/2008/layout/LinedList"/>
    <dgm:cxn modelId="{74ABE7DB-EEC5-45DA-942E-B3AB141F6232}" type="presParOf" srcId="{CB730ABD-55F2-48ED-A887-AC49965A3026}" destId="{DD227D38-6802-4243-B67D-2FF4C9842243}" srcOrd="0" destOrd="0" presId="urn:microsoft.com/office/officeart/2008/layout/LinedList"/>
    <dgm:cxn modelId="{D93132F9-E450-43FA-B34A-295CD84C6EC6}" type="presParOf" srcId="{CB730ABD-55F2-48ED-A887-AC49965A3026}" destId="{9738517E-384F-4B49-BB44-6D290F3C5D48}" srcOrd="1" destOrd="0" presId="urn:microsoft.com/office/officeart/2008/layout/LinedList"/>
    <dgm:cxn modelId="{71E84355-D5DE-4118-AAD1-C2E367E3C0A6}" type="presParOf" srcId="{FCA085A0-6BAD-4230-8142-127EE3D39B58}" destId="{AD69286C-1F4A-44FD-832A-8CAE54E16A81}" srcOrd="2" destOrd="0" presId="urn:microsoft.com/office/officeart/2008/layout/LinedList"/>
    <dgm:cxn modelId="{6DFFF973-D063-4970-BB34-0508F7D3F183}" type="presParOf" srcId="{FCA085A0-6BAD-4230-8142-127EE3D39B58}" destId="{D36E721F-5A73-4334-B4FA-2E64548C7FAC}" srcOrd="3" destOrd="0" presId="urn:microsoft.com/office/officeart/2008/layout/LinedList"/>
    <dgm:cxn modelId="{187AD674-5E56-4476-81CA-9CC60F8B0F9A}" type="presParOf" srcId="{D36E721F-5A73-4334-B4FA-2E64548C7FAC}" destId="{BE5817CD-E099-4329-A6F8-F7C8CC730CBA}" srcOrd="0" destOrd="0" presId="urn:microsoft.com/office/officeart/2008/layout/LinedList"/>
    <dgm:cxn modelId="{B13F94BF-0854-42B3-82E4-79BAD0B97634}" type="presParOf" srcId="{D36E721F-5A73-4334-B4FA-2E64548C7FAC}" destId="{B80FF33B-19D3-4A65-9E90-8FD437FD1FAB}" srcOrd="1" destOrd="0" presId="urn:microsoft.com/office/officeart/2008/layout/LinedList"/>
    <dgm:cxn modelId="{2FF8DFC3-31AA-406E-BAD2-8804B99F49BC}" type="presParOf" srcId="{FCA085A0-6BAD-4230-8142-127EE3D39B58}" destId="{7A4F1D6A-DBB4-4A0E-AF58-E2094CBD1767}" srcOrd="4" destOrd="0" presId="urn:microsoft.com/office/officeart/2008/layout/LinedList"/>
    <dgm:cxn modelId="{081236BB-B8E1-4427-B46E-AFCE1BE3AA32}" type="presParOf" srcId="{FCA085A0-6BAD-4230-8142-127EE3D39B58}" destId="{8FA87E1A-500F-4605-B438-53B9919EC63E}" srcOrd="5" destOrd="0" presId="urn:microsoft.com/office/officeart/2008/layout/LinedList"/>
    <dgm:cxn modelId="{880BDD4F-0D2F-485B-B131-BF951C05D8EB}" type="presParOf" srcId="{8FA87E1A-500F-4605-B438-53B9919EC63E}" destId="{B73CA87A-4662-44FD-92C7-C2D33632BC95}" srcOrd="0" destOrd="0" presId="urn:microsoft.com/office/officeart/2008/layout/LinedList"/>
    <dgm:cxn modelId="{73FE3BF7-EE57-48BC-BF2F-E5D4450915D1}" type="presParOf" srcId="{8FA87E1A-500F-4605-B438-53B9919EC63E}" destId="{119096B8-D1A2-497B-B1B9-BCBF2B4CFEB2}" srcOrd="1" destOrd="0" presId="urn:microsoft.com/office/officeart/2008/layout/LinedList"/>
    <dgm:cxn modelId="{C90AA2C3-CC13-4C5F-B9E3-BF1D03AB8ACE}" type="presParOf" srcId="{FCA085A0-6BAD-4230-8142-127EE3D39B58}" destId="{66BA995A-CE44-47CB-A678-E0717990EE34}" srcOrd="6" destOrd="0" presId="urn:microsoft.com/office/officeart/2008/layout/LinedList"/>
    <dgm:cxn modelId="{9F85EEE9-5B2B-4BBE-9681-056CF181FCD4}" type="presParOf" srcId="{FCA085A0-6BAD-4230-8142-127EE3D39B58}" destId="{231605AC-A63D-4113-A81D-EE74118410D1}" srcOrd="7" destOrd="0" presId="urn:microsoft.com/office/officeart/2008/layout/LinedList"/>
    <dgm:cxn modelId="{DBB63BA5-7C6F-4AB8-8C89-15984D7AD9AC}" type="presParOf" srcId="{231605AC-A63D-4113-A81D-EE74118410D1}" destId="{791F7DE8-1232-4D9D-B51C-24E9220C73A6}" srcOrd="0" destOrd="0" presId="urn:microsoft.com/office/officeart/2008/layout/LinedList"/>
    <dgm:cxn modelId="{B726310E-D109-4223-8511-D7C0372070CB}" type="presParOf" srcId="{231605AC-A63D-4113-A81D-EE74118410D1}" destId="{F30BEE3C-1571-4A52-8266-6B25D4FC63A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B9D320F-B5EB-4169-A471-C8A5E9C66AB8}"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B835ED72-97B3-41D9-99EC-BE4901B9B0D4}">
      <dgm:prSet/>
      <dgm:spPr/>
      <dgm:t>
        <a:bodyPr/>
        <a:lstStyle/>
        <a:p>
          <a:r>
            <a:rPr lang="hu-HU" b="0" i="0" baseline="0"/>
            <a:t>Sötét, modern megjelenés</a:t>
          </a:r>
          <a:endParaRPr lang="en-US"/>
        </a:p>
      </dgm:t>
    </dgm:pt>
    <dgm:pt modelId="{713A5988-73F6-46E6-8C26-3680F2A7D769}" type="parTrans" cxnId="{330C10BD-4970-4422-B924-3EE60BECFAC5}">
      <dgm:prSet/>
      <dgm:spPr/>
      <dgm:t>
        <a:bodyPr/>
        <a:lstStyle/>
        <a:p>
          <a:endParaRPr lang="en-US"/>
        </a:p>
      </dgm:t>
    </dgm:pt>
    <dgm:pt modelId="{6FE9C346-2493-4EBD-8F6E-DAA0CEAB27FD}" type="sibTrans" cxnId="{330C10BD-4970-4422-B924-3EE60BECFAC5}">
      <dgm:prSet/>
      <dgm:spPr/>
      <dgm:t>
        <a:bodyPr/>
        <a:lstStyle/>
        <a:p>
          <a:endParaRPr lang="en-US"/>
        </a:p>
      </dgm:t>
    </dgm:pt>
    <dgm:pt modelId="{7FAFFF25-3A74-49A6-A673-51BDF639466F}">
      <dgm:prSet/>
      <dgm:spPr/>
      <dgm:t>
        <a:bodyPr/>
        <a:lstStyle/>
        <a:p>
          <a:r>
            <a:rPr lang="hu-HU" b="0" i="0" baseline="0"/>
            <a:t>CSS változók</a:t>
          </a:r>
          <a:endParaRPr lang="en-US"/>
        </a:p>
      </dgm:t>
    </dgm:pt>
    <dgm:pt modelId="{CB287C82-2E77-4D45-AFDC-7C41DED00DB4}" type="parTrans" cxnId="{4F2A97D3-DA52-439B-9D8E-3AD672404886}">
      <dgm:prSet/>
      <dgm:spPr/>
      <dgm:t>
        <a:bodyPr/>
        <a:lstStyle/>
        <a:p>
          <a:endParaRPr lang="en-US"/>
        </a:p>
      </dgm:t>
    </dgm:pt>
    <dgm:pt modelId="{DD3F86AF-E406-4736-82E4-800B0BC5F080}" type="sibTrans" cxnId="{4F2A97D3-DA52-439B-9D8E-3AD672404886}">
      <dgm:prSet/>
      <dgm:spPr/>
      <dgm:t>
        <a:bodyPr/>
        <a:lstStyle/>
        <a:p>
          <a:endParaRPr lang="en-US"/>
        </a:p>
      </dgm:t>
    </dgm:pt>
    <dgm:pt modelId="{DC94FF67-C19C-4310-8565-69C691C212D4}">
      <dgm:prSet/>
      <dgm:spPr/>
      <dgm:t>
        <a:bodyPr/>
        <a:lstStyle/>
        <a:p>
          <a:r>
            <a:rPr lang="hu-HU" b="0" i="0" baseline="0"/>
            <a:t>Card alapú layout</a:t>
          </a:r>
          <a:endParaRPr lang="en-US"/>
        </a:p>
      </dgm:t>
    </dgm:pt>
    <dgm:pt modelId="{A8C614FA-F729-456D-9813-41BADC61398E}" type="parTrans" cxnId="{C545CE3A-23C7-47BC-B5C0-A06C2B0A4CDA}">
      <dgm:prSet/>
      <dgm:spPr/>
      <dgm:t>
        <a:bodyPr/>
        <a:lstStyle/>
        <a:p>
          <a:endParaRPr lang="en-US"/>
        </a:p>
      </dgm:t>
    </dgm:pt>
    <dgm:pt modelId="{4B33D008-C25B-4819-BE65-D032CB123D7D}" type="sibTrans" cxnId="{C545CE3A-23C7-47BC-B5C0-A06C2B0A4CDA}">
      <dgm:prSet/>
      <dgm:spPr/>
      <dgm:t>
        <a:bodyPr/>
        <a:lstStyle/>
        <a:p>
          <a:endParaRPr lang="en-US"/>
        </a:p>
      </dgm:t>
    </dgm:pt>
    <dgm:pt modelId="{0727CDFE-0A2C-412B-A1E0-B9F1D7B563C6}">
      <dgm:prSet/>
      <dgm:spPr/>
      <dgm:t>
        <a:bodyPr/>
        <a:lstStyle/>
        <a:p>
          <a:r>
            <a:rPr lang="hu-HU" b="0" i="0" baseline="0"/>
            <a:t>Hover effektek, státusz-pill-ek</a:t>
          </a:r>
          <a:endParaRPr lang="en-US"/>
        </a:p>
      </dgm:t>
    </dgm:pt>
    <dgm:pt modelId="{61D35AA8-ADD0-4F04-B980-1FD58925B106}" type="parTrans" cxnId="{27F41460-F8BB-4F04-AC93-2C511FD004AA}">
      <dgm:prSet/>
      <dgm:spPr/>
      <dgm:t>
        <a:bodyPr/>
        <a:lstStyle/>
        <a:p>
          <a:endParaRPr lang="en-US"/>
        </a:p>
      </dgm:t>
    </dgm:pt>
    <dgm:pt modelId="{CEEE35E8-DE75-4021-9F01-9CCCCDC27261}" type="sibTrans" cxnId="{27F41460-F8BB-4F04-AC93-2C511FD004AA}">
      <dgm:prSet/>
      <dgm:spPr/>
      <dgm:t>
        <a:bodyPr/>
        <a:lstStyle/>
        <a:p>
          <a:endParaRPr lang="en-US"/>
        </a:p>
      </dgm:t>
    </dgm:pt>
    <dgm:pt modelId="{4F57DB78-AD06-4846-9247-5484412CF995}">
      <dgm:prSet/>
      <dgm:spPr/>
      <dgm:t>
        <a:bodyPr/>
        <a:lstStyle/>
        <a:p>
          <a:r>
            <a:rPr lang="hu-HU" b="0" i="0" baseline="0"/>
            <a:t>Mobil nézet támogatása</a:t>
          </a:r>
          <a:endParaRPr lang="en-US"/>
        </a:p>
      </dgm:t>
    </dgm:pt>
    <dgm:pt modelId="{A31E54DE-4375-41BD-83B7-ADCF1963C1C1}" type="parTrans" cxnId="{E443CD6A-02AE-4C54-A440-8CFBDBF0F6E0}">
      <dgm:prSet/>
      <dgm:spPr/>
      <dgm:t>
        <a:bodyPr/>
        <a:lstStyle/>
        <a:p>
          <a:endParaRPr lang="en-US"/>
        </a:p>
      </dgm:t>
    </dgm:pt>
    <dgm:pt modelId="{B9E074BB-61E6-4BD8-BDE5-5F044588DDCA}" type="sibTrans" cxnId="{E443CD6A-02AE-4C54-A440-8CFBDBF0F6E0}">
      <dgm:prSet/>
      <dgm:spPr/>
      <dgm:t>
        <a:bodyPr/>
        <a:lstStyle/>
        <a:p>
          <a:endParaRPr lang="en-US"/>
        </a:p>
      </dgm:t>
    </dgm:pt>
    <dgm:pt modelId="{05FC91FA-BAEF-4FA0-A1D7-26E16956DBB0}" type="pres">
      <dgm:prSet presAssocID="{BB9D320F-B5EB-4169-A471-C8A5E9C66AB8}" presName="diagram" presStyleCnt="0">
        <dgm:presLayoutVars>
          <dgm:dir/>
          <dgm:resizeHandles val="exact"/>
        </dgm:presLayoutVars>
      </dgm:prSet>
      <dgm:spPr/>
    </dgm:pt>
    <dgm:pt modelId="{11BA9323-3618-416D-ABBD-67EE8838CA3D}" type="pres">
      <dgm:prSet presAssocID="{B835ED72-97B3-41D9-99EC-BE4901B9B0D4}" presName="node" presStyleLbl="node1" presStyleIdx="0" presStyleCnt="5">
        <dgm:presLayoutVars>
          <dgm:bulletEnabled val="1"/>
        </dgm:presLayoutVars>
      </dgm:prSet>
      <dgm:spPr/>
    </dgm:pt>
    <dgm:pt modelId="{EA7D3B3F-831A-427E-9929-2B5DC498286B}" type="pres">
      <dgm:prSet presAssocID="{6FE9C346-2493-4EBD-8F6E-DAA0CEAB27FD}" presName="sibTrans" presStyleCnt="0"/>
      <dgm:spPr/>
    </dgm:pt>
    <dgm:pt modelId="{E1B1A7AA-03F6-4432-85D7-B5BCB544E991}" type="pres">
      <dgm:prSet presAssocID="{7FAFFF25-3A74-49A6-A673-51BDF639466F}" presName="node" presStyleLbl="node1" presStyleIdx="1" presStyleCnt="5">
        <dgm:presLayoutVars>
          <dgm:bulletEnabled val="1"/>
        </dgm:presLayoutVars>
      </dgm:prSet>
      <dgm:spPr/>
    </dgm:pt>
    <dgm:pt modelId="{F55C3FE1-4F57-408F-A6F2-57AE131BA678}" type="pres">
      <dgm:prSet presAssocID="{DD3F86AF-E406-4736-82E4-800B0BC5F080}" presName="sibTrans" presStyleCnt="0"/>
      <dgm:spPr/>
    </dgm:pt>
    <dgm:pt modelId="{827B3190-8E14-4643-9018-E819245F7834}" type="pres">
      <dgm:prSet presAssocID="{DC94FF67-C19C-4310-8565-69C691C212D4}" presName="node" presStyleLbl="node1" presStyleIdx="2" presStyleCnt="5">
        <dgm:presLayoutVars>
          <dgm:bulletEnabled val="1"/>
        </dgm:presLayoutVars>
      </dgm:prSet>
      <dgm:spPr/>
    </dgm:pt>
    <dgm:pt modelId="{41B75B74-3981-4A7E-9643-B603F22CE2A5}" type="pres">
      <dgm:prSet presAssocID="{4B33D008-C25B-4819-BE65-D032CB123D7D}" presName="sibTrans" presStyleCnt="0"/>
      <dgm:spPr/>
    </dgm:pt>
    <dgm:pt modelId="{8D195DF9-60E1-4771-A97D-85C02D8592EB}" type="pres">
      <dgm:prSet presAssocID="{0727CDFE-0A2C-412B-A1E0-B9F1D7B563C6}" presName="node" presStyleLbl="node1" presStyleIdx="3" presStyleCnt="5">
        <dgm:presLayoutVars>
          <dgm:bulletEnabled val="1"/>
        </dgm:presLayoutVars>
      </dgm:prSet>
      <dgm:spPr/>
    </dgm:pt>
    <dgm:pt modelId="{A65B9F9C-9918-43FA-A49D-D6A8B6A4BF82}" type="pres">
      <dgm:prSet presAssocID="{CEEE35E8-DE75-4021-9F01-9CCCCDC27261}" presName="sibTrans" presStyleCnt="0"/>
      <dgm:spPr/>
    </dgm:pt>
    <dgm:pt modelId="{8A178E18-DE92-4D64-AEAA-4D4879290C47}" type="pres">
      <dgm:prSet presAssocID="{4F57DB78-AD06-4846-9247-5484412CF995}" presName="node" presStyleLbl="node1" presStyleIdx="4" presStyleCnt="5">
        <dgm:presLayoutVars>
          <dgm:bulletEnabled val="1"/>
        </dgm:presLayoutVars>
      </dgm:prSet>
      <dgm:spPr/>
    </dgm:pt>
  </dgm:ptLst>
  <dgm:cxnLst>
    <dgm:cxn modelId="{072DC808-A1E2-4A82-8F73-B1FF99F31C54}" type="presOf" srcId="{7FAFFF25-3A74-49A6-A673-51BDF639466F}" destId="{E1B1A7AA-03F6-4432-85D7-B5BCB544E991}" srcOrd="0" destOrd="0" presId="urn:microsoft.com/office/officeart/2005/8/layout/default"/>
    <dgm:cxn modelId="{C545CE3A-23C7-47BC-B5C0-A06C2B0A4CDA}" srcId="{BB9D320F-B5EB-4169-A471-C8A5E9C66AB8}" destId="{DC94FF67-C19C-4310-8565-69C691C212D4}" srcOrd="2" destOrd="0" parTransId="{A8C614FA-F729-456D-9813-41BADC61398E}" sibTransId="{4B33D008-C25B-4819-BE65-D032CB123D7D}"/>
    <dgm:cxn modelId="{27F41460-F8BB-4F04-AC93-2C511FD004AA}" srcId="{BB9D320F-B5EB-4169-A471-C8A5E9C66AB8}" destId="{0727CDFE-0A2C-412B-A1E0-B9F1D7B563C6}" srcOrd="3" destOrd="0" parTransId="{61D35AA8-ADD0-4F04-B980-1FD58925B106}" sibTransId="{CEEE35E8-DE75-4021-9F01-9CCCCDC27261}"/>
    <dgm:cxn modelId="{E443CD6A-02AE-4C54-A440-8CFBDBF0F6E0}" srcId="{BB9D320F-B5EB-4169-A471-C8A5E9C66AB8}" destId="{4F57DB78-AD06-4846-9247-5484412CF995}" srcOrd="4" destOrd="0" parTransId="{A31E54DE-4375-41BD-83B7-ADCF1963C1C1}" sibTransId="{B9E074BB-61E6-4BD8-BDE5-5F044588DDCA}"/>
    <dgm:cxn modelId="{486982A4-1D61-4BF0-A6C0-226B3601D569}" type="presOf" srcId="{BB9D320F-B5EB-4169-A471-C8A5E9C66AB8}" destId="{05FC91FA-BAEF-4FA0-A1D7-26E16956DBB0}" srcOrd="0" destOrd="0" presId="urn:microsoft.com/office/officeart/2005/8/layout/default"/>
    <dgm:cxn modelId="{FAA5E0BC-749F-4F83-8C35-08EF85C72AE8}" type="presOf" srcId="{4F57DB78-AD06-4846-9247-5484412CF995}" destId="{8A178E18-DE92-4D64-AEAA-4D4879290C47}" srcOrd="0" destOrd="0" presId="urn:microsoft.com/office/officeart/2005/8/layout/default"/>
    <dgm:cxn modelId="{330C10BD-4970-4422-B924-3EE60BECFAC5}" srcId="{BB9D320F-B5EB-4169-A471-C8A5E9C66AB8}" destId="{B835ED72-97B3-41D9-99EC-BE4901B9B0D4}" srcOrd="0" destOrd="0" parTransId="{713A5988-73F6-46E6-8C26-3680F2A7D769}" sibTransId="{6FE9C346-2493-4EBD-8F6E-DAA0CEAB27FD}"/>
    <dgm:cxn modelId="{85BE9EC6-41CC-48FC-B7EB-1C55B7A67FE3}" type="presOf" srcId="{0727CDFE-0A2C-412B-A1E0-B9F1D7B563C6}" destId="{8D195DF9-60E1-4771-A97D-85C02D8592EB}" srcOrd="0" destOrd="0" presId="urn:microsoft.com/office/officeart/2005/8/layout/default"/>
    <dgm:cxn modelId="{4F2A97D3-DA52-439B-9D8E-3AD672404886}" srcId="{BB9D320F-B5EB-4169-A471-C8A5E9C66AB8}" destId="{7FAFFF25-3A74-49A6-A673-51BDF639466F}" srcOrd="1" destOrd="0" parTransId="{CB287C82-2E77-4D45-AFDC-7C41DED00DB4}" sibTransId="{DD3F86AF-E406-4736-82E4-800B0BC5F080}"/>
    <dgm:cxn modelId="{70AFFBE4-32AA-4DAE-8025-605D57568AC8}" type="presOf" srcId="{DC94FF67-C19C-4310-8565-69C691C212D4}" destId="{827B3190-8E14-4643-9018-E819245F7834}" srcOrd="0" destOrd="0" presId="urn:microsoft.com/office/officeart/2005/8/layout/default"/>
    <dgm:cxn modelId="{E80987EF-24F7-4A4B-B689-3F1F45A9BA37}" type="presOf" srcId="{B835ED72-97B3-41D9-99EC-BE4901B9B0D4}" destId="{11BA9323-3618-416D-ABBD-67EE8838CA3D}" srcOrd="0" destOrd="0" presId="urn:microsoft.com/office/officeart/2005/8/layout/default"/>
    <dgm:cxn modelId="{989786AE-FA66-41F9-8534-B54807FB8EFC}" type="presParOf" srcId="{05FC91FA-BAEF-4FA0-A1D7-26E16956DBB0}" destId="{11BA9323-3618-416D-ABBD-67EE8838CA3D}" srcOrd="0" destOrd="0" presId="urn:microsoft.com/office/officeart/2005/8/layout/default"/>
    <dgm:cxn modelId="{EF02E3F9-4257-4365-8AA7-99BF5B6ECD8D}" type="presParOf" srcId="{05FC91FA-BAEF-4FA0-A1D7-26E16956DBB0}" destId="{EA7D3B3F-831A-427E-9929-2B5DC498286B}" srcOrd="1" destOrd="0" presId="urn:microsoft.com/office/officeart/2005/8/layout/default"/>
    <dgm:cxn modelId="{3D1D4822-AA0B-4DF3-8158-14719A39EDB4}" type="presParOf" srcId="{05FC91FA-BAEF-4FA0-A1D7-26E16956DBB0}" destId="{E1B1A7AA-03F6-4432-85D7-B5BCB544E991}" srcOrd="2" destOrd="0" presId="urn:microsoft.com/office/officeart/2005/8/layout/default"/>
    <dgm:cxn modelId="{39993F3D-8F40-4E39-BC88-01D628253BA8}" type="presParOf" srcId="{05FC91FA-BAEF-4FA0-A1D7-26E16956DBB0}" destId="{F55C3FE1-4F57-408F-A6F2-57AE131BA678}" srcOrd="3" destOrd="0" presId="urn:microsoft.com/office/officeart/2005/8/layout/default"/>
    <dgm:cxn modelId="{A9BFD152-F9DD-46D3-B64C-9945A1D5EBA7}" type="presParOf" srcId="{05FC91FA-BAEF-4FA0-A1D7-26E16956DBB0}" destId="{827B3190-8E14-4643-9018-E819245F7834}" srcOrd="4" destOrd="0" presId="urn:microsoft.com/office/officeart/2005/8/layout/default"/>
    <dgm:cxn modelId="{BF396950-5C57-446B-9419-48B3949AC113}" type="presParOf" srcId="{05FC91FA-BAEF-4FA0-A1D7-26E16956DBB0}" destId="{41B75B74-3981-4A7E-9643-B603F22CE2A5}" srcOrd="5" destOrd="0" presId="urn:microsoft.com/office/officeart/2005/8/layout/default"/>
    <dgm:cxn modelId="{5E715F86-4C79-41B8-8218-609C6B0694FB}" type="presParOf" srcId="{05FC91FA-BAEF-4FA0-A1D7-26E16956DBB0}" destId="{8D195DF9-60E1-4771-A97D-85C02D8592EB}" srcOrd="6" destOrd="0" presId="urn:microsoft.com/office/officeart/2005/8/layout/default"/>
    <dgm:cxn modelId="{19632D5E-42B7-4AB1-900C-7091AB685D48}" type="presParOf" srcId="{05FC91FA-BAEF-4FA0-A1D7-26E16956DBB0}" destId="{A65B9F9C-9918-43FA-A49D-D6A8B6A4BF82}" srcOrd="7" destOrd="0" presId="urn:microsoft.com/office/officeart/2005/8/layout/default"/>
    <dgm:cxn modelId="{B8F7886D-2725-4BC0-8414-128E12C4F168}" type="presParOf" srcId="{05FC91FA-BAEF-4FA0-A1D7-26E16956DBB0}" destId="{8A178E18-DE92-4D64-AEAA-4D4879290C47}"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73E0797-90F8-476B-A533-B31EBAE2EB7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hu-HU"/>
        </a:p>
      </dgm:t>
    </dgm:pt>
    <dgm:pt modelId="{0BD27C50-11DD-4EEC-8A9E-E7D50EF3AAE1}">
      <dgm:prSet/>
      <dgm:spPr/>
      <dgm:t>
        <a:bodyPr/>
        <a:lstStyle/>
        <a:p>
          <a:r>
            <a:rPr lang="hu-HU" b="0" i="0" baseline="0"/>
            <a:t>Express szerver</a:t>
          </a:r>
          <a:endParaRPr lang="en-GB"/>
        </a:p>
      </dgm:t>
    </dgm:pt>
    <dgm:pt modelId="{E13319F1-6D04-4178-8B46-E5D846B9DDFE}" type="parTrans" cxnId="{AAB1BC26-11BF-48C8-B50D-1512AC545737}">
      <dgm:prSet/>
      <dgm:spPr/>
      <dgm:t>
        <a:bodyPr/>
        <a:lstStyle/>
        <a:p>
          <a:endParaRPr lang="hu-HU"/>
        </a:p>
      </dgm:t>
    </dgm:pt>
    <dgm:pt modelId="{D5EA8F84-C993-403A-A0A8-61AA61B452D6}" type="sibTrans" cxnId="{AAB1BC26-11BF-48C8-B50D-1512AC545737}">
      <dgm:prSet/>
      <dgm:spPr/>
      <dgm:t>
        <a:bodyPr/>
        <a:lstStyle/>
        <a:p>
          <a:endParaRPr lang="hu-HU"/>
        </a:p>
      </dgm:t>
    </dgm:pt>
    <dgm:pt modelId="{C1286B13-6C2B-4A4C-87BA-8DCDC62CE9F5}">
      <dgm:prSet/>
      <dgm:spPr/>
      <dgm:t>
        <a:bodyPr/>
        <a:lstStyle/>
        <a:p>
          <a:r>
            <a:rPr lang="hu-HU" b="0" i="0" baseline="0"/>
            <a:t>Route-modulokra bontott felépítés</a:t>
          </a:r>
          <a:endParaRPr lang="en-GB"/>
        </a:p>
      </dgm:t>
    </dgm:pt>
    <dgm:pt modelId="{03001AD4-E3DF-43B6-8D8D-931C5ACC5579}" type="parTrans" cxnId="{0BD6E8C9-C494-41B0-98CC-D955B995438A}">
      <dgm:prSet/>
      <dgm:spPr/>
      <dgm:t>
        <a:bodyPr/>
        <a:lstStyle/>
        <a:p>
          <a:endParaRPr lang="hu-HU"/>
        </a:p>
      </dgm:t>
    </dgm:pt>
    <dgm:pt modelId="{5D612AF5-2BA5-41C1-B9EC-DECBAEEEDAD5}" type="sibTrans" cxnId="{0BD6E8C9-C494-41B0-98CC-D955B995438A}">
      <dgm:prSet/>
      <dgm:spPr/>
      <dgm:t>
        <a:bodyPr/>
        <a:lstStyle/>
        <a:p>
          <a:endParaRPr lang="hu-HU"/>
        </a:p>
      </dgm:t>
    </dgm:pt>
    <dgm:pt modelId="{813FDB3F-1DA6-4E16-80DA-D4FA857950B4}">
      <dgm:prSet/>
      <dgm:spPr/>
      <dgm:t>
        <a:bodyPr/>
        <a:lstStyle/>
        <a:p>
          <a:r>
            <a:rPr lang="hu-HU" b="0" i="0" baseline="0"/>
            <a:t>Middleware-ek</a:t>
          </a:r>
          <a:endParaRPr lang="en-GB"/>
        </a:p>
      </dgm:t>
    </dgm:pt>
    <dgm:pt modelId="{13B9A600-270A-4EDF-A168-8202A61C5EAB}" type="parTrans" cxnId="{DFF53A46-D1B6-4D01-9769-4E213B81738E}">
      <dgm:prSet/>
      <dgm:spPr/>
      <dgm:t>
        <a:bodyPr/>
        <a:lstStyle/>
        <a:p>
          <a:endParaRPr lang="hu-HU"/>
        </a:p>
      </dgm:t>
    </dgm:pt>
    <dgm:pt modelId="{12B67B44-C011-489D-85B3-245EE6915859}" type="sibTrans" cxnId="{DFF53A46-D1B6-4D01-9769-4E213B81738E}">
      <dgm:prSet/>
      <dgm:spPr/>
      <dgm:t>
        <a:bodyPr/>
        <a:lstStyle/>
        <a:p>
          <a:endParaRPr lang="hu-HU"/>
        </a:p>
      </dgm:t>
    </dgm:pt>
    <dgm:pt modelId="{58C7C2F8-5171-4D19-B6FD-E30D332F6145}">
      <dgm:prSet/>
      <dgm:spPr/>
      <dgm:t>
        <a:bodyPr/>
        <a:lstStyle/>
        <a:p>
          <a:r>
            <a:rPr lang="hu-HU" b="0" i="0" baseline="0"/>
            <a:t>MySQL kapcsolat poolon keresztül</a:t>
          </a:r>
          <a:endParaRPr lang="en-GB"/>
        </a:p>
      </dgm:t>
    </dgm:pt>
    <dgm:pt modelId="{DCADF330-2FE7-42CB-9326-732628915AB5}" type="parTrans" cxnId="{39A88664-7F0B-4F11-9D80-840911C7927A}">
      <dgm:prSet/>
      <dgm:spPr/>
      <dgm:t>
        <a:bodyPr/>
        <a:lstStyle/>
        <a:p>
          <a:endParaRPr lang="hu-HU"/>
        </a:p>
      </dgm:t>
    </dgm:pt>
    <dgm:pt modelId="{92CD9DC8-45CC-4253-B715-7CC02F90FE7B}" type="sibTrans" cxnId="{39A88664-7F0B-4F11-9D80-840911C7927A}">
      <dgm:prSet/>
      <dgm:spPr/>
      <dgm:t>
        <a:bodyPr/>
        <a:lstStyle/>
        <a:p>
          <a:endParaRPr lang="hu-HU"/>
        </a:p>
      </dgm:t>
    </dgm:pt>
    <dgm:pt modelId="{C90443B0-7A26-4155-BC7A-9E0E89861AA9}" type="pres">
      <dgm:prSet presAssocID="{A73E0797-90F8-476B-A533-B31EBAE2EB77}" presName="linear" presStyleCnt="0">
        <dgm:presLayoutVars>
          <dgm:animLvl val="lvl"/>
          <dgm:resizeHandles val="exact"/>
        </dgm:presLayoutVars>
      </dgm:prSet>
      <dgm:spPr/>
    </dgm:pt>
    <dgm:pt modelId="{5C932149-50F7-4FDB-BD0A-5E05542D756E}" type="pres">
      <dgm:prSet presAssocID="{0BD27C50-11DD-4EEC-8A9E-E7D50EF3AAE1}" presName="parentText" presStyleLbl="node1" presStyleIdx="0" presStyleCnt="4">
        <dgm:presLayoutVars>
          <dgm:chMax val="0"/>
          <dgm:bulletEnabled val="1"/>
        </dgm:presLayoutVars>
      </dgm:prSet>
      <dgm:spPr/>
    </dgm:pt>
    <dgm:pt modelId="{111D9101-C8CB-435F-AAE4-6B85BE5AF70E}" type="pres">
      <dgm:prSet presAssocID="{D5EA8F84-C993-403A-A0A8-61AA61B452D6}" presName="spacer" presStyleCnt="0"/>
      <dgm:spPr/>
    </dgm:pt>
    <dgm:pt modelId="{5AE6CF0C-6AC3-4892-B134-81AD10534013}" type="pres">
      <dgm:prSet presAssocID="{C1286B13-6C2B-4A4C-87BA-8DCDC62CE9F5}" presName="parentText" presStyleLbl="node1" presStyleIdx="1" presStyleCnt="4">
        <dgm:presLayoutVars>
          <dgm:chMax val="0"/>
          <dgm:bulletEnabled val="1"/>
        </dgm:presLayoutVars>
      </dgm:prSet>
      <dgm:spPr/>
    </dgm:pt>
    <dgm:pt modelId="{4D660587-1DFF-43F1-A596-C303158FA3F0}" type="pres">
      <dgm:prSet presAssocID="{5D612AF5-2BA5-41C1-B9EC-DECBAEEEDAD5}" presName="spacer" presStyleCnt="0"/>
      <dgm:spPr/>
    </dgm:pt>
    <dgm:pt modelId="{C32CE5AD-E374-4172-8002-DA81C3CEC611}" type="pres">
      <dgm:prSet presAssocID="{813FDB3F-1DA6-4E16-80DA-D4FA857950B4}" presName="parentText" presStyleLbl="node1" presStyleIdx="2" presStyleCnt="4">
        <dgm:presLayoutVars>
          <dgm:chMax val="0"/>
          <dgm:bulletEnabled val="1"/>
        </dgm:presLayoutVars>
      </dgm:prSet>
      <dgm:spPr/>
    </dgm:pt>
    <dgm:pt modelId="{125F598D-4724-41FB-B0F4-DDEC00173DDD}" type="pres">
      <dgm:prSet presAssocID="{12B67B44-C011-489D-85B3-245EE6915859}" presName="spacer" presStyleCnt="0"/>
      <dgm:spPr/>
    </dgm:pt>
    <dgm:pt modelId="{82D3D2B0-92B2-437B-BF49-6B63146E128D}" type="pres">
      <dgm:prSet presAssocID="{58C7C2F8-5171-4D19-B6FD-E30D332F6145}" presName="parentText" presStyleLbl="node1" presStyleIdx="3" presStyleCnt="4">
        <dgm:presLayoutVars>
          <dgm:chMax val="0"/>
          <dgm:bulletEnabled val="1"/>
        </dgm:presLayoutVars>
      </dgm:prSet>
      <dgm:spPr/>
    </dgm:pt>
  </dgm:ptLst>
  <dgm:cxnLst>
    <dgm:cxn modelId="{AAB1BC26-11BF-48C8-B50D-1512AC545737}" srcId="{A73E0797-90F8-476B-A533-B31EBAE2EB77}" destId="{0BD27C50-11DD-4EEC-8A9E-E7D50EF3AAE1}" srcOrd="0" destOrd="0" parTransId="{E13319F1-6D04-4178-8B46-E5D846B9DDFE}" sibTransId="{D5EA8F84-C993-403A-A0A8-61AA61B452D6}"/>
    <dgm:cxn modelId="{3034652D-FAE0-45A9-936C-F288FFB05288}" type="presOf" srcId="{C1286B13-6C2B-4A4C-87BA-8DCDC62CE9F5}" destId="{5AE6CF0C-6AC3-4892-B134-81AD10534013}" srcOrd="0" destOrd="0" presId="urn:microsoft.com/office/officeart/2005/8/layout/vList2"/>
    <dgm:cxn modelId="{035A2633-C305-441D-974E-41DDF16FD496}" type="presOf" srcId="{A73E0797-90F8-476B-A533-B31EBAE2EB77}" destId="{C90443B0-7A26-4155-BC7A-9E0E89861AA9}" srcOrd="0" destOrd="0" presId="urn:microsoft.com/office/officeart/2005/8/layout/vList2"/>
    <dgm:cxn modelId="{39A88664-7F0B-4F11-9D80-840911C7927A}" srcId="{A73E0797-90F8-476B-A533-B31EBAE2EB77}" destId="{58C7C2F8-5171-4D19-B6FD-E30D332F6145}" srcOrd="3" destOrd="0" parTransId="{DCADF330-2FE7-42CB-9326-732628915AB5}" sibTransId="{92CD9DC8-45CC-4253-B715-7CC02F90FE7B}"/>
    <dgm:cxn modelId="{DFF53A46-D1B6-4D01-9769-4E213B81738E}" srcId="{A73E0797-90F8-476B-A533-B31EBAE2EB77}" destId="{813FDB3F-1DA6-4E16-80DA-D4FA857950B4}" srcOrd="2" destOrd="0" parTransId="{13B9A600-270A-4EDF-A168-8202A61C5EAB}" sibTransId="{12B67B44-C011-489D-85B3-245EE6915859}"/>
    <dgm:cxn modelId="{47C226C0-1861-4FB9-84A8-D36908EC6CA8}" type="presOf" srcId="{813FDB3F-1DA6-4E16-80DA-D4FA857950B4}" destId="{C32CE5AD-E374-4172-8002-DA81C3CEC611}" srcOrd="0" destOrd="0" presId="urn:microsoft.com/office/officeart/2005/8/layout/vList2"/>
    <dgm:cxn modelId="{0BD6E8C9-C494-41B0-98CC-D955B995438A}" srcId="{A73E0797-90F8-476B-A533-B31EBAE2EB77}" destId="{C1286B13-6C2B-4A4C-87BA-8DCDC62CE9F5}" srcOrd="1" destOrd="0" parTransId="{03001AD4-E3DF-43B6-8D8D-931C5ACC5579}" sibTransId="{5D612AF5-2BA5-41C1-B9EC-DECBAEEEDAD5}"/>
    <dgm:cxn modelId="{9FF605D7-887D-47A0-B8A6-96FCBFD54DD8}" type="presOf" srcId="{58C7C2F8-5171-4D19-B6FD-E30D332F6145}" destId="{82D3D2B0-92B2-437B-BF49-6B63146E128D}" srcOrd="0" destOrd="0" presId="urn:microsoft.com/office/officeart/2005/8/layout/vList2"/>
    <dgm:cxn modelId="{B8DE61E9-3A40-4BAD-A79D-FABECF25D451}" type="presOf" srcId="{0BD27C50-11DD-4EEC-8A9E-E7D50EF3AAE1}" destId="{5C932149-50F7-4FDB-BD0A-5E05542D756E}" srcOrd="0" destOrd="0" presId="urn:microsoft.com/office/officeart/2005/8/layout/vList2"/>
    <dgm:cxn modelId="{CC1EE1D3-2DE0-44D4-9FE9-579406C84578}" type="presParOf" srcId="{C90443B0-7A26-4155-BC7A-9E0E89861AA9}" destId="{5C932149-50F7-4FDB-BD0A-5E05542D756E}" srcOrd="0" destOrd="0" presId="urn:microsoft.com/office/officeart/2005/8/layout/vList2"/>
    <dgm:cxn modelId="{94F64909-7879-409C-BD42-C068790906F6}" type="presParOf" srcId="{C90443B0-7A26-4155-BC7A-9E0E89861AA9}" destId="{111D9101-C8CB-435F-AAE4-6B85BE5AF70E}" srcOrd="1" destOrd="0" presId="urn:microsoft.com/office/officeart/2005/8/layout/vList2"/>
    <dgm:cxn modelId="{B079B681-B6B1-4E8A-826F-2A931FB22499}" type="presParOf" srcId="{C90443B0-7A26-4155-BC7A-9E0E89861AA9}" destId="{5AE6CF0C-6AC3-4892-B134-81AD10534013}" srcOrd="2" destOrd="0" presId="urn:microsoft.com/office/officeart/2005/8/layout/vList2"/>
    <dgm:cxn modelId="{54A720B0-44A5-47B8-AFEB-DE179B0DE032}" type="presParOf" srcId="{C90443B0-7A26-4155-BC7A-9E0E89861AA9}" destId="{4D660587-1DFF-43F1-A596-C303158FA3F0}" srcOrd="3" destOrd="0" presId="urn:microsoft.com/office/officeart/2005/8/layout/vList2"/>
    <dgm:cxn modelId="{CCE9739C-F150-4766-9F4B-C23D86149819}" type="presParOf" srcId="{C90443B0-7A26-4155-BC7A-9E0E89861AA9}" destId="{C32CE5AD-E374-4172-8002-DA81C3CEC611}" srcOrd="4" destOrd="0" presId="urn:microsoft.com/office/officeart/2005/8/layout/vList2"/>
    <dgm:cxn modelId="{A02A6CAD-9347-4EE3-B7D1-A07EA1A322B8}" type="presParOf" srcId="{C90443B0-7A26-4155-BC7A-9E0E89861AA9}" destId="{125F598D-4724-41FB-B0F4-DDEC00173DDD}" srcOrd="5" destOrd="0" presId="urn:microsoft.com/office/officeart/2005/8/layout/vList2"/>
    <dgm:cxn modelId="{7A80D55C-6728-45E6-9053-1B7431B7D2F7}" type="presParOf" srcId="{C90443B0-7A26-4155-BC7A-9E0E89861AA9}" destId="{82D3D2B0-92B2-437B-BF49-6B63146E128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00B1231-FAFA-4900-B27F-13383F3A9163}"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hu-HU"/>
        </a:p>
      </dgm:t>
    </dgm:pt>
    <dgm:pt modelId="{2C404D09-B903-4C62-8449-E2467C9D9857}">
      <dgm:prSet phldrT="[Szöveg]"/>
      <dgm:spPr/>
      <dgm:t>
        <a:bodyPr/>
        <a:lstStyle/>
        <a:p>
          <a:pPr>
            <a:buNone/>
          </a:pPr>
          <a:r>
            <a:rPr lang="en-GB" dirty="0"/>
            <a:t>React Frontend</a:t>
          </a:r>
          <a:endParaRPr lang="hu-HU" dirty="0"/>
        </a:p>
      </dgm:t>
    </dgm:pt>
    <dgm:pt modelId="{44E2B6BA-0982-4D74-9A8E-7C73EEEC3C10}" type="parTrans" cxnId="{84F9DEEE-4EBA-406D-9D77-037ACC8E53F1}">
      <dgm:prSet/>
      <dgm:spPr/>
      <dgm:t>
        <a:bodyPr/>
        <a:lstStyle/>
        <a:p>
          <a:endParaRPr lang="hu-HU"/>
        </a:p>
      </dgm:t>
    </dgm:pt>
    <dgm:pt modelId="{FDF0D4AE-8323-49BD-8E1F-0440568CBFFB}" type="sibTrans" cxnId="{84F9DEEE-4EBA-406D-9D77-037ACC8E53F1}">
      <dgm:prSet/>
      <dgm:spPr/>
      <dgm:t>
        <a:bodyPr/>
        <a:lstStyle/>
        <a:p>
          <a:endParaRPr lang="hu-HU"/>
        </a:p>
      </dgm:t>
    </dgm:pt>
    <dgm:pt modelId="{C4ADB6AC-F7EB-4EF5-A60A-5AF1EC4F1B55}">
      <dgm:prSet phldrT="[Szöveg]"/>
      <dgm:spPr/>
      <dgm:t>
        <a:bodyPr/>
        <a:lstStyle/>
        <a:p>
          <a:pPr>
            <a:buNone/>
          </a:pPr>
          <a:r>
            <a:rPr lang="en-GB" dirty="0"/>
            <a:t>Express API</a:t>
          </a:r>
          <a:endParaRPr lang="hu-HU" dirty="0"/>
        </a:p>
      </dgm:t>
    </dgm:pt>
    <dgm:pt modelId="{403041A7-AD79-44F2-91CA-1FF407F13739}" type="parTrans" cxnId="{106DF44E-4B92-4259-87D2-F8CE8664489F}">
      <dgm:prSet/>
      <dgm:spPr/>
      <dgm:t>
        <a:bodyPr/>
        <a:lstStyle/>
        <a:p>
          <a:endParaRPr lang="hu-HU"/>
        </a:p>
      </dgm:t>
    </dgm:pt>
    <dgm:pt modelId="{DEA2CC0C-734F-4777-ACFF-E851200A0DAD}" type="sibTrans" cxnId="{106DF44E-4B92-4259-87D2-F8CE8664489F}">
      <dgm:prSet/>
      <dgm:spPr/>
      <dgm:t>
        <a:bodyPr/>
        <a:lstStyle/>
        <a:p>
          <a:endParaRPr lang="hu-HU"/>
        </a:p>
      </dgm:t>
    </dgm:pt>
    <dgm:pt modelId="{6C9DCF39-C1E7-4CA7-BB25-E015E3E59FA9}">
      <dgm:prSet phldrT="[Szöveg]"/>
      <dgm:spPr/>
      <dgm:t>
        <a:bodyPr/>
        <a:lstStyle/>
        <a:p>
          <a:pPr>
            <a:buNone/>
          </a:pPr>
          <a:r>
            <a:rPr lang="en-GB" dirty="0"/>
            <a:t>Middleware</a:t>
          </a:r>
          <a:r>
            <a:rPr lang="hu-HU" dirty="0"/>
            <a:t>-e</a:t>
          </a:r>
          <a:r>
            <a:rPr lang="en-GB" dirty="0"/>
            <a:t>k</a:t>
          </a:r>
          <a:endParaRPr lang="hu-HU" dirty="0"/>
        </a:p>
      </dgm:t>
    </dgm:pt>
    <dgm:pt modelId="{8D89669E-DC83-4A85-BFE8-F184768E0868}" type="parTrans" cxnId="{D97EBDDB-BA5D-4AAA-A781-7CBB1CFBA925}">
      <dgm:prSet/>
      <dgm:spPr/>
      <dgm:t>
        <a:bodyPr/>
        <a:lstStyle/>
        <a:p>
          <a:endParaRPr lang="hu-HU"/>
        </a:p>
      </dgm:t>
    </dgm:pt>
    <dgm:pt modelId="{3DB75886-BA86-4742-8CF3-9D1EFFE6F089}" type="sibTrans" cxnId="{D97EBDDB-BA5D-4AAA-A781-7CBB1CFBA925}">
      <dgm:prSet/>
      <dgm:spPr/>
      <dgm:t>
        <a:bodyPr/>
        <a:lstStyle/>
        <a:p>
          <a:endParaRPr lang="hu-HU"/>
        </a:p>
      </dgm:t>
    </dgm:pt>
    <dgm:pt modelId="{ECC72004-A7F5-4A17-86E9-ABD18F8B5088}">
      <dgm:prSet/>
      <dgm:spPr/>
      <dgm:t>
        <a:bodyPr/>
        <a:lstStyle/>
        <a:p>
          <a:pPr>
            <a:buNone/>
          </a:pPr>
          <a:r>
            <a:rPr lang="en-GB" dirty="0"/>
            <a:t>MySQL</a:t>
          </a:r>
          <a:r>
            <a:rPr lang="hu-HU" dirty="0"/>
            <a:t> </a:t>
          </a:r>
          <a:r>
            <a:rPr lang="en-GB" dirty="0"/>
            <a:t>Database</a:t>
          </a:r>
        </a:p>
      </dgm:t>
    </dgm:pt>
    <dgm:pt modelId="{2D1573BA-99DF-41BC-92CF-ED06C9A20A1C}" type="parTrans" cxnId="{3CF2AA61-8FB9-4221-8FA1-6E8F08EA6917}">
      <dgm:prSet/>
      <dgm:spPr/>
      <dgm:t>
        <a:bodyPr/>
        <a:lstStyle/>
        <a:p>
          <a:endParaRPr lang="hu-HU"/>
        </a:p>
      </dgm:t>
    </dgm:pt>
    <dgm:pt modelId="{5FBBD74B-1D65-4CB1-B101-1F077B04C1F8}" type="sibTrans" cxnId="{3CF2AA61-8FB9-4221-8FA1-6E8F08EA6917}">
      <dgm:prSet/>
      <dgm:spPr/>
      <dgm:t>
        <a:bodyPr/>
        <a:lstStyle/>
        <a:p>
          <a:endParaRPr lang="hu-HU"/>
        </a:p>
      </dgm:t>
    </dgm:pt>
    <dgm:pt modelId="{D75387F6-F55D-47C3-9357-D424C6B5EC5C}" type="pres">
      <dgm:prSet presAssocID="{D00B1231-FAFA-4900-B27F-13383F3A9163}" presName="Name0" presStyleCnt="0">
        <dgm:presLayoutVars>
          <dgm:chMax/>
          <dgm:chPref/>
          <dgm:dir/>
          <dgm:animLvl val="lvl"/>
        </dgm:presLayoutVars>
      </dgm:prSet>
      <dgm:spPr/>
    </dgm:pt>
    <dgm:pt modelId="{F5C7A090-502D-44DA-9BF4-4AB01617C20D}" type="pres">
      <dgm:prSet presAssocID="{2C404D09-B903-4C62-8449-E2467C9D9857}" presName="composite" presStyleCnt="0"/>
      <dgm:spPr/>
    </dgm:pt>
    <dgm:pt modelId="{2CF84EED-9F3D-4520-B128-DA6D8BC0165D}" type="pres">
      <dgm:prSet presAssocID="{2C404D09-B903-4C62-8449-E2467C9D9857}" presName="Parent1" presStyleLbl="node1" presStyleIdx="0" presStyleCnt="8">
        <dgm:presLayoutVars>
          <dgm:chMax val="1"/>
          <dgm:chPref val="1"/>
          <dgm:bulletEnabled val="1"/>
        </dgm:presLayoutVars>
      </dgm:prSet>
      <dgm:spPr/>
    </dgm:pt>
    <dgm:pt modelId="{B1D1935E-4B1E-445F-85EF-44A8179CA621}" type="pres">
      <dgm:prSet presAssocID="{2C404D09-B903-4C62-8449-E2467C9D9857}" presName="Childtext1" presStyleLbl="revTx" presStyleIdx="0" presStyleCnt="4">
        <dgm:presLayoutVars>
          <dgm:chMax val="0"/>
          <dgm:chPref val="0"/>
          <dgm:bulletEnabled val="1"/>
        </dgm:presLayoutVars>
      </dgm:prSet>
      <dgm:spPr/>
    </dgm:pt>
    <dgm:pt modelId="{71916C9A-26F9-47EA-ADAA-F9184409629B}" type="pres">
      <dgm:prSet presAssocID="{2C404D09-B903-4C62-8449-E2467C9D9857}" presName="BalanceSpacing" presStyleCnt="0"/>
      <dgm:spPr/>
    </dgm:pt>
    <dgm:pt modelId="{EA0E3174-C14D-4A5E-9B08-5398D1512840}" type="pres">
      <dgm:prSet presAssocID="{2C404D09-B903-4C62-8449-E2467C9D9857}" presName="BalanceSpacing1" presStyleCnt="0"/>
      <dgm:spPr/>
    </dgm:pt>
    <dgm:pt modelId="{CA78DFA5-CB2E-40F3-898E-8B9E6AFACFB5}" type="pres">
      <dgm:prSet presAssocID="{FDF0D4AE-8323-49BD-8E1F-0440568CBFFB}" presName="Accent1Text" presStyleLbl="node1" presStyleIdx="1" presStyleCnt="8"/>
      <dgm:spPr/>
    </dgm:pt>
    <dgm:pt modelId="{7ADBD2BC-51E2-4C76-ABD6-83E65A0C2724}" type="pres">
      <dgm:prSet presAssocID="{FDF0D4AE-8323-49BD-8E1F-0440568CBFFB}" presName="spaceBetweenRectangles" presStyleCnt="0"/>
      <dgm:spPr/>
    </dgm:pt>
    <dgm:pt modelId="{FDE85EDA-C903-47D6-80D0-043F056D3C87}" type="pres">
      <dgm:prSet presAssocID="{C4ADB6AC-F7EB-4EF5-A60A-5AF1EC4F1B55}" presName="composite" presStyleCnt="0"/>
      <dgm:spPr/>
    </dgm:pt>
    <dgm:pt modelId="{81F4390A-11DA-41F2-A9C1-12049F98EC41}" type="pres">
      <dgm:prSet presAssocID="{C4ADB6AC-F7EB-4EF5-A60A-5AF1EC4F1B55}" presName="Parent1" presStyleLbl="node1" presStyleIdx="2" presStyleCnt="8">
        <dgm:presLayoutVars>
          <dgm:chMax val="1"/>
          <dgm:chPref val="1"/>
          <dgm:bulletEnabled val="1"/>
        </dgm:presLayoutVars>
      </dgm:prSet>
      <dgm:spPr/>
    </dgm:pt>
    <dgm:pt modelId="{F8293779-AED2-4153-9BCA-6768C8CB9DD7}" type="pres">
      <dgm:prSet presAssocID="{C4ADB6AC-F7EB-4EF5-A60A-5AF1EC4F1B55}" presName="Childtext1" presStyleLbl="revTx" presStyleIdx="1" presStyleCnt="4">
        <dgm:presLayoutVars>
          <dgm:chMax val="0"/>
          <dgm:chPref val="0"/>
          <dgm:bulletEnabled val="1"/>
        </dgm:presLayoutVars>
      </dgm:prSet>
      <dgm:spPr/>
    </dgm:pt>
    <dgm:pt modelId="{6A7DC808-1A6A-4393-BD2C-8F37EA4D95C1}" type="pres">
      <dgm:prSet presAssocID="{C4ADB6AC-F7EB-4EF5-A60A-5AF1EC4F1B55}" presName="BalanceSpacing" presStyleCnt="0"/>
      <dgm:spPr/>
    </dgm:pt>
    <dgm:pt modelId="{08C2C5A8-1905-4A05-A0FE-8795D8A2394B}" type="pres">
      <dgm:prSet presAssocID="{C4ADB6AC-F7EB-4EF5-A60A-5AF1EC4F1B55}" presName="BalanceSpacing1" presStyleCnt="0"/>
      <dgm:spPr/>
    </dgm:pt>
    <dgm:pt modelId="{323785A1-6929-4D4D-A944-E3922EAC644D}" type="pres">
      <dgm:prSet presAssocID="{DEA2CC0C-734F-4777-ACFF-E851200A0DAD}" presName="Accent1Text" presStyleLbl="node1" presStyleIdx="3" presStyleCnt="8"/>
      <dgm:spPr/>
    </dgm:pt>
    <dgm:pt modelId="{8AB1C4AF-4CBC-4242-A2B9-77D3FCF7520C}" type="pres">
      <dgm:prSet presAssocID="{DEA2CC0C-734F-4777-ACFF-E851200A0DAD}" presName="spaceBetweenRectangles" presStyleCnt="0"/>
      <dgm:spPr/>
    </dgm:pt>
    <dgm:pt modelId="{8C52090B-7ABA-41FA-85EA-4112825AFDCE}" type="pres">
      <dgm:prSet presAssocID="{6C9DCF39-C1E7-4CA7-BB25-E015E3E59FA9}" presName="composite" presStyleCnt="0"/>
      <dgm:spPr/>
    </dgm:pt>
    <dgm:pt modelId="{CF7D9BD9-06FA-4ACC-9146-5AF2EADE151F}" type="pres">
      <dgm:prSet presAssocID="{6C9DCF39-C1E7-4CA7-BB25-E015E3E59FA9}" presName="Parent1" presStyleLbl="node1" presStyleIdx="4" presStyleCnt="8">
        <dgm:presLayoutVars>
          <dgm:chMax val="1"/>
          <dgm:chPref val="1"/>
          <dgm:bulletEnabled val="1"/>
        </dgm:presLayoutVars>
      </dgm:prSet>
      <dgm:spPr/>
    </dgm:pt>
    <dgm:pt modelId="{62451480-7831-4EE9-AA8B-177B3F9CF715}" type="pres">
      <dgm:prSet presAssocID="{6C9DCF39-C1E7-4CA7-BB25-E015E3E59FA9}" presName="Childtext1" presStyleLbl="revTx" presStyleIdx="2" presStyleCnt="4">
        <dgm:presLayoutVars>
          <dgm:chMax val="0"/>
          <dgm:chPref val="0"/>
          <dgm:bulletEnabled val="1"/>
        </dgm:presLayoutVars>
      </dgm:prSet>
      <dgm:spPr/>
    </dgm:pt>
    <dgm:pt modelId="{E8375FBA-9B18-4BE0-AFB4-84FA0196C76E}" type="pres">
      <dgm:prSet presAssocID="{6C9DCF39-C1E7-4CA7-BB25-E015E3E59FA9}" presName="BalanceSpacing" presStyleCnt="0"/>
      <dgm:spPr/>
    </dgm:pt>
    <dgm:pt modelId="{81D9DD5A-661C-4793-8F46-4E605FFA648B}" type="pres">
      <dgm:prSet presAssocID="{6C9DCF39-C1E7-4CA7-BB25-E015E3E59FA9}" presName="BalanceSpacing1" presStyleCnt="0"/>
      <dgm:spPr/>
    </dgm:pt>
    <dgm:pt modelId="{793CD173-C04D-4FB5-9874-F7014763E953}" type="pres">
      <dgm:prSet presAssocID="{3DB75886-BA86-4742-8CF3-9D1EFFE6F089}" presName="Accent1Text" presStyleLbl="node1" presStyleIdx="5" presStyleCnt="8"/>
      <dgm:spPr/>
    </dgm:pt>
    <dgm:pt modelId="{69C8B52B-49B2-41D0-90AE-3C4AC8920400}" type="pres">
      <dgm:prSet presAssocID="{3DB75886-BA86-4742-8CF3-9D1EFFE6F089}" presName="spaceBetweenRectangles" presStyleCnt="0"/>
      <dgm:spPr/>
    </dgm:pt>
    <dgm:pt modelId="{AEE84ADB-1845-47AD-849D-F811EEEACF6F}" type="pres">
      <dgm:prSet presAssocID="{ECC72004-A7F5-4A17-86E9-ABD18F8B5088}" presName="composite" presStyleCnt="0"/>
      <dgm:spPr/>
    </dgm:pt>
    <dgm:pt modelId="{D3513035-6545-469B-B9E3-59676FBD8D09}" type="pres">
      <dgm:prSet presAssocID="{ECC72004-A7F5-4A17-86E9-ABD18F8B5088}" presName="Parent1" presStyleLbl="node1" presStyleIdx="6" presStyleCnt="8">
        <dgm:presLayoutVars>
          <dgm:chMax val="1"/>
          <dgm:chPref val="1"/>
          <dgm:bulletEnabled val="1"/>
        </dgm:presLayoutVars>
      </dgm:prSet>
      <dgm:spPr/>
    </dgm:pt>
    <dgm:pt modelId="{426C39B2-F966-4C8B-9F87-FEE903167C65}" type="pres">
      <dgm:prSet presAssocID="{ECC72004-A7F5-4A17-86E9-ABD18F8B5088}" presName="Childtext1" presStyleLbl="revTx" presStyleIdx="3" presStyleCnt="4">
        <dgm:presLayoutVars>
          <dgm:chMax val="0"/>
          <dgm:chPref val="0"/>
          <dgm:bulletEnabled val="1"/>
        </dgm:presLayoutVars>
      </dgm:prSet>
      <dgm:spPr/>
    </dgm:pt>
    <dgm:pt modelId="{3AACF49D-5AB5-4918-98D0-A25B0611A46F}" type="pres">
      <dgm:prSet presAssocID="{ECC72004-A7F5-4A17-86E9-ABD18F8B5088}" presName="BalanceSpacing" presStyleCnt="0"/>
      <dgm:spPr/>
    </dgm:pt>
    <dgm:pt modelId="{BD2FE9D9-8E6E-4C0B-BB71-C0DFA57B05C6}" type="pres">
      <dgm:prSet presAssocID="{ECC72004-A7F5-4A17-86E9-ABD18F8B5088}" presName="BalanceSpacing1" presStyleCnt="0"/>
      <dgm:spPr/>
    </dgm:pt>
    <dgm:pt modelId="{EEAF5C81-36CE-4EB2-BB2E-666B1AB8B831}" type="pres">
      <dgm:prSet presAssocID="{5FBBD74B-1D65-4CB1-B101-1F077B04C1F8}" presName="Accent1Text" presStyleLbl="node1" presStyleIdx="7" presStyleCnt="8"/>
      <dgm:spPr/>
    </dgm:pt>
  </dgm:ptLst>
  <dgm:cxnLst>
    <dgm:cxn modelId="{39F61420-B209-4894-B16B-6F740FAABD1A}" type="presOf" srcId="{6C9DCF39-C1E7-4CA7-BB25-E015E3E59FA9}" destId="{CF7D9BD9-06FA-4ACC-9146-5AF2EADE151F}" srcOrd="0" destOrd="0" presId="urn:microsoft.com/office/officeart/2008/layout/AlternatingHexagons"/>
    <dgm:cxn modelId="{159E9A32-1039-4661-ADEC-C41A6719329C}" type="presOf" srcId="{ECC72004-A7F5-4A17-86E9-ABD18F8B5088}" destId="{D3513035-6545-469B-B9E3-59676FBD8D09}" srcOrd="0" destOrd="0" presId="urn:microsoft.com/office/officeart/2008/layout/AlternatingHexagons"/>
    <dgm:cxn modelId="{3CF2AA61-8FB9-4221-8FA1-6E8F08EA6917}" srcId="{D00B1231-FAFA-4900-B27F-13383F3A9163}" destId="{ECC72004-A7F5-4A17-86E9-ABD18F8B5088}" srcOrd="3" destOrd="0" parTransId="{2D1573BA-99DF-41BC-92CF-ED06C9A20A1C}" sibTransId="{5FBBD74B-1D65-4CB1-B101-1F077B04C1F8}"/>
    <dgm:cxn modelId="{106DF44E-4B92-4259-87D2-F8CE8664489F}" srcId="{D00B1231-FAFA-4900-B27F-13383F3A9163}" destId="{C4ADB6AC-F7EB-4EF5-A60A-5AF1EC4F1B55}" srcOrd="1" destOrd="0" parTransId="{403041A7-AD79-44F2-91CA-1FF407F13739}" sibTransId="{DEA2CC0C-734F-4777-ACFF-E851200A0DAD}"/>
    <dgm:cxn modelId="{1F2A4B72-1299-4FF4-8318-D63512CEA61D}" type="presOf" srcId="{DEA2CC0C-734F-4777-ACFF-E851200A0DAD}" destId="{323785A1-6929-4D4D-A944-E3922EAC644D}" srcOrd="0" destOrd="0" presId="urn:microsoft.com/office/officeart/2008/layout/AlternatingHexagons"/>
    <dgm:cxn modelId="{8E78338B-6F68-4C99-B247-9E9316AA01AF}" type="presOf" srcId="{2C404D09-B903-4C62-8449-E2467C9D9857}" destId="{2CF84EED-9F3D-4520-B128-DA6D8BC0165D}" srcOrd="0" destOrd="0" presId="urn:microsoft.com/office/officeart/2008/layout/AlternatingHexagons"/>
    <dgm:cxn modelId="{560763A0-04F5-4B8B-B349-0F2C7690AD68}" type="presOf" srcId="{5FBBD74B-1D65-4CB1-B101-1F077B04C1F8}" destId="{EEAF5C81-36CE-4EB2-BB2E-666B1AB8B831}" srcOrd="0" destOrd="0" presId="urn:microsoft.com/office/officeart/2008/layout/AlternatingHexagons"/>
    <dgm:cxn modelId="{7B9E62A7-18DA-47BC-B8E3-9B9F47CE08C4}" type="presOf" srcId="{C4ADB6AC-F7EB-4EF5-A60A-5AF1EC4F1B55}" destId="{81F4390A-11DA-41F2-A9C1-12049F98EC41}" srcOrd="0" destOrd="0" presId="urn:microsoft.com/office/officeart/2008/layout/AlternatingHexagons"/>
    <dgm:cxn modelId="{B85BA7B1-ED0C-462E-993C-10735D753D4A}" type="presOf" srcId="{FDF0D4AE-8323-49BD-8E1F-0440568CBFFB}" destId="{CA78DFA5-CB2E-40F3-898E-8B9E6AFACFB5}" srcOrd="0" destOrd="0" presId="urn:microsoft.com/office/officeart/2008/layout/AlternatingHexagons"/>
    <dgm:cxn modelId="{0D4352B3-22C7-4D31-9275-BCE48F544EAD}" type="presOf" srcId="{3DB75886-BA86-4742-8CF3-9D1EFFE6F089}" destId="{793CD173-C04D-4FB5-9874-F7014763E953}" srcOrd="0" destOrd="0" presId="urn:microsoft.com/office/officeart/2008/layout/AlternatingHexagons"/>
    <dgm:cxn modelId="{B8C89DC0-65DF-4348-B0F7-1776129247D5}" type="presOf" srcId="{D00B1231-FAFA-4900-B27F-13383F3A9163}" destId="{D75387F6-F55D-47C3-9357-D424C6B5EC5C}" srcOrd="0" destOrd="0" presId="urn:microsoft.com/office/officeart/2008/layout/AlternatingHexagons"/>
    <dgm:cxn modelId="{D97EBDDB-BA5D-4AAA-A781-7CBB1CFBA925}" srcId="{D00B1231-FAFA-4900-B27F-13383F3A9163}" destId="{6C9DCF39-C1E7-4CA7-BB25-E015E3E59FA9}" srcOrd="2" destOrd="0" parTransId="{8D89669E-DC83-4A85-BFE8-F184768E0868}" sibTransId="{3DB75886-BA86-4742-8CF3-9D1EFFE6F089}"/>
    <dgm:cxn modelId="{84F9DEEE-4EBA-406D-9D77-037ACC8E53F1}" srcId="{D00B1231-FAFA-4900-B27F-13383F3A9163}" destId="{2C404D09-B903-4C62-8449-E2467C9D9857}" srcOrd="0" destOrd="0" parTransId="{44E2B6BA-0982-4D74-9A8E-7C73EEEC3C10}" sibTransId="{FDF0D4AE-8323-49BD-8E1F-0440568CBFFB}"/>
    <dgm:cxn modelId="{C637ADE6-C519-46A5-A17A-37C61A4CEA32}" type="presParOf" srcId="{D75387F6-F55D-47C3-9357-D424C6B5EC5C}" destId="{F5C7A090-502D-44DA-9BF4-4AB01617C20D}" srcOrd="0" destOrd="0" presId="urn:microsoft.com/office/officeart/2008/layout/AlternatingHexagons"/>
    <dgm:cxn modelId="{D5185777-C728-4D17-AFE6-CAB13822AB7A}" type="presParOf" srcId="{F5C7A090-502D-44DA-9BF4-4AB01617C20D}" destId="{2CF84EED-9F3D-4520-B128-DA6D8BC0165D}" srcOrd="0" destOrd="0" presId="urn:microsoft.com/office/officeart/2008/layout/AlternatingHexagons"/>
    <dgm:cxn modelId="{D45BB02A-00F4-4779-A063-44DC8B0BDD53}" type="presParOf" srcId="{F5C7A090-502D-44DA-9BF4-4AB01617C20D}" destId="{B1D1935E-4B1E-445F-85EF-44A8179CA621}" srcOrd="1" destOrd="0" presId="urn:microsoft.com/office/officeart/2008/layout/AlternatingHexagons"/>
    <dgm:cxn modelId="{3EB2156D-1E46-4F85-9A03-3F51FDB3A1FC}" type="presParOf" srcId="{F5C7A090-502D-44DA-9BF4-4AB01617C20D}" destId="{71916C9A-26F9-47EA-ADAA-F9184409629B}" srcOrd="2" destOrd="0" presId="urn:microsoft.com/office/officeart/2008/layout/AlternatingHexagons"/>
    <dgm:cxn modelId="{7036F22F-5E96-41CB-A36F-8A086E2F484A}" type="presParOf" srcId="{F5C7A090-502D-44DA-9BF4-4AB01617C20D}" destId="{EA0E3174-C14D-4A5E-9B08-5398D1512840}" srcOrd="3" destOrd="0" presId="urn:microsoft.com/office/officeart/2008/layout/AlternatingHexagons"/>
    <dgm:cxn modelId="{5A794A1C-8F70-41BC-8791-D804F1C17E67}" type="presParOf" srcId="{F5C7A090-502D-44DA-9BF4-4AB01617C20D}" destId="{CA78DFA5-CB2E-40F3-898E-8B9E6AFACFB5}" srcOrd="4" destOrd="0" presId="urn:microsoft.com/office/officeart/2008/layout/AlternatingHexagons"/>
    <dgm:cxn modelId="{F7E0CEF1-450F-4C52-8218-BA608C92F993}" type="presParOf" srcId="{D75387F6-F55D-47C3-9357-D424C6B5EC5C}" destId="{7ADBD2BC-51E2-4C76-ABD6-83E65A0C2724}" srcOrd="1" destOrd="0" presId="urn:microsoft.com/office/officeart/2008/layout/AlternatingHexagons"/>
    <dgm:cxn modelId="{106A6829-3328-4206-91A8-E9669F06692B}" type="presParOf" srcId="{D75387F6-F55D-47C3-9357-D424C6B5EC5C}" destId="{FDE85EDA-C903-47D6-80D0-043F056D3C87}" srcOrd="2" destOrd="0" presId="urn:microsoft.com/office/officeart/2008/layout/AlternatingHexagons"/>
    <dgm:cxn modelId="{F8C9EE15-14E0-4A1C-90D0-A0DD1FC1917F}" type="presParOf" srcId="{FDE85EDA-C903-47D6-80D0-043F056D3C87}" destId="{81F4390A-11DA-41F2-A9C1-12049F98EC41}" srcOrd="0" destOrd="0" presId="urn:microsoft.com/office/officeart/2008/layout/AlternatingHexagons"/>
    <dgm:cxn modelId="{0AFB5CED-FBB3-4A3E-9A6E-3F443C557209}" type="presParOf" srcId="{FDE85EDA-C903-47D6-80D0-043F056D3C87}" destId="{F8293779-AED2-4153-9BCA-6768C8CB9DD7}" srcOrd="1" destOrd="0" presId="urn:microsoft.com/office/officeart/2008/layout/AlternatingHexagons"/>
    <dgm:cxn modelId="{01433FC9-BBB6-48AD-BE7A-4BD39BDB3CDB}" type="presParOf" srcId="{FDE85EDA-C903-47D6-80D0-043F056D3C87}" destId="{6A7DC808-1A6A-4393-BD2C-8F37EA4D95C1}" srcOrd="2" destOrd="0" presId="urn:microsoft.com/office/officeart/2008/layout/AlternatingHexagons"/>
    <dgm:cxn modelId="{FEC3E3AB-9218-4431-839C-80F7331480C0}" type="presParOf" srcId="{FDE85EDA-C903-47D6-80D0-043F056D3C87}" destId="{08C2C5A8-1905-4A05-A0FE-8795D8A2394B}" srcOrd="3" destOrd="0" presId="urn:microsoft.com/office/officeart/2008/layout/AlternatingHexagons"/>
    <dgm:cxn modelId="{034340B1-272A-4E47-9231-4B642AD64651}" type="presParOf" srcId="{FDE85EDA-C903-47D6-80D0-043F056D3C87}" destId="{323785A1-6929-4D4D-A944-E3922EAC644D}" srcOrd="4" destOrd="0" presId="urn:microsoft.com/office/officeart/2008/layout/AlternatingHexagons"/>
    <dgm:cxn modelId="{4AED7215-B3E4-4EB4-99DD-2AB45ADDDFC1}" type="presParOf" srcId="{D75387F6-F55D-47C3-9357-D424C6B5EC5C}" destId="{8AB1C4AF-4CBC-4242-A2B9-77D3FCF7520C}" srcOrd="3" destOrd="0" presId="urn:microsoft.com/office/officeart/2008/layout/AlternatingHexagons"/>
    <dgm:cxn modelId="{22BC4776-38CB-42B9-B5B6-C763A69E6603}" type="presParOf" srcId="{D75387F6-F55D-47C3-9357-D424C6B5EC5C}" destId="{8C52090B-7ABA-41FA-85EA-4112825AFDCE}" srcOrd="4" destOrd="0" presId="urn:microsoft.com/office/officeart/2008/layout/AlternatingHexagons"/>
    <dgm:cxn modelId="{620B579C-E82A-42E3-8D43-507BE8B65AC6}" type="presParOf" srcId="{8C52090B-7ABA-41FA-85EA-4112825AFDCE}" destId="{CF7D9BD9-06FA-4ACC-9146-5AF2EADE151F}" srcOrd="0" destOrd="0" presId="urn:microsoft.com/office/officeart/2008/layout/AlternatingHexagons"/>
    <dgm:cxn modelId="{80CEF34B-A76A-4E2D-AF37-C3F2A84453D8}" type="presParOf" srcId="{8C52090B-7ABA-41FA-85EA-4112825AFDCE}" destId="{62451480-7831-4EE9-AA8B-177B3F9CF715}" srcOrd="1" destOrd="0" presId="urn:microsoft.com/office/officeart/2008/layout/AlternatingHexagons"/>
    <dgm:cxn modelId="{91CFA934-14CF-44C8-A333-3BD92E4F7133}" type="presParOf" srcId="{8C52090B-7ABA-41FA-85EA-4112825AFDCE}" destId="{E8375FBA-9B18-4BE0-AFB4-84FA0196C76E}" srcOrd="2" destOrd="0" presId="urn:microsoft.com/office/officeart/2008/layout/AlternatingHexagons"/>
    <dgm:cxn modelId="{C8DFBC9C-A53E-480C-B551-BE1262B8F151}" type="presParOf" srcId="{8C52090B-7ABA-41FA-85EA-4112825AFDCE}" destId="{81D9DD5A-661C-4793-8F46-4E605FFA648B}" srcOrd="3" destOrd="0" presId="urn:microsoft.com/office/officeart/2008/layout/AlternatingHexagons"/>
    <dgm:cxn modelId="{36B59B42-1D65-4D93-9469-88C4DEF712AB}" type="presParOf" srcId="{8C52090B-7ABA-41FA-85EA-4112825AFDCE}" destId="{793CD173-C04D-4FB5-9874-F7014763E953}" srcOrd="4" destOrd="0" presId="urn:microsoft.com/office/officeart/2008/layout/AlternatingHexagons"/>
    <dgm:cxn modelId="{1BC5424B-0E3B-4DC1-B7EA-86AA0638D0F1}" type="presParOf" srcId="{D75387F6-F55D-47C3-9357-D424C6B5EC5C}" destId="{69C8B52B-49B2-41D0-90AE-3C4AC8920400}" srcOrd="5" destOrd="0" presId="urn:microsoft.com/office/officeart/2008/layout/AlternatingHexagons"/>
    <dgm:cxn modelId="{EC457970-3547-4EE0-B87D-9A8E393B0E22}" type="presParOf" srcId="{D75387F6-F55D-47C3-9357-D424C6B5EC5C}" destId="{AEE84ADB-1845-47AD-849D-F811EEEACF6F}" srcOrd="6" destOrd="0" presId="urn:microsoft.com/office/officeart/2008/layout/AlternatingHexagons"/>
    <dgm:cxn modelId="{CB19AE65-9985-42C6-A6AC-0277FB5BA05B}" type="presParOf" srcId="{AEE84ADB-1845-47AD-849D-F811EEEACF6F}" destId="{D3513035-6545-469B-B9E3-59676FBD8D09}" srcOrd="0" destOrd="0" presId="urn:microsoft.com/office/officeart/2008/layout/AlternatingHexagons"/>
    <dgm:cxn modelId="{0F9AE1C2-2E3C-451D-93C3-572384AF5C0F}" type="presParOf" srcId="{AEE84ADB-1845-47AD-849D-F811EEEACF6F}" destId="{426C39B2-F966-4C8B-9F87-FEE903167C65}" srcOrd="1" destOrd="0" presId="urn:microsoft.com/office/officeart/2008/layout/AlternatingHexagons"/>
    <dgm:cxn modelId="{7313F6A5-7D65-45F2-A7B7-3CE1BFCC3761}" type="presParOf" srcId="{AEE84ADB-1845-47AD-849D-F811EEEACF6F}" destId="{3AACF49D-5AB5-4918-98D0-A25B0611A46F}" srcOrd="2" destOrd="0" presId="urn:microsoft.com/office/officeart/2008/layout/AlternatingHexagons"/>
    <dgm:cxn modelId="{E31FD653-144B-4905-A442-F20833837D9D}" type="presParOf" srcId="{AEE84ADB-1845-47AD-849D-F811EEEACF6F}" destId="{BD2FE9D9-8E6E-4C0B-BB71-C0DFA57B05C6}" srcOrd="3" destOrd="0" presId="urn:microsoft.com/office/officeart/2008/layout/AlternatingHexagons"/>
    <dgm:cxn modelId="{D852980B-8CC5-4A66-A7CF-538B7504D8C1}" type="presParOf" srcId="{AEE84ADB-1845-47AD-849D-F811EEEACF6F}" destId="{EEAF5C81-36CE-4EB2-BB2E-666B1AB8B831}" srcOrd="4" destOrd="0" presId="urn:microsoft.com/office/officeart/2008/layout/AlternatingHexagons"/>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EF8D6BE-D2AC-4A36-A94B-4D4F668847B1}"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1BF28D47-11C3-4DFC-B75A-88D8E3E67FCF}">
      <dgm:prSet/>
      <dgm:spPr/>
      <dgm:t>
        <a:bodyPr/>
        <a:lstStyle/>
        <a:p>
          <a:r>
            <a:rPr lang="hu-HU" b="0" i="0" baseline="0"/>
            <a:t>Makettek listázása, szűrése, átlagértékelés</a:t>
          </a:r>
          <a:endParaRPr lang="en-US"/>
        </a:p>
      </dgm:t>
    </dgm:pt>
    <dgm:pt modelId="{1E17564F-1B42-4939-9148-A8074DAAE016}" type="parTrans" cxnId="{84631E66-F950-4C0B-8F44-050498688820}">
      <dgm:prSet/>
      <dgm:spPr/>
      <dgm:t>
        <a:bodyPr/>
        <a:lstStyle/>
        <a:p>
          <a:endParaRPr lang="en-US"/>
        </a:p>
      </dgm:t>
    </dgm:pt>
    <dgm:pt modelId="{CF7CA9FC-AC86-4485-AEE2-9AF7922AA324}" type="sibTrans" cxnId="{84631E66-F950-4C0B-8F44-050498688820}">
      <dgm:prSet/>
      <dgm:spPr/>
      <dgm:t>
        <a:bodyPr/>
        <a:lstStyle/>
        <a:p>
          <a:endParaRPr lang="en-US"/>
        </a:p>
      </dgm:t>
    </dgm:pt>
    <dgm:pt modelId="{889B6E63-8A27-40E5-8D28-CF1200531ABF}">
      <dgm:prSet/>
      <dgm:spPr/>
      <dgm:t>
        <a:bodyPr/>
        <a:lstStyle/>
        <a:p>
          <a:r>
            <a:rPr lang="hu-HU" b="0" i="0" baseline="0"/>
            <a:t>Vélemények CRUD</a:t>
          </a:r>
          <a:endParaRPr lang="en-US"/>
        </a:p>
      </dgm:t>
    </dgm:pt>
    <dgm:pt modelId="{C0BE2C90-CFD5-4E61-84AA-362B7A21F5E0}" type="parTrans" cxnId="{BB65A34F-0764-4808-AD66-E268BF5D9B2A}">
      <dgm:prSet/>
      <dgm:spPr/>
      <dgm:t>
        <a:bodyPr/>
        <a:lstStyle/>
        <a:p>
          <a:endParaRPr lang="en-US"/>
        </a:p>
      </dgm:t>
    </dgm:pt>
    <dgm:pt modelId="{6104B623-DF22-4B44-A35B-34FC17AF4A3F}" type="sibTrans" cxnId="{BB65A34F-0764-4808-AD66-E268BF5D9B2A}">
      <dgm:prSet/>
      <dgm:spPr/>
      <dgm:t>
        <a:bodyPr/>
        <a:lstStyle/>
        <a:p>
          <a:endParaRPr lang="en-US"/>
        </a:p>
      </dgm:t>
    </dgm:pt>
    <dgm:pt modelId="{7FBF0C56-F248-45D7-8538-22D6A0E3FFC9}">
      <dgm:prSet/>
      <dgm:spPr/>
      <dgm:t>
        <a:bodyPr/>
        <a:lstStyle/>
        <a:p>
          <a:r>
            <a:rPr lang="hu-HU" b="0" i="0" baseline="0"/>
            <a:t>Kedvencek kezelése</a:t>
          </a:r>
          <a:endParaRPr lang="en-US"/>
        </a:p>
      </dgm:t>
    </dgm:pt>
    <dgm:pt modelId="{74206E1F-8DAB-4CC1-9C57-7A4B0DA913C3}" type="parTrans" cxnId="{423928D4-8AD8-4158-8571-B3F79894FEB7}">
      <dgm:prSet/>
      <dgm:spPr/>
      <dgm:t>
        <a:bodyPr/>
        <a:lstStyle/>
        <a:p>
          <a:endParaRPr lang="en-US"/>
        </a:p>
      </dgm:t>
    </dgm:pt>
    <dgm:pt modelId="{089F2EAA-AEA1-4E8D-84CC-69B1AD9848A4}" type="sibTrans" cxnId="{423928D4-8AD8-4158-8571-B3F79894FEB7}">
      <dgm:prSet/>
      <dgm:spPr/>
      <dgm:t>
        <a:bodyPr/>
        <a:lstStyle/>
        <a:p>
          <a:endParaRPr lang="en-US"/>
        </a:p>
      </dgm:t>
    </dgm:pt>
    <dgm:pt modelId="{D350325C-8B3B-4A8E-A02D-46A491B7B3CA}">
      <dgm:prSet/>
      <dgm:spPr/>
      <dgm:t>
        <a:bodyPr/>
        <a:lstStyle/>
        <a:p>
          <a:r>
            <a:rPr lang="hu-HU" b="0" i="0" baseline="0"/>
            <a:t>Fórum témák és üzenetek</a:t>
          </a:r>
          <a:endParaRPr lang="en-US"/>
        </a:p>
      </dgm:t>
    </dgm:pt>
    <dgm:pt modelId="{47B421BE-09F7-4BD3-A459-B46E29727FFE}" type="parTrans" cxnId="{A6677A75-E53C-4F7B-82DB-545739097D8A}">
      <dgm:prSet/>
      <dgm:spPr/>
      <dgm:t>
        <a:bodyPr/>
        <a:lstStyle/>
        <a:p>
          <a:endParaRPr lang="en-US"/>
        </a:p>
      </dgm:t>
    </dgm:pt>
    <dgm:pt modelId="{4393F420-EEC5-40F7-A18E-B9F431FAF7C5}" type="sibTrans" cxnId="{A6677A75-E53C-4F7B-82DB-545739097D8A}">
      <dgm:prSet/>
      <dgm:spPr/>
      <dgm:t>
        <a:bodyPr/>
        <a:lstStyle/>
        <a:p>
          <a:endParaRPr lang="en-US"/>
        </a:p>
      </dgm:t>
    </dgm:pt>
    <dgm:pt modelId="{73837229-6E00-46FC-87FB-59ECF31AAAB5}">
      <dgm:prSet/>
      <dgm:spPr/>
      <dgm:t>
        <a:bodyPr/>
        <a:lstStyle/>
        <a:p>
          <a:r>
            <a:rPr lang="hu-HU" b="0" i="0" baseline="0"/>
            <a:t>Profil frissítés és képfeltöltés</a:t>
          </a:r>
          <a:endParaRPr lang="en-US"/>
        </a:p>
      </dgm:t>
    </dgm:pt>
    <dgm:pt modelId="{C62BA9E6-9124-4B19-BA38-6C956889DCA6}" type="parTrans" cxnId="{74A064EE-5464-4DB7-A4C2-F2DC2306DA4E}">
      <dgm:prSet/>
      <dgm:spPr/>
      <dgm:t>
        <a:bodyPr/>
        <a:lstStyle/>
        <a:p>
          <a:endParaRPr lang="en-US"/>
        </a:p>
      </dgm:t>
    </dgm:pt>
    <dgm:pt modelId="{57945546-8F20-4776-B30A-404B8D936301}" type="sibTrans" cxnId="{74A064EE-5464-4DB7-A4C2-F2DC2306DA4E}">
      <dgm:prSet/>
      <dgm:spPr/>
      <dgm:t>
        <a:bodyPr/>
        <a:lstStyle/>
        <a:p>
          <a:endParaRPr lang="en-US"/>
        </a:p>
      </dgm:t>
    </dgm:pt>
    <dgm:pt modelId="{05BFF187-D27D-484F-8964-1C7DE5DE8F84}">
      <dgm:prSet/>
      <dgm:spPr/>
      <dgm:t>
        <a:bodyPr/>
        <a:lstStyle/>
        <a:p>
          <a:r>
            <a:rPr lang="hu-HU" b="0" i="0" baseline="0"/>
            <a:t>Admin jóváhagyás és felhasználókezelés</a:t>
          </a:r>
          <a:endParaRPr lang="en-US"/>
        </a:p>
      </dgm:t>
    </dgm:pt>
    <dgm:pt modelId="{0A01A2FE-6112-4E6C-8F09-C8F03E5A28C0}" type="parTrans" cxnId="{7ABAF315-45C7-4DD6-8270-6AAF9439104E}">
      <dgm:prSet/>
      <dgm:spPr/>
      <dgm:t>
        <a:bodyPr/>
        <a:lstStyle/>
        <a:p>
          <a:endParaRPr lang="en-US"/>
        </a:p>
      </dgm:t>
    </dgm:pt>
    <dgm:pt modelId="{26FDE385-3FF1-4C1E-9C6B-5B7292326E61}" type="sibTrans" cxnId="{7ABAF315-45C7-4DD6-8270-6AAF9439104E}">
      <dgm:prSet/>
      <dgm:spPr/>
      <dgm:t>
        <a:bodyPr/>
        <a:lstStyle/>
        <a:p>
          <a:endParaRPr lang="en-US"/>
        </a:p>
      </dgm:t>
    </dgm:pt>
    <dgm:pt modelId="{E9AC01FA-C14A-47BB-ACF0-F047C534C9B0}" type="pres">
      <dgm:prSet presAssocID="{9EF8D6BE-D2AC-4A36-A94B-4D4F668847B1}" presName="vert0" presStyleCnt="0">
        <dgm:presLayoutVars>
          <dgm:dir/>
          <dgm:animOne val="branch"/>
          <dgm:animLvl val="lvl"/>
        </dgm:presLayoutVars>
      </dgm:prSet>
      <dgm:spPr/>
    </dgm:pt>
    <dgm:pt modelId="{1F2CF05C-6A8D-4EC1-96B6-AD0354E1F059}" type="pres">
      <dgm:prSet presAssocID="{1BF28D47-11C3-4DFC-B75A-88D8E3E67FCF}" presName="thickLine" presStyleLbl="alignNode1" presStyleIdx="0" presStyleCnt="6"/>
      <dgm:spPr/>
    </dgm:pt>
    <dgm:pt modelId="{4C9DCBC8-3AC8-4E72-B0DF-A713BC3F0052}" type="pres">
      <dgm:prSet presAssocID="{1BF28D47-11C3-4DFC-B75A-88D8E3E67FCF}" presName="horz1" presStyleCnt="0"/>
      <dgm:spPr/>
    </dgm:pt>
    <dgm:pt modelId="{EE0AC314-6C03-4F1B-AD41-225908DC57F0}" type="pres">
      <dgm:prSet presAssocID="{1BF28D47-11C3-4DFC-B75A-88D8E3E67FCF}" presName="tx1" presStyleLbl="revTx" presStyleIdx="0" presStyleCnt="6"/>
      <dgm:spPr/>
    </dgm:pt>
    <dgm:pt modelId="{2BCD43A3-2735-4078-B600-E360B51CD608}" type="pres">
      <dgm:prSet presAssocID="{1BF28D47-11C3-4DFC-B75A-88D8E3E67FCF}" presName="vert1" presStyleCnt="0"/>
      <dgm:spPr/>
    </dgm:pt>
    <dgm:pt modelId="{6DE9E33F-F3F2-437B-B7E5-DF90695AC6D8}" type="pres">
      <dgm:prSet presAssocID="{889B6E63-8A27-40E5-8D28-CF1200531ABF}" presName="thickLine" presStyleLbl="alignNode1" presStyleIdx="1" presStyleCnt="6"/>
      <dgm:spPr/>
    </dgm:pt>
    <dgm:pt modelId="{A82B757F-8BED-4BF7-9399-B0E6D8435031}" type="pres">
      <dgm:prSet presAssocID="{889B6E63-8A27-40E5-8D28-CF1200531ABF}" presName="horz1" presStyleCnt="0"/>
      <dgm:spPr/>
    </dgm:pt>
    <dgm:pt modelId="{2AE35576-B49B-4398-BBCA-1DD160469F83}" type="pres">
      <dgm:prSet presAssocID="{889B6E63-8A27-40E5-8D28-CF1200531ABF}" presName="tx1" presStyleLbl="revTx" presStyleIdx="1" presStyleCnt="6"/>
      <dgm:spPr/>
    </dgm:pt>
    <dgm:pt modelId="{AC9BBB56-5E78-4B65-82A1-D2C39C698285}" type="pres">
      <dgm:prSet presAssocID="{889B6E63-8A27-40E5-8D28-CF1200531ABF}" presName="vert1" presStyleCnt="0"/>
      <dgm:spPr/>
    </dgm:pt>
    <dgm:pt modelId="{904A5F32-A414-4951-BBA9-6461E45F0688}" type="pres">
      <dgm:prSet presAssocID="{7FBF0C56-F248-45D7-8538-22D6A0E3FFC9}" presName="thickLine" presStyleLbl="alignNode1" presStyleIdx="2" presStyleCnt="6"/>
      <dgm:spPr/>
    </dgm:pt>
    <dgm:pt modelId="{ADEBD7F9-6588-4D21-BB60-E1B02F1FC5DF}" type="pres">
      <dgm:prSet presAssocID="{7FBF0C56-F248-45D7-8538-22D6A0E3FFC9}" presName="horz1" presStyleCnt="0"/>
      <dgm:spPr/>
    </dgm:pt>
    <dgm:pt modelId="{EECB28EB-E161-4862-BBDC-ED6E2B0D215C}" type="pres">
      <dgm:prSet presAssocID="{7FBF0C56-F248-45D7-8538-22D6A0E3FFC9}" presName="tx1" presStyleLbl="revTx" presStyleIdx="2" presStyleCnt="6"/>
      <dgm:spPr/>
    </dgm:pt>
    <dgm:pt modelId="{CE046BB3-8392-4BDF-98F6-800B2808CC87}" type="pres">
      <dgm:prSet presAssocID="{7FBF0C56-F248-45D7-8538-22D6A0E3FFC9}" presName="vert1" presStyleCnt="0"/>
      <dgm:spPr/>
    </dgm:pt>
    <dgm:pt modelId="{8D24B6E6-1DE9-4250-A090-BCC314CEBF2E}" type="pres">
      <dgm:prSet presAssocID="{D350325C-8B3B-4A8E-A02D-46A491B7B3CA}" presName="thickLine" presStyleLbl="alignNode1" presStyleIdx="3" presStyleCnt="6"/>
      <dgm:spPr/>
    </dgm:pt>
    <dgm:pt modelId="{04D6D856-9CDD-495A-A265-7152D92FE097}" type="pres">
      <dgm:prSet presAssocID="{D350325C-8B3B-4A8E-A02D-46A491B7B3CA}" presName="horz1" presStyleCnt="0"/>
      <dgm:spPr/>
    </dgm:pt>
    <dgm:pt modelId="{AB955762-06AD-4674-9780-BA9F730DE2E3}" type="pres">
      <dgm:prSet presAssocID="{D350325C-8B3B-4A8E-A02D-46A491B7B3CA}" presName="tx1" presStyleLbl="revTx" presStyleIdx="3" presStyleCnt="6"/>
      <dgm:spPr/>
    </dgm:pt>
    <dgm:pt modelId="{D4FCA325-FF7C-4E48-8F90-DA21A9F640DF}" type="pres">
      <dgm:prSet presAssocID="{D350325C-8B3B-4A8E-A02D-46A491B7B3CA}" presName="vert1" presStyleCnt="0"/>
      <dgm:spPr/>
    </dgm:pt>
    <dgm:pt modelId="{80AB0FA2-91E1-455C-9412-F51D6D5F4FC7}" type="pres">
      <dgm:prSet presAssocID="{73837229-6E00-46FC-87FB-59ECF31AAAB5}" presName="thickLine" presStyleLbl="alignNode1" presStyleIdx="4" presStyleCnt="6"/>
      <dgm:spPr/>
    </dgm:pt>
    <dgm:pt modelId="{108A4CC2-760B-4046-9847-58BA833CCB82}" type="pres">
      <dgm:prSet presAssocID="{73837229-6E00-46FC-87FB-59ECF31AAAB5}" presName="horz1" presStyleCnt="0"/>
      <dgm:spPr/>
    </dgm:pt>
    <dgm:pt modelId="{D73E2400-1C92-4EA6-AAF0-83F159301BF9}" type="pres">
      <dgm:prSet presAssocID="{73837229-6E00-46FC-87FB-59ECF31AAAB5}" presName="tx1" presStyleLbl="revTx" presStyleIdx="4" presStyleCnt="6"/>
      <dgm:spPr/>
    </dgm:pt>
    <dgm:pt modelId="{BB1D4C72-0A0B-4072-B9DB-3310BF4BDFA7}" type="pres">
      <dgm:prSet presAssocID="{73837229-6E00-46FC-87FB-59ECF31AAAB5}" presName="vert1" presStyleCnt="0"/>
      <dgm:spPr/>
    </dgm:pt>
    <dgm:pt modelId="{1AACD170-27A5-4F5A-AA01-A3B70DFEE383}" type="pres">
      <dgm:prSet presAssocID="{05BFF187-D27D-484F-8964-1C7DE5DE8F84}" presName="thickLine" presStyleLbl="alignNode1" presStyleIdx="5" presStyleCnt="6"/>
      <dgm:spPr/>
    </dgm:pt>
    <dgm:pt modelId="{A7D32794-EDC2-4FC1-BC30-6CCCD6488B48}" type="pres">
      <dgm:prSet presAssocID="{05BFF187-D27D-484F-8964-1C7DE5DE8F84}" presName="horz1" presStyleCnt="0"/>
      <dgm:spPr/>
    </dgm:pt>
    <dgm:pt modelId="{EE69E382-CC17-4151-A13A-797B37D77F9C}" type="pres">
      <dgm:prSet presAssocID="{05BFF187-D27D-484F-8964-1C7DE5DE8F84}" presName="tx1" presStyleLbl="revTx" presStyleIdx="5" presStyleCnt="6"/>
      <dgm:spPr/>
    </dgm:pt>
    <dgm:pt modelId="{15AC99D2-76EB-4B53-ABB4-2691B6D295EA}" type="pres">
      <dgm:prSet presAssocID="{05BFF187-D27D-484F-8964-1C7DE5DE8F84}" presName="vert1" presStyleCnt="0"/>
      <dgm:spPr/>
    </dgm:pt>
  </dgm:ptLst>
  <dgm:cxnLst>
    <dgm:cxn modelId="{7ABAF315-45C7-4DD6-8270-6AAF9439104E}" srcId="{9EF8D6BE-D2AC-4A36-A94B-4D4F668847B1}" destId="{05BFF187-D27D-484F-8964-1C7DE5DE8F84}" srcOrd="5" destOrd="0" parTransId="{0A01A2FE-6112-4E6C-8F09-C8F03E5A28C0}" sibTransId="{26FDE385-3FF1-4C1E-9C6B-5B7292326E61}"/>
    <dgm:cxn modelId="{6AC2EA23-2AD8-4151-8147-F9CC37D54CC0}" type="presOf" srcId="{05BFF187-D27D-484F-8964-1C7DE5DE8F84}" destId="{EE69E382-CC17-4151-A13A-797B37D77F9C}" srcOrd="0" destOrd="0" presId="urn:microsoft.com/office/officeart/2008/layout/LinedList"/>
    <dgm:cxn modelId="{84631E66-F950-4C0B-8F44-050498688820}" srcId="{9EF8D6BE-D2AC-4A36-A94B-4D4F668847B1}" destId="{1BF28D47-11C3-4DFC-B75A-88D8E3E67FCF}" srcOrd="0" destOrd="0" parTransId="{1E17564F-1B42-4939-9148-A8074DAAE016}" sibTransId="{CF7CA9FC-AC86-4485-AEE2-9AF7922AA324}"/>
    <dgm:cxn modelId="{BB65A34F-0764-4808-AD66-E268BF5D9B2A}" srcId="{9EF8D6BE-D2AC-4A36-A94B-4D4F668847B1}" destId="{889B6E63-8A27-40E5-8D28-CF1200531ABF}" srcOrd="1" destOrd="0" parTransId="{C0BE2C90-CFD5-4E61-84AA-362B7A21F5E0}" sibTransId="{6104B623-DF22-4B44-A35B-34FC17AF4A3F}"/>
    <dgm:cxn modelId="{3641C652-D5F1-4F15-9001-706F48AC4776}" type="presOf" srcId="{1BF28D47-11C3-4DFC-B75A-88D8E3E67FCF}" destId="{EE0AC314-6C03-4F1B-AD41-225908DC57F0}" srcOrd="0" destOrd="0" presId="urn:microsoft.com/office/officeart/2008/layout/LinedList"/>
    <dgm:cxn modelId="{A6677A75-E53C-4F7B-82DB-545739097D8A}" srcId="{9EF8D6BE-D2AC-4A36-A94B-4D4F668847B1}" destId="{D350325C-8B3B-4A8E-A02D-46A491B7B3CA}" srcOrd="3" destOrd="0" parTransId="{47B421BE-09F7-4BD3-A459-B46E29727FFE}" sibTransId="{4393F420-EEC5-40F7-A18E-B9F431FAF7C5}"/>
    <dgm:cxn modelId="{7E91B08A-0AAE-4125-A0D6-6EE44C5B61FB}" type="presOf" srcId="{9EF8D6BE-D2AC-4A36-A94B-4D4F668847B1}" destId="{E9AC01FA-C14A-47BB-ACF0-F047C534C9B0}" srcOrd="0" destOrd="0" presId="urn:microsoft.com/office/officeart/2008/layout/LinedList"/>
    <dgm:cxn modelId="{07E5B58D-1F2E-41B1-AA91-F5BC85659240}" type="presOf" srcId="{D350325C-8B3B-4A8E-A02D-46A491B7B3CA}" destId="{AB955762-06AD-4674-9780-BA9F730DE2E3}" srcOrd="0" destOrd="0" presId="urn:microsoft.com/office/officeart/2008/layout/LinedList"/>
    <dgm:cxn modelId="{F15A37AC-1CEB-496C-B383-D25C70D5C0A5}" type="presOf" srcId="{7FBF0C56-F248-45D7-8538-22D6A0E3FFC9}" destId="{EECB28EB-E161-4862-BBDC-ED6E2B0D215C}" srcOrd="0" destOrd="0" presId="urn:microsoft.com/office/officeart/2008/layout/LinedList"/>
    <dgm:cxn modelId="{75D363B9-635B-4CA1-AC98-1B6C6CB37679}" type="presOf" srcId="{73837229-6E00-46FC-87FB-59ECF31AAAB5}" destId="{D73E2400-1C92-4EA6-AAF0-83F159301BF9}" srcOrd="0" destOrd="0" presId="urn:microsoft.com/office/officeart/2008/layout/LinedList"/>
    <dgm:cxn modelId="{6CEB5AC9-C2BF-4CCD-8B74-9B1EB3F8B28B}" type="presOf" srcId="{889B6E63-8A27-40E5-8D28-CF1200531ABF}" destId="{2AE35576-B49B-4398-BBCA-1DD160469F83}" srcOrd="0" destOrd="0" presId="urn:microsoft.com/office/officeart/2008/layout/LinedList"/>
    <dgm:cxn modelId="{423928D4-8AD8-4158-8571-B3F79894FEB7}" srcId="{9EF8D6BE-D2AC-4A36-A94B-4D4F668847B1}" destId="{7FBF0C56-F248-45D7-8538-22D6A0E3FFC9}" srcOrd="2" destOrd="0" parTransId="{74206E1F-8DAB-4CC1-9C57-7A4B0DA913C3}" sibTransId="{089F2EAA-AEA1-4E8D-84CC-69B1AD9848A4}"/>
    <dgm:cxn modelId="{74A064EE-5464-4DB7-A4C2-F2DC2306DA4E}" srcId="{9EF8D6BE-D2AC-4A36-A94B-4D4F668847B1}" destId="{73837229-6E00-46FC-87FB-59ECF31AAAB5}" srcOrd="4" destOrd="0" parTransId="{C62BA9E6-9124-4B19-BA38-6C956889DCA6}" sibTransId="{57945546-8F20-4776-B30A-404B8D936301}"/>
    <dgm:cxn modelId="{D6967B74-D988-470E-81FD-B39876711723}" type="presParOf" srcId="{E9AC01FA-C14A-47BB-ACF0-F047C534C9B0}" destId="{1F2CF05C-6A8D-4EC1-96B6-AD0354E1F059}" srcOrd="0" destOrd="0" presId="urn:microsoft.com/office/officeart/2008/layout/LinedList"/>
    <dgm:cxn modelId="{F50FA697-9030-4619-BFCB-3B3A5757B457}" type="presParOf" srcId="{E9AC01FA-C14A-47BB-ACF0-F047C534C9B0}" destId="{4C9DCBC8-3AC8-4E72-B0DF-A713BC3F0052}" srcOrd="1" destOrd="0" presId="urn:microsoft.com/office/officeart/2008/layout/LinedList"/>
    <dgm:cxn modelId="{F48AC665-2279-42FB-A0B6-76285D4F8193}" type="presParOf" srcId="{4C9DCBC8-3AC8-4E72-B0DF-A713BC3F0052}" destId="{EE0AC314-6C03-4F1B-AD41-225908DC57F0}" srcOrd="0" destOrd="0" presId="urn:microsoft.com/office/officeart/2008/layout/LinedList"/>
    <dgm:cxn modelId="{253AF40A-9D64-4081-8896-8757388BAA06}" type="presParOf" srcId="{4C9DCBC8-3AC8-4E72-B0DF-A713BC3F0052}" destId="{2BCD43A3-2735-4078-B600-E360B51CD608}" srcOrd="1" destOrd="0" presId="urn:microsoft.com/office/officeart/2008/layout/LinedList"/>
    <dgm:cxn modelId="{8BD2D04F-5414-457A-9B08-18CC10AF6C88}" type="presParOf" srcId="{E9AC01FA-C14A-47BB-ACF0-F047C534C9B0}" destId="{6DE9E33F-F3F2-437B-B7E5-DF90695AC6D8}" srcOrd="2" destOrd="0" presId="urn:microsoft.com/office/officeart/2008/layout/LinedList"/>
    <dgm:cxn modelId="{2409AA1A-0269-4C74-B20F-944AA1CB21B5}" type="presParOf" srcId="{E9AC01FA-C14A-47BB-ACF0-F047C534C9B0}" destId="{A82B757F-8BED-4BF7-9399-B0E6D8435031}" srcOrd="3" destOrd="0" presId="urn:microsoft.com/office/officeart/2008/layout/LinedList"/>
    <dgm:cxn modelId="{1D37D393-DFD9-410F-B88F-2F0E028103CB}" type="presParOf" srcId="{A82B757F-8BED-4BF7-9399-B0E6D8435031}" destId="{2AE35576-B49B-4398-BBCA-1DD160469F83}" srcOrd="0" destOrd="0" presId="urn:microsoft.com/office/officeart/2008/layout/LinedList"/>
    <dgm:cxn modelId="{BEF6E0BD-9635-49C4-AF8B-E9C3FD8AAD28}" type="presParOf" srcId="{A82B757F-8BED-4BF7-9399-B0E6D8435031}" destId="{AC9BBB56-5E78-4B65-82A1-D2C39C698285}" srcOrd="1" destOrd="0" presId="urn:microsoft.com/office/officeart/2008/layout/LinedList"/>
    <dgm:cxn modelId="{AE12D8E0-969F-4611-8239-5CB9F786CC33}" type="presParOf" srcId="{E9AC01FA-C14A-47BB-ACF0-F047C534C9B0}" destId="{904A5F32-A414-4951-BBA9-6461E45F0688}" srcOrd="4" destOrd="0" presId="urn:microsoft.com/office/officeart/2008/layout/LinedList"/>
    <dgm:cxn modelId="{78541FCE-EE32-4D53-9D57-C946912FDC98}" type="presParOf" srcId="{E9AC01FA-C14A-47BB-ACF0-F047C534C9B0}" destId="{ADEBD7F9-6588-4D21-BB60-E1B02F1FC5DF}" srcOrd="5" destOrd="0" presId="urn:microsoft.com/office/officeart/2008/layout/LinedList"/>
    <dgm:cxn modelId="{D8614529-FEB4-4083-A531-E1F6C735F54B}" type="presParOf" srcId="{ADEBD7F9-6588-4D21-BB60-E1B02F1FC5DF}" destId="{EECB28EB-E161-4862-BBDC-ED6E2B0D215C}" srcOrd="0" destOrd="0" presId="urn:microsoft.com/office/officeart/2008/layout/LinedList"/>
    <dgm:cxn modelId="{484062F7-8E1E-41B1-A4DE-999D8D7AC950}" type="presParOf" srcId="{ADEBD7F9-6588-4D21-BB60-E1B02F1FC5DF}" destId="{CE046BB3-8392-4BDF-98F6-800B2808CC87}" srcOrd="1" destOrd="0" presId="urn:microsoft.com/office/officeart/2008/layout/LinedList"/>
    <dgm:cxn modelId="{4A9916E8-CF23-405E-AEB0-49F4375A35CD}" type="presParOf" srcId="{E9AC01FA-C14A-47BB-ACF0-F047C534C9B0}" destId="{8D24B6E6-1DE9-4250-A090-BCC314CEBF2E}" srcOrd="6" destOrd="0" presId="urn:microsoft.com/office/officeart/2008/layout/LinedList"/>
    <dgm:cxn modelId="{A52DACD9-27DE-459A-895D-C711228967FF}" type="presParOf" srcId="{E9AC01FA-C14A-47BB-ACF0-F047C534C9B0}" destId="{04D6D856-9CDD-495A-A265-7152D92FE097}" srcOrd="7" destOrd="0" presId="urn:microsoft.com/office/officeart/2008/layout/LinedList"/>
    <dgm:cxn modelId="{ADDC0BD2-E401-4525-851D-F0A733EDDD53}" type="presParOf" srcId="{04D6D856-9CDD-495A-A265-7152D92FE097}" destId="{AB955762-06AD-4674-9780-BA9F730DE2E3}" srcOrd="0" destOrd="0" presId="urn:microsoft.com/office/officeart/2008/layout/LinedList"/>
    <dgm:cxn modelId="{893504D3-8393-4CF0-99DF-DED368531AB9}" type="presParOf" srcId="{04D6D856-9CDD-495A-A265-7152D92FE097}" destId="{D4FCA325-FF7C-4E48-8F90-DA21A9F640DF}" srcOrd="1" destOrd="0" presId="urn:microsoft.com/office/officeart/2008/layout/LinedList"/>
    <dgm:cxn modelId="{C1CA008C-AE45-49DB-862C-AA9752017AC7}" type="presParOf" srcId="{E9AC01FA-C14A-47BB-ACF0-F047C534C9B0}" destId="{80AB0FA2-91E1-455C-9412-F51D6D5F4FC7}" srcOrd="8" destOrd="0" presId="urn:microsoft.com/office/officeart/2008/layout/LinedList"/>
    <dgm:cxn modelId="{0492649A-2880-4138-A0B2-BE346A0A4699}" type="presParOf" srcId="{E9AC01FA-C14A-47BB-ACF0-F047C534C9B0}" destId="{108A4CC2-760B-4046-9847-58BA833CCB82}" srcOrd="9" destOrd="0" presId="urn:microsoft.com/office/officeart/2008/layout/LinedList"/>
    <dgm:cxn modelId="{7DFC0196-5089-4245-8FF8-24550B9CE078}" type="presParOf" srcId="{108A4CC2-760B-4046-9847-58BA833CCB82}" destId="{D73E2400-1C92-4EA6-AAF0-83F159301BF9}" srcOrd="0" destOrd="0" presId="urn:microsoft.com/office/officeart/2008/layout/LinedList"/>
    <dgm:cxn modelId="{A4B1E78D-3038-4699-AB54-20E6717C6B58}" type="presParOf" srcId="{108A4CC2-760B-4046-9847-58BA833CCB82}" destId="{BB1D4C72-0A0B-4072-B9DB-3310BF4BDFA7}" srcOrd="1" destOrd="0" presId="urn:microsoft.com/office/officeart/2008/layout/LinedList"/>
    <dgm:cxn modelId="{43B44231-BA76-4CBE-9D64-9FDFAB62F522}" type="presParOf" srcId="{E9AC01FA-C14A-47BB-ACF0-F047C534C9B0}" destId="{1AACD170-27A5-4F5A-AA01-A3B70DFEE383}" srcOrd="10" destOrd="0" presId="urn:microsoft.com/office/officeart/2008/layout/LinedList"/>
    <dgm:cxn modelId="{6B17664C-9ADA-468F-B96A-AFCFDD006A3D}" type="presParOf" srcId="{E9AC01FA-C14A-47BB-ACF0-F047C534C9B0}" destId="{A7D32794-EDC2-4FC1-BC30-6CCCD6488B48}" srcOrd="11" destOrd="0" presId="urn:microsoft.com/office/officeart/2008/layout/LinedList"/>
    <dgm:cxn modelId="{850FD18D-1AE2-47ED-B794-C6ECF07E90BB}" type="presParOf" srcId="{A7D32794-EDC2-4FC1-BC30-6CCCD6488B48}" destId="{EE69E382-CC17-4151-A13A-797B37D77F9C}" srcOrd="0" destOrd="0" presId="urn:microsoft.com/office/officeart/2008/layout/LinedList"/>
    <dgm:cxn modelId="{36F455A1-7F6C-48F5-BB3F-95623E93BE83}" type="presParOf" srcId="{A7D32794-EDC2-4FC1-BC30-6CCCD6488B48}" destId="{15AC99D2-76EB-4B53-ABB4-2691B6D295E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C0DEA11-5968-4F91-AD4C-15C3162DB0B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hu-HU"/>
        </a:p>
      </dgm:t>
    </dgm:pt>
    <dgm:pt modelId="{A33D72F0-12BC-4D09-93E9-8A06B68D7FA9}">
      <dgm:prSet/>
      <dgm:spPr/>
      <dgm:t>
        <a:bodyPr/>
        <a:lstStyle/>
        <a:p>
          <a:r>
            <a:rPr lang="hu-HU" b="0" i="0" baseline="0"/>
            <a:t>Relációs adatbázis</a:t>
          </a:r>
          <a:endParaRPr lang="en-GB"/>
        </a:p>
      </dgm:t>
    </dgm:pt>
    <dgm:pt modelId="{48354581-83F9-47DE-A55D-699D9746B57A}" type="parTrans" cxnId="{FC3A66F6-A525-438D-B3DD-08E4C1CD22C2}">
      <dgm:prSet/>
      <dgm:spPr/>
      <dgm:t>
        <a:bodyPr/>
        <a:lstStyle/>
        <a:p>
          <a:endParaRPr lang="hu-HU"/>
        </a:p>
      </dgm:t>
    </dgm:pt>
    <dgm:pt modelId="{C3317350-EA98-4DE9-A452-19BDC56DBF0C}" type="sibTrans" cxnId="{FC3A66F6-A525-438D-B3DD-08E4C1CD22C2}">
      <dgm:prSet/>
      <dgm:spPr/>
      <dgm:t>
        <a:bodyPr/>
        <a:lstStyle/>
        <a:p>
          <a:endParaRPr lang="hu-HU"/>
        </a:p>
      </dgm:t>
    </dgm:pt>
    <dgm:pt modelId="{19E49927-526B-4FC3-8048-B68567B58BBB}">
      <dgm:prSet/>
      <dgm:spPr/>
      <dgm:t>
        <a:bodyPr/>
        <a:lstStyle/>
        <a:p>
          <a:r>
            <a:rPr lang="hu-HU" b="0" i="0" baseline="0"/>
            <a:t>Táblák külön funkciókhoz</a:t>
          </a:r>
          <a:endParaRPr lang="en-GB"/>
        </a:p>
      </dgm:t>
    </dgm:pt>
    <dgm:pt modelId="{65B3D6D3-D608-4B60-92A0-5EF670BFB781}" type="parTrans" cxnId="{EA643634-960D-4B91-AF03-228BAAB4841F}">
      <dgm:prSet/>
      <dgm:spPr/>
      <dgm:t>
        <a:bodyPr/>
        <a:lstStyle/>
        <a:p>
          <a:endParaRPr lang="hu-HU"/>
        </a:p>
      </dgm:t>
    </dgm:pt>
    <dgm:pt modelId="{9C789671-C700-427B-9213-721AD6B80622}" type="sibTrans" cxnId="{EA643634-960D-4B91-AF03-228BAAB4841F}">
      <dgm:prSet/>
      <dgm:spPr/>
      <dgm:t>
        <a:bodyPr/>
        <a:lstStyle/>
        <a:p>
          <a:endParaRPr lang="hu-HU"/>
        </a:p>
      </dgm:t>
    </dgm:pt>
    <dgm:pt modelId="{96381242-6879-46C5-906D-FD97BB8FE7ED}">
      <dgm:prSet/>
      <dgm:spPr/>
      <dgm:t>
        <a:bodyPr/>
        <a:lstStyle/>
        <a:p>
          <a:r>
            <a:rPr lang="hu-HU" b="0" i="0" baseline="0"/>
            <a:t>Primary key és foreign key kapcsolatok</a:t>
          </a:r>
          <a:endParaRPr lang="en-GB"/>
        </a:p>
      </dgm:t>
    </dgm:pt>
    <dgm:pt modelId="{7D3A558D-EE2B-48C1-B769-6E99C6AECA5A}" type="parTrans" cxnId="{3125A5FE-B036-4D5E-9FB6-F49CD1BF4E42}">
      <dgm:prSet/>
      <dgm:spPr/>
      <dgm:t>
        <a:bodyPr/>
        <a:lstStyle/>
        <a:p>
          <a:endParaRPr lang="hu-HU"/>
        </a:p>
      </dgm:t>
    </dgm:pt>
    <dgm:pt modelId="{11192D24-6474-4673-887C-C51743B29137}" type="sibTrans" cxnId="{3125A5FE-B036-4D5E-9FB6-F49CD1BF4E42}">
      <dgm:prSet/>
      <dgm:spPr/>
      <dgm:t>
        <a:bodyPr/>
        <a:lstStyle/>
        <a:p>
          <a:endParaRPr lang="hu-HU"/>
        </a:p>
      </dgm:t>
    </dgm:pt>
    <dgm:pt modelId="{5E65178B-2C71-46B2-93BD-CA5F39818B6B}">
      <dgm:prSet/>
      <dgm:spPr/>
      <dgm:t>
        <a:bodyPr/>
        <a:lstStyle/>
        <a:p>
          <a:r>
            <a:rPr lang="hu-HU" b="0" i="0" baseline="0"/>
            <a:t>Kaszkád törlés több kapcsolatnál</a:t>
          </a:r>
          <a:endParaRPr lang="en-GB"/>
        </a:p>
      </dgm:t>
    </dgm:pt>
    <dgm:pt modelId="{F80364C6-108F-44C7-9AE2-60477DCD5F14}" type="parTrans" cxnId="{55ADE6EA-89F9-4AAC-B851-924C16D76DCA}">
      <dgm:prSet/>
      <dgm:spPr/>
      <dgm:t>
        <a:bodyPr/>
        <a:lstStyle/>
        <a:p>
          <a:endParaRPr lang="hu-HU"/>
        </a:p>
      </dgm:t>
    </dgm:pt>
    <dgm:pt modelId="{9A1F3E0A-144B-42DB-938C-4131ADE453CC}" type="sibTrans" cxnId="{55ADE6EA-89F9-4AAC-B851-924C16D76DCA}">
      <dgm:prSet/>
      <dgm:spPr/>
      <dgm:t>
        <a:bodyPr/>
        <a:lstStyle/>
        <a:p>
          <a:endParaRPr lang="hu-HU"/>
        </a:p>
      </dgm:t>
    </dgm:pt>
    <dgm:pt modelId="{8247B523-8D65-41A8-AC87-DC7FA8E6F279}">
      <dgm:prSet/>
      <dgm:spPr/>
      <dgm:t>
        <a:bodyPr/>
        <a:lstStyle/>
        <a:p>
          <a:r>
            <a:rPr lang="hu-HU" b="0" i="0" baseline="0"/>
            <a:t>Állapotkezelés a maketteknél</a:t>
          </a:r>
          <a:endParaRPr lang="en-GB"/>
        </a:p>
      </dgm:t>
    </dgm:pt>
    <dgm:pt modelId="{F8A25915-876E-4DEE-A398-00D74C65DF2F}" type="parTrans" cxnId="{DE5FFCE6-8B57-4888-96E7-3ED1F3D71C01}">
      <dgm:prSet/>
      <dgm:spPr/>
      <dgm:t>
        <a:bodyPr/>
        <a:lstStyle/>
        <a:p>
          <a:endParaRPr lang="hu-HU"/>
        </a:p>
      </dgm:t>
    </dgm:pt>
    <dgm:pt modelId="{C43376D1-2897-4CFD-8D7F-BE1731AE7ACE}" type="sibTrans" cxnId="{DE5FFCE6-8B57-4888-96E7-3ED1F3D71C01}">
      <dgm:prSet/>
      <dgm:spPr/>
      <dgm:t>
        <a:bodyPr/>
        <a:lstStyle/>
        <a:p>
          <a:endParaRPr lang="hu-HU"/>
        </a:p>
      </dgm:t>
    </dgm:pt>
    <dgm:pt modelId="{A9D86935-5EB7-4713-952D-920F2578B8DF}" type="pres">
      <dgm:prSet presAssocID="{EC0DEA11-5968-4F91-AD4C-15C3162DB0BA}" presName="linear" presStyleCnt="0">
        <dgm:presLayoutVars>
          <dgm:animLvl val="lvl"/>
          <dgm:resizeHandles val="exact"/>
        </dgm:presLayoutVars>
      </dgm:prSet>
      <dgm:spPr/>
    </dgm:pt>
    <dgm:pt modelId="{35EB0E74-609B-4A46-A9A5-373264BBEA7A}" type="pres">
      <dgm:prSet presAssocID="{A33D72F0-12BC-4D09-93E9-8A06B68D7FA9}" presName="parentText" presStyleLbl="node1" presStyleIdx="0" presStyleCnt="5">
        <dgm:presLayoutVars>
          <dgm:chMax val="0"/>
          <dgm:bulletEnabled val="1"/>
        </dgm:presLayoutVars>
      </dgm:prSet>
      <dgm:spPr/>
    </dgm:pt>
    <dgm:pt modelId="{A21236D4-12A0-4D30-93CD-84AED97D59F3}" type="pres">
      <dgm:prSet presAssocID="{C3317350-EA98-4DE9-A452-19BDC56DBF0C}" presName="spacer" presStyleCnt="0"/>
      <dgm:spPr/>
    </dgm:pt>
    <dgm:pt modelId="{86D52A9A-C251-4190-A7F4-940F2839C0F2}" type="pres">
      <dgm:prSet presAssocID="{19E49927-526B-4FC3-8048-B68567B58BBB}" presName="parentText" presStyleLbl="node1" presStyleIdx="1" presStyleCnt="5">
        <dgm:presLayoutVars>
          <dgm:chMax val="0"/>
          <dgm:bulletEnabled val="1"/>
        </dgm:presLayoutVars>
      </dgm:prSet>
      <dgm:spPr/>
    </dgm:pt>
    <dgm:pt modelId="{00E14A49-3E7A-4307-8E1D-53B88918192B}" type="pres">
      <dgm:prSet presAssocID="{9C789671-C700-427B-9213-721AD6B80622}" presName="spacer" presStyleCnt="0"/>
      <dgm:spPr/>
    </dgm:pt>
    <dgm:pt modelId="{4B571DE5-C777-4EAF-8EC3-ECE2BF452FC2}" type="pres">
      <dgm:prSet presAssocID="{96381242-6879-46C5-906D-FD97BB8FE7ED}" presName="parentText" presStyleLbl="node1" presStyleIdx="2" presStyleCnt="5">
        <dgm:presLayoutVars>
          <dgm:chMax val="0"/>
          <dgm:bulletEnabled val="1"/>
        </dgm:presLayoutVars>
      </dgm:prSet>
      <dgm:spPr/>
    </dgm:pt>
    <dgm:pt modelId="{56210E77-2C59-4FED-936F-0F7F31796C2E}" type="pres">
      <dgm:prSet presAssocID="{11192D24-6474-4673-887C-C51743B29137}" presName="spacer" presStyleCnt="0"/>
      <dgm:spPr/>
    </dgm:pt>
    <dgm:pt modelId="{3B4503D2-4FB9-4E90-B814-CAB2AE38C33D}" type="pres">
      <dgm:prSet presAssocID="{5E65178B-2C71-46B2-93BD-CA5F39818B6B}" presName="parentText" presStyleLbl="node1" presStyleIdx="3" presStyleCnt="5">
        <dgm:presLayoutVars>
          <dgm:chMax val="0"/>
          <dgm:bulletEnabled val="1"/>
        </dgm:presLayoutVars>
      </dgm:prSet>
      <dgm:spPr/>
    </dgm:pt>
    <dgm:pt modelId="{31A7478B-0DC4-4046-A42D-B9C8EC6C98C4}" type="pres">
      <dgm:prSet presAssocID="{9A1F3E0A-144B-42DB-938C-4131ADE453CC}" presName="spacer" presStyleCnt="0"/>
      <dgm:spPr/>
    </dgm:pt>
    <dgm:pt modelId="{8C31103E-BF31-42A4-BE3A-9069E19476F7}" type="pres">
      <dgm:prSet presAssocID="{8247B523-8D65-41A8-AC87-DC7FA8E6F279}" presName="parentText" presStyleLbl="node1" presStyleIdx="4" presStyleCnt="5">
        <dgm:presLayoutVars>
          <dgm:chMax val="0"/>
          <dgm:bulletEnabled val="1"/>
        </dgm:presLayoutVars>
      </dgm:prSet>
      <dgm:spPr/>
    </dgm:pt>
  </dgm:ptLst>
  <dgm:cxnLst>
    <dgm:cxn modelId="{EA643634-960D-4B91-AF03-228BAAB4841F}" srcId="{EC0DEA11-5968-4F91-AD4C-15C3162DB0BA}" destId="{19E49927-526B-4FC3-8048-B68567B58BBB}" srcOrd="1" destOrd="0" parTransId="{65B3D6D3-D608-4B60-92A0-5EF670BFB781}" sibTransId="{9C789671-C700-427B-9213-721AD6B80622}"/>
    <dgm:cxn modelId="{DC36C158-F61E-4337-B6AD-45BD5D24032A}" type="presOf" srcId="{A33D72F0-12BC-4D09-93E9-8A06B68D7FA9}" destId="{35EB0E74-609B-4A46-A9A5-373264BBEA7A}" srcOrd="0" destOrd="0" presId="urn:microsoft.com/office/officeart/2005/8/layout/vList2"/>
    <dgm:cxn modelId="{99C65E9C-7804-4D8F-84DA-524E3E1256F8}" type="presOf" srcId="{19E49927-526B-4FC3-8048-B68567B58BBB}" destId="{86D52A9A-C251-4190-A7F4-940F2839C0F2}" srcOrd="0" destOrd="0" presId="urn:microsoft.com/office/officeart/2005/8/layout/vList2"/>
    <dgm:cxn modelId="{DE5FFCE6-8B57-4888-96E7-3ED1F3D71C01}" srcId="{EC0DEA11-5968-4F91-AD4C-15C3162DB0BA}" destId="{8247B523-8D65-41A8-AC87-DC7FA8E6F279}" srcOrd="4" destOrd="0" parTransId="{F8A25915-876E-4DEE-A398-00D74C65DF2F}" sibTransId="{C43376D1-2897-4CFD-8D7F-BE1731AE7ACE}"/>
    <dgm:cxn modelId="{B1FDD6E8-F277-482A-9AE7-D1E14EDD4093}" type="presOf" srcId="{96381242-6879-46C5-906D-FD97BB8FE7ED}" destId="{4B571DE5-C777-4EAF-8EC3-ECE2BF452FC2}" srcOrd="0" destOrd="0" presId="urn:microsoft.com/office/officeart/2005/8/layout/vList2"/>
    <dgm:cxn modelId="{E9F4F8E9-F44A-41B1-A9A1-E007A855A804}" type="presOf" srcId="{EC0DEA11-5968-4F91-AD4C-15C3162DB0BA}" destId="{A9D86935-5EB7-4713-952D-920F2578B8DF}" srcOrd="0" destOrd="0" presId="urn:microsoft.com/office/officeart/2005/8/layout/vList2"/>
    <dgm:cxn modelId="{55ADE6EA-89F9-4AAC-B851-924C16D76DCA}" srcId="{EC0DEA11-5968-4F91-AD4C-15C3162DB0BA}" destId="{5E65178B-2C71-46B2-93BD-CA5F39818B6B}" srcOrd="3" destOrd="0" parTransId="{F80364C6-108F-44C7-9AE2-60477DCD5F14}" sibTransId="{9A1F3E0A-144B-42DB-938C-4131ADE453CC}"/>
    <dgm:cxn modelId="{FC0B43EE-E6B1-4E20-8936-8C5C18EE4EC0}" type="presOf" srcId="{5E65178B-2C71-46B2-93BD-CA5F39818B6B}" destId="{3B4503D2-4FB9-4E90-B814-CAB2AE38C33D}" srcOrd="0" destOrd="0" presId="urn:microsoft.com/office/officeart/2005/8/layout/vList2"/>
    <dgm:cxn modelId="{FC3A66F6-A525-438D-B3DD-08E4C1CD22C2}" srcId="{EC0DEA11-5968-4F91-AD4C-15C3162DB0BA}" destId="{A33D72F0-12BC-4D09-93E9-8A06B68D7FA9}" srcOrd="0" destOrd="0" parTransId="{48354581-83F9-47DE-A55D-699D9746B57A}" sibTransId="{C3317350-EA98-4DE9-A452-19BDC56DBF0C}"/>
    <dgm:cxn modelId="{3125A5FE-B036-4D5E-9FB6-F49CD1BF4E42}" srcId="{EC0DEA11-5968-4F91-AD4C-15C3162DB0BA}" destId="{96381242-6879-46C5-906D-FD97BB8FE7ED}" srcOrd="2" destOrd="0" parTransId="{7D3A558D-EE2B-48C1-B769-6E99C6AECA5A}" sibTransId="{11192D24-6474-4673-887C-C51743B29137}"/>
    <dgm:cxn modelId="{89814CFF-B2DF-47A3-86B6-BDD4172E919F}" type="presOf" srcId="{8247B523-8D65-41A8-AC87-DC7FA8E6F279}" destId="{8C31103E-BF31-42A4-BE3A-9069E19476F7}" srcOrd="0" destOrd="0" presId="urn:microsoft.com/office/officeart/2005/8/layout/vList2"/>
    <dgm:cxn modelId="{0E94EDF2-93A9-4017-9190-2DD709FDBFF1}" type="presParOf" srcId="{A9D86935-5EB7-4713-952D-920F2578B8DF}" destId="{35EB0E74-609B-4A46-A9A5-373264BBEA7A}" srcOrd="0" destOrd="0" presId="urn:microsoft.com/office/officeart/2005/8/layout/vList2"/>
    <dgm:cxn modelId="{5949DDB3-8D70-4665-A551-EE8413BFCF79}" type="presParOf" srcId="{A9D86935-5EB7-4713-952D-920F2578B8DF}" destId="{A21236D4-12A0-4D30-93CD-84AED97D59F3}" srcOrd="1" destOrd="0" presId="urn:microsoft.com/office/officeart/2005/8/layout/vList2"/>
    <dgm:cxn modelId="{B4325393-E612-472E-8D9D-56B6641D7BBC}" type="presParOf" srcId="{A9D86935-5EB7-4713-952D-920F2578B8DF}" destId="{86D52A9A-C251-4190-A7F4-940F2839C0F2}" srcOrd="2" destOrd="0" presId="urn:microsoft.com/office/officeart/2005/8/layout/vList2"/>
    <dgm:cxn modelId="{12B06F72-BEF2-4875-BAD3-1DAA061C3537}" type="presParOf" srcId="{A9D86935-5EB7-4713-952D-920F2578B8DF}" destId="{00E14A49-3E7A-4307-8E1D-53B88918192B}" srcOrd="3" destOrd="0" presId="urn:microsoft.com/office/officeart/2005/8/layout/vList2"/>
    <dgm:cxn modelId="{5D71CFDA-9606-45E5-83CE-627C1EE0B21E}" type="presParOf" srcId="{A9D86935-5EB7-4713-952D-920F2578B8DF}" destId="{4B571DE5-C777-4EAF-8EC3-ECE2BF452FC2}" srcOrd="4" destOrd="0" presId="urn:microsoft.com/office/officeart/2005/8/layout/vList2"/>
    <dgm:cxn modelId="{A573CDA1-5563-4564-BBC1-85C4B4D22B96}" type="presParOf" srcId="{A9D86935-5EB7-4713-952D-920F2578B8DF}" destId="{56210E77-2C59-4FED-936F-0F7F31796C2E}" srcOrd="5" destOrd="0" presId="urn:microsoft.com/office/officeart/2005/8/layout/vList2"/>
    <dgm:cxn modelId="{0A714935-2BDE-483E-A825-78136EA0E36A}" type="presParOf" srcId="{A9D86935-5EB7-4713-952D-920F2578B8DF}" destId="{3B4503D2-4FB9-4E90-B814-CAB2AE38C33D}" srcOrd="6" destOrd="0" presId="urn:microsoft.com/office/officeart/2005/8/layout/vList2"/>
    <dgm:cxn modelId="{8B9CB342-25F2-4975-912A-F3B64DD5DBD2}" type="presParOf" srcId="{A9D86935-5EB7-4713-952D-920F2578B8DF}" destId="{31A7478B-0DC4-4046-A42D-B9C8EC6C98C4}" srcOrd="7" destOrd="0" presId="urn:microsoft.com/office/officeart/2005/8/layout/vList2"/>
    <dgm:cxn modelId="{A24AF274-051A-449D-912C-B826D6772729}" type="presParOf" srcId="{A9D86935-5EB7-4713-952D-920F2578B8DF}" destId="{8C31103E-BF31-42A4-BE3A-9069E19476F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5ABDADB-D572-4319-8AB1-6A755FD3494F}"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7A2E3DE8-9B87-40B5-91BB-545792DB7E15}">
      <dgm:prSet/>
      <dgm:spPr/>
      <dgm:t>
        <a:bodyPr/>
        <a:lstStyle/>
        <a:p>
          <a:r>
            <a:rPr lang="hu-HU" b="0" i="0" baseline="0"/>
            <a:t>Teljes full-stack rendszer</a:t>
          </a:r>
          <a:endParaRPr lang="en-US"/>
        </a:p>
      </dgm:t>
    </dgm:pt>
    <dgm:pt modelId="{A953E2BC-B90F-4282-B21B-9ECAE5E94081}" type="parTrans" cxnId="{3E87E3F3-F60F-4ACF-90B1-8168FBA02430}">
      <dgm:prSet/>
      <dgm:spPr/>
      <dgm:t>
        <a:bodyPr/>
        <a:lstStyle/>
        <a:p>
          <a:endParaRPr lang="en-US"/>
        </a:p>
      </dgm:t>
    </dgm:pt>
    <dgm:pt modelId="{8D942075-6361-4E0E-B808-BFA425ADC926}" type="sibTrans" cxnId="{3E87E3F3-F60F-4ACF-90B1-8168FBA02430}">
      <dgm:prSet/>
      <dgm:spPr/>
      <dgm:t>
        <a:bodyPr/>
        <a:lstStyle/>
        <a:p>
          <a:endParaRPr lang="en-US"/>
        </a:p>
      </dgm:t>
    </dgm:pt>
    <dgm:pt modelId="{0549F62C-3F62-4253-B412-02A2E9068EFF}">
      <dgm:prSet/>
      <dgm:spPr/>
      <dgm:t>
        <a:bodyPr/>
        <a:lstStyle/>
        <a:p>
          <a:r>
            <a:rPr lang="hu-HU" b="0" i="0" baseline="0"/>
            <a:t>Valós közösségi funkciók</a:t>
          </a:r>
          <a:endParaRPr lang="en-US"/>
        </a:p>
      </dgm:t>
    </dgm:pt>
    <dgm:pt modelId="{02652DAD-7BC1-499B-BF92-C72CC78E615C}" type="parTrans" cxnId="{D544A49E-A532-48AF-9DBD-C883F26716C4}">
      <dgm:prSet/>
      <dgm:spPr/>
      <dgm:t>
        <a:bodyPr/>
        <a:lstStyle/>
        <a:p>
          <a:endParaRPr lang="en-US"/>
        </a:p>
      </dgm:t>
    </dgm:pt>
    <dgm:pt modelId="{245F0005-86DA-414B-B9DF-D58ACA7CEEF0}" type="sibTrans" cxnId="{D544A49E-A532-48AF-9DBD-C883F26716C4}">
      <dgm:prSet/>
      <dgm:spPr/>
      <dgm:t>
        <a:bodyPr/>
        <a:lstStyle/>
        <a:p>
          <a:endParaRPr lang="en-US"/>
        </a:p>
      </dgm:t>
    </dgm:pt>
    <dgm:pt modelId="{64204FC3-3239-4CD9-848E-6E0DE68E3E2B}">
      <dgm:prSet/>
      <dgm:spPr/>
      <dgm:t>
        <a:bodyPr/>
        <a:lstStyle/>
        <a:p>
          <a:r>
            <a:rPr lang="hu-HU" b="0" i="0" baseline="0"/>
            <a:t>Biztonságos és bővíthető felépítés</a:t>
          </a:r>
          <a:endParaRPr lang="en-US"/>
        </a:p>
      </dgm:t>
    </dgm:pt>
    <dgm:pt modelId="{50ACAB5F-34CC-4DD3-84B2-3C40CE34E834}" type="parTrans" cxnId="{9B12B0AA-70CE-4067-B185-CC4CB741FD90}">
      <dgm:prSet/>
      <dgm:spPr/>
      <dgm:t>
        <a:bodyPr/>
        <a:lstStyle/>
        <a:p>
          <a:endParaRPr lang="en-US"/>
        </a:p>
      </dgm:t>
    </dgm:pt>
    <dgm:pt modelId="{5B23037E-2987-4EE6-A9FC-663B986B764D}" type="sibTrans" cxnId="{9B12B0AA-70CE-4067-B185-CC4CB741FD90}">
      <dgm:prSet/>
      <dgm:spPr/>
      <dgm:t>
        <a:bodyPr/>
        <a:lstStyle/>
        <a:p>
          <a:endParaRPr lang="en-US"/>
        </a:p>
      </dgm:t>
    </dgm:pt>
    <dgm:pt modelId="{5872A37B-EC74-4B2D-A200-ABAD239D48E2}">
      <dgm:prSet/>
      <dgm:spPr/>
      <dgm:t>
        <a:bodyPr/>
        <a:lstStyle/>
        <a:p>
          <a:r>
            <a:rPr lang="hu-HU" b="0" i="0" baseline="0"/>
            <a:t>Jövőbeli lehetőségek:</a:t>
          </a:r>
          <a:endParaRPr lang="en-US"/>
        </a:p>
      </dgm:t>
    </dgm:pt>
    <dgm:pt modelId="{4D69D828-7F8E-4185-9100-FD825E10989F}" type="parTrans" cxnId="{330FBFE7-FF9A-484E-B373-4E3A5C7788FC}">
      <dgm:prSet/>
      <dgm:spPr/>
      <dgm:t>
        <a:bodyPr/>
        <a:lstStyle/>
        <a:p>
          <a:endParaRPr lang="en-US"/>
        </a:p>
      </dgm:t>
    </dgm:pt>
    <dgm:pt modelId="{DC8D3F1F-A075-494D-B8D8-254073051074}" type="sibTrans" cxnId="{330FBFE7-FF9A-484E-B373-4E3A5C7788FC}">
      <dgm:prSet/>
      <dgm:spPr/>
      <dgm:t>
        <a:bodyPr/>
        <a:lstStyle/>
        <a:p>
          <a:endParaRPr lang="en-US"/>
        </a:p>
      </dgm:t>
    </dgm:pt>
    <dgm:pt modelId="{013C0EE6-EF89-4648-A247-D05236162253}">
      <dgm:prSet/>
      <dgm:spPr/>
      <dgm:t>
        <a:bodyPr/>
        <a:lstStyle/>
        <a:p>
          <a:r>
            <a:rPr lang="hu-HU" b="0" i="0" baseline="0"/>
            <a:t>még jobb keresés</a:t>
          </a:r>
          <a:endParaRPr lang="en-US"/>
        </a:p>
      </dgm:t>
    </dgm:pt>
    <dgm:pt modelId="{F6DF5799-B3FE-414B-91D7-700B5237FEEB}" type="parTrans" cxnId="{D0202567-7F08-4EC2-A37B-BD213237722A}">
      <dgm:prSet/>
      <dgm:spPr/>
      <dgm:t>
        <a:bodyPr/>
        <a:lstStyle/>
        <a:p>
          <a:endParaRPr lang="en-US"/>
        </a:p>
      </dgm:t>
    </dgm:pt>
    <dgm:pt modelId="{3C9D44EA-78DC-4AAB-9D19-F25726C18A1C}" type="sibTrans" cxnId="{D0202567-7F08-4EC2-A37B-BD213237722A}">
      <dgm:prSet/>
      <dgm:spPr/>
      <dgm:t>
        <a:bodyPr/>
        <a:lstStyle/>
        <a:p>
          <a:endParaRPr lang="en-US"/>
        </a:p>
      </dgm:t>
    </dgm:pt>
    <dgm:pt modelId="{96CD18F8-360F-40F3-B56A-3C8B9DBD0BFF}">
      <dgm:prSet/>
      <dgm:spPr/>
      <dgm:t>
        <a:bodyPr/>
        <a:lstStyle/>
        <a:p>
          <a:r>
            <a:rPr lang="hu-HU" b="0" i="0" baseline="0"/>
            <a:t>több admin statisztika</a:t>
          </a:r>
          <a:endParaRPr lang="en-US"/>
        </a:p>
      </dgm:t>
    </dgm:pt>
    <dgm:pt modelId="{B1EB9829-9959-4141-BF9B-A887CAA2AEA1}" type="parTrans" cxnId="{FD8ECCD2-349A-4462-B06E-03185D24515A}">
      <dgm:prSet/>
      <dgm:spPr/>
      <dgm:t>
        <a:bodyPr/>
        <a:lstStyle/>
        <a:p>
          <a:endParaRPr lang="en-US"/>
        </a:p>
      </dgm:t>
    </dgm:pt>
    <dgm:pt modelId="{FF0453B9-3537-42CF-8A66-496156C95744}" type="sibTrans" cxnId="{FD8ECCD2-349A-4462-B06E-03185D24515A}">
      <dgm:prSet/>
      <dgm:spPr/>
      <dgm:t>
        <a:bodyPr/>
        <a:lstStyle/>
        <a:p>
          <a:endParaRPr lang="en-US"/>
        </a:p>
      </dgm:t>
    </dgm:pt>
    <dgm:pt modelId="{D52B2E31-F629-4C3A-975A-CAFBB97183F8}">
      <dgm:prSet/>
      <dgm:spPr/>
      <dgm:t>
        <a:bodyPr/>
        <a:lstStyle/>
        <a:p>
          <a:r>
            <a:rPr lang="hu-HU" b="0" i="0" baseline="0"/>
            <a:t>fejlettebb AI</a:t>
          </a:r>
          <a:endParaRPr lang="en-US"/>
        </a:p>
      </dgm:t>
    </dgm:pt>
    <dgm:pt modelId="{CD7F7DFB-9CF6-4757-864B-E868C3E5808A}" type="parTrans" cxnId="{2C5F5ED4-EACC-491A-BD76-157327F75DF8}">
      <dgm:prSet/>
      <dgm:spPr/>
      <dgm:t>
        <a:bodyPr/>
        <a:lstStyle/>
        <a:p>
          <a:endParaRPr lang="en-US"/>
        </a:p>
      </dgm:t>
    </dgm:pt>
    <dgm:pt modelId="{C01FC183-0B01-4DFB-8540-A30E08863FEA}" type="sibTrans" cxnId="{2C5F5ED4-EACC-491A-BD76-157327F75DF8}">
      <dgm:prSet/>
      <dgm:spPr/>
      <dgm:t>
        <a:bodyPr/>
        <a:lstStyle/>
        <a:p>
          <a:endParaRPr lang="en-US"/>
        </a:p>
      </dgm:t>
    </dgm:pt>
    <dgm:pt modelId="{CEC5EDF0-9C40-40CD-BEF5-9B9F524D7ABD}">
      <dgm:prSet/>
      <dgm:spPr/>
      <dgm:t>
        <a:bodyPr/>
        <a:lstStyle/>
        <a:p>
          <a:r>
            <a:rPr lang="hu-HU" b="0" i="0" baseline="0"/>
            <a:t>kényelmesebb mobil használat</a:t>
          </a:r>
          <a:endParaRPr lang="en-US"/>
        </a:p>
      </dgm:t>
    </dgm:pt>
    <dgm:pt modelId="{A4DB41A6-8FFE-46B0-8385-42623686BCC3}" type="parTrans" cxnId="{A2666075-052D-4708-A25D-97C75C924AE8}">
      <dgm:prSet/>
      <dgm:spPr/>
      <dgm:t>
        <a:bodyPr/>
        <a:lstStyle/>
        <a:p>
          <a:endParaRPr lang="en-US"/>
        </a:p>
      </dgm:t>
    </dgm:pt>
    <dgm:pt modelId="{AA87F2E1-1099-4F00-B981-C318DB05E94B}" type="sibTrans" cxnId="{A2666075-052D-4708-A25D-97C75C924AE8}">
      <dgm:prSet/>
      <dgm:spPr/>
      <dgm:t>
        <a:bodyPr/>
        <a:lstStyle/>
        <a:p>
          <a:endParaRPr lang="en-US"/>
        </a:p>
      </dgm:t>
    </dgm:pt>
    <dgm:pt modelId="{EA1C0188-5F6D-4F6D-9C1C-3E224011D67C}" type="pres">
      <dgm:prSet presAssocID="{35ABDADB-D572-4319-8AB1-6A755FD3494F}" presName="diagram" presStyleCnt="0">
        <dgm:presLayoutVars>
          <dgm:dir/>
          <dgm:resizeHandles val="exact"/>
        </dgm:presLayoutVars>
      </dgm:prSet>
      <dgm:spPr/>
    </dgm:pt>
    <dgm:pt modelId="{95D7619F-E0AE-4911-84D0-797144573F34}" type="pres">
      <dgm:prSet presAssocID="{7A2E3DE8-9B87-40B5-91BB-545792DB7E15}" presName="node" presStyleLbl="node1" presStyleIdx="0" presStyleCnt="8">
        <dgm:presLayoutVars>
          <dgm:bulletEnabled val="1"/>
        </dgm:presLayoutVars>
      </dgm:prSet>
      <dgm:spPr/>
    </dgm:pt>
    <dgm:pt modelId="{F0CA90D8-F42D-435F-A1DF-45AEDBC3CCDD}" type="pres">
      <dgm:prSet presAssocID="{8D942075-6361-4E0E-B808-BFA425ADC926}" presName="sibTrans" presStyleCnt="0"/>
      <dgm:spPr/>
    </dgm:pt>
    <dgm:pt modelId="{A4D58D6C-8A38-4D4D-AFCB-0C1289ACBF64}" type="pres">
      <dgm:prSet presAssocID="{0549F62C-3F62-4253-B412-02A2E9068EFF}" presName="node" presStyleLbl="node1" presStyleIdx="1" presStyleCnt="8">
        <dgm:presLayoutVars>
          <dgm:bulletEnabled val="1"/>
        </dgm:presLayoutVars>
      </dgm:prSet>
      <dgm:spPr/>
    </dgm:pt>
    <dgm:pt modelId="{6B6B8741-E52C-429D-A572-6EDCFABAB7DA}" type="pres">
      <dgm:prSet presAssocID="{245F0005-86DA-414B-B9DF-D58ACA7CEEF0}" presName="sibTrans" presStyleCnt="0"/>
      <dgm:spPr/>
    </dgm:pt>
    <dgm:pt modelId="{B64420B2-49D5-41AA-B11E-40A8B480A401}" type="pres">
      <dgm:prSet presAssocID="{64204FC3-3239-4CD9-848E-6E0DE68E3E2B}" presName="node" presStyleLbl="node1" presStyleIdx="2" presStyleCnt="8">
        <dgm:presLayoutVars>
          <dgm:bulletEnabled val="1"/>
        </dgm:presLayoutVars>
      </dgm:prSet>
      <dgm:spPr/>
    </dgm:pt>
    <dgm:pt modelId="{C6E1E131-60CC-4602-8513-46F69E4C02A3}" type="pres">
      <dgm:prSet presAssocID="{5B23037E-2987-4EE6-A9FC-663B986B764D}" presName="sibTrans" presStyleCnt="0"/>
      <dgm:spPr/>
    </dgm:pt>
    <dgm:pt modelId="{01629716-0988-496A-90A5-6ACE1684B104}" type="pres">
      <dgm:prSet presAssocID="{5872A37B-EC74-4B2D-A200-ABAD239D48E2}" presName="node" presStyleLbl="node1" presStyleIdx="3" presStyleCnt="8">
        <dgm:presLayoutVars>
          <dgm:bulletEnabled val="1"/>
        </dgm:presLayoutVars>
      </dgm:prSet>
      <dgm:spPr/>
    </dgm:pt>
    <dgm:pt modelId="{202EC48F-AB48-4A65-9EE4-281043A1D699}" type="pres">
      <dgm:prSet presAssocID="{DC8D3F1F-A075-494D-B8D8-254073051074}" presName="sibTrans" presStyleCnt="0"/>
      <dgm:spPr/>
    </dgm:pt>
    <dgm:pt modelId="{3D86CB13-53DD-4B2E-BD8B-F1C6BCEF5138}" type="pres">
      <dgm:prSet presAssocID="{013C0EE6-EF89-4648-A247-D05236162253}" presName="node" presStyleLbl="node1" presStyleIdx="4" presStyleCnt="8">
        <dgm:presLayoutVars>
          <dgm:bulletEnabled val="1"/>
        </dgm:presLayoutVars>
      </dgm:prSet>
      <dgm:spPr/>
    </dgm:pt>
    <dgm:pt modelId="{F840C04E-C69C-4429-A437-9A773E6C4E55}" type="pres">
      <dgm:prSet presAssocID="{3C9D44EA-78DC-4AAB-9D19-F25726C18A1C}" presName="sibTrans" presStyleCnt="0"/>
      <dgm:spPr/>
    </dgm:pt>
    <dgm:pt modelId="{B27C0AFC-D5E1-40AC-A6EE-9BEE72D7E8A9}" type="pres">
      <dgm:prSet presAssocID="{96CD18F8-360F-40F3-B56A-3C8B9DBD0BFF}" presName="node" presStyleLbl="node1" presStyleIdx="5" presStyleCnt="8">
        <dgm:presLayoutVars>
          <dgm:bulletEnabled val="1"/>
        </dgm:presLayoutVars>
      </dgm:prSet>
      <dgm:spPr/>
    </dgm:pt>
    <dgm:pt modelId="{B151B100-0478-4A8E-8441-D83E2CE9626D}" type="pres">
      <dgm:prSet presAssocID="{FF0453B9-3537-42CF-8A66-496156C95744}" presName="sibTrans" presStyleCnt="0"/>
      <dgm:spPr/>
    </dgm:pt>
    <dgm:pt modelId="{19194100-9AD8-4931-B58B-8CD85B53308C}" type="pres">
      <dgm:prSet presAssocID="{D52B2E31-F629-4C3A-975A-CAFBB97183F8}" presName="node" presStyleLbl="node1" presStyleIdx="6" presStyleCnt="8">
        <dgm:presLayoutVars>
          <dgm:bulletEnabled val="1"/>
        </dgm:presLayoutVars>
      </dgm:prSet>
      <dgm:spPr/>
    </dgm:pt>
    <dgm:pt modelId="{5425ED67-A1C2-44F2-9602-C4E723200000}" type="pres">
      <dgm:prSet presAssocID="{C01FC183-0B01-4DFB-8540-A30E08863FEA}" presName="sibTrans" presStyleCnt="0"/>
      <dgm:spPr/>
    </dgm:pt>
    <dgm:pt modelId="{4AA23C1D-AF61-413B-8231-886F356C5A41}" type="pres">
      <dgm:prSet presAssocID="{CEC5EDF0-9C40-40CD-BEF5-9B9F524D7ABD}" presName="node" presStyleLbl="node1" presStyleIdx="7" presStyleCnt="8">
        <dgm:presLayoutVars>
          <dgm:bulletEnabled val="1"/>
        </dgm:presLayoutVars>
      </dgm:prSet>
      <dgm:spPr/>
    </dgm:pt>
  </dgm:ptLst>
  <dgm:cxnLst>
    <dgm:cxn modelId="{8B771033-113A-46A6-8324-8C7DB62973B9}" type="presOf" srcId="{D52B2E31-F629-4C3A-975A-CAFBB97183F8}" destId="{19194100-9AD8-4931-B58B-8CD85B53308C}" srcOrd="0" destOrd="0" presId="urn:microsoft.com/office/officeart/2005/8/layout/default"/>
    <dgm:cxn modelId="{D0202567-7F08-4EC2-A37B-BD213237722A}" srcId="{35ABDADB-D572-4319-8AB1-6A755FD3494F}" destId="{013C0EE6-EF89-4648-A247-D05236162253}" srcOrd="4" destOrd="0" parTransId="{F6DF5799-B3FE-414B-91D7-700B5237FEEB}" sibTransId="{3C9D44EA-78DC-4AAB-9D19-F25726C18A1C}"/>
    <dgm:cxn modelId="{BD866D6E-30D9-4B30-9D1E-CE82B1A993C6}" type="presOf" srcId="{96CD18F8-360F-40F3-B56A-3C8B9DBD0BFF}" destId="{B27C0AFC-D5E1-40AC-A6EE-9BEE72D7E8A9}" srcOrd="0" destOrd="0" presId="urn:microsoft.com/office/officeart/2005/8/layout/default"/>
    <dgm:cxn modelId="{A2666075-052D-4708-A25D-97C75C924AE8}" srcId="{35ABDADB-D572-4319-8AB1-6A755FD3494F}" destId="{CEC5EDF0-9C40-40CD-BEF5-9B9F524D7ABD}" srcOrd="7" destOrd="0" parTransId="{A4DB41A6-8FFE-46B0-8385-42623686BCC3}" sibTransId="{AA87F2E1-1099-4F00-B981-C318DB05E94B}"/>
    <dgm:cxn modelId="{57C23056-51B6-4B74-91D4-13CD4F87799C}" type="presOf" srcId="{35ABDADB-D572-4319-8AB1-6A755FD3494F}" destId="{EA1C0188-5F6D-4F6D-9C1C-3E224011D67C}" srcOrd="0" destOrd="0" presId="urn:microsoft.com/office/officeart/2005/8/layout/default"/>
    <dgm:cxn modelId="{D544A49E-A532-48AF-9DBD-C883F26716C4}" srcId="{35ABDADB-D572-4319-8AB1-6A755FD3494F}" destId="{0549F62C-3F62-4253-B412-02A2E9068EFF}" srcOrd="1" destOrd="0" parTransId="{02652DAD-7BC1-499B-BF92-C72CC78E615C}" sibTransId="{245F0005-86DA-414B-B9DF-D58ACA7CEEF0}"/>
    <dgm:cxn modelId="{9B12B0AA-70CE-4067-B185-CC4CB741FD90}" srcId="{35ABDADB-D572-4319-8AB1-6A755FD3494F}" destId="{64204FC3-3239-4CD9-848E-6E0DE68E3E2B}" srcOrd="2" destOrd="0" parTransId="{50ACAB5F-34CC-4DD3-84B2-3C40CE34E834}" sibTransId="{5B23037E-2987-4EE6-A9FC-663B986B764D}"/>
    <dgm:cxn modelId="{EE2F4AC1-CF4F-40BB-8354-66CB958C2ED6}" type="presOf" srcId="{64204FC3-3239-4CD9-848E-6E0DE68E3E2B}" destId="{B64420B2-49D5-41AA-B11E-40A8B480A401}" srcOrd="0" destOrd="0" presId="urn:microsoft.com/office/officeart/2005/8/layout/default"/>
    <dgm:cxn modelId="{D1CC77C2-0365-4FFC-8383-B885A0FE2D72}" type="presOf" srcId="{0549F62C-3F62-4253-B412-02A2E9068EFF}" destId="{A4D58D6C-8A38-4D4D-AFCB-0C1289ACBF64}" srcOrd="0" destOrd="0" presId="urn:microsoft.com/office/officeart/2005/8/layout/default"/>
    <dgm:cxn modelId="{B828D4C2-A3E9-444A-9BAD-41A4ED7CE762}" type="presOf" srcId="{CEC5EDF0-9C40-40CD-BEF5-9B9F524D7ABD}" destId="{4AA23C1D-AF61-413B-8231-886F356C5A41}" srcOrd="0" destOrd="0" presId="urn:microsoft.com/office/officeart/2005/8/layout/default"/>
    <dgm:cxn modelId="{FD8ECCD2-349A-4462-B06E-03185D24515A}" srcId="{35ABDADB-D572-4319-8AB1-6A755FD3494F}" destId="{96CD18F8-360F-40F3-B56A-3C8B9DBD0BFF}" srcOrd="5" destOrd="0" parTransId="{B1EB9829-9959-4141-BF9B-A887CAA2AEA1}" sibTransId="{FF0453B9-3537-42CF-8A66-496156C95744}"/>
    <dgm:cxn modelId="{2C5F5ED4-EACC-491A-BD76-157327F75DF8}" srcId="{35ABDADB-D572-4319-8AB1-6A755FD3494F}" destId="{D52B2E31-F629-4C3A-975A-CAFBB97183F8}" srcOrd="6" destOrd="0" parTransId="{CD7F7DFB-9CF6-4757-864B-E868C3E5808A}" sibTransId="{C01FC183-0B01-4DFB-8540-A30E08863FEA}"/>
    <dgm:cxn modelId="{D45921E3-9F3F-474E-AA99-A76BFDAEBC3A}" type="presOf" srcId="{013C0EE6-EF89-4648-A247-D05236162253}" destId="{3D86CB13-53DD-4B2E-BD8B-F1C6BCEF5138}" srcOrd="0" destOrd="0" presId="urn:microsoft.com/office/officeart/2005/8/layout/default"/>
    <dgm:cxn modelId="{330FBFE7-FF9A-484E-B373-4E3A5C7788FC}" srcId="{35ABDADB-D572-4319-8AB1-6A755FD3494F}" destId="{5872A37B-EC74-4B2D-A200-ABAD239D48E2}" srcOrd="3" destOrd="0" parTransId="{4D69D828-7F8E-4185-9100-FD825E10989F}" sibTransId="{DC8D3F1F-A075-494D-B8D8-254073051074}"/>
    <dgm:cxn modelId="{76E1CBED-BD40-445B-8CC1-1C9713BA356F}" type="presOf" srcId="{5872A37B-EC74-4B2D-A200-ABAD239D48E2}" destId="{01629716-0988-496A-90A5-6ACE1684B104}" srcOrd="0" destOrd="0" presId="urn:microsoft.com/office/officeart/2005/8/layout/default"/>
    <dgm:cxn modelId="{3E87E3F3-F60F-4ACF-90B1-8168FBA02430}" srcId="{35ABDADB-D572-4319-8AB1-6A755FD3494F}" destId="{7A2E3DE8-9B87-40B5-91BB-545792DB7E15}" srcOrd="0" destOrd="0" parTransId="{A953E2BC-B90F-4282-B21B-9ECAE5E94081}" sibTransId="{8D942075-6361-4E0E-B808-BFA425ADC926}"/>
    <dgm:cxn modelId="{9B39C7F4-F009-46D6-A491-5066396934BC}" type="presOf" srcId="{7A2E3DE8-9B87-40B5-91BB-545792DB7E15}" destId="{95D7619F-E0AE-4911-84D0-797144573F34}" srcOrd="0" destOrd="0" presId="urn:microsoft.com/office/officeart/2005/8/layout/default"/>
    <dgm:cxn modelId="{0E2CE4BF-EFE5-4C7F-A95D-3CBD8A935D26}" type="presParOf" srcId="{EA1C0188-5F6D-4F6D-9C1C-3E224011D67C}" destId="{95D7619F-E0AE-4911-84D0-797144573F34}" srcOrd="0" destOrd="0" presId="urn:microsoft.com/office/officeart/2005/8/layout/default"/>
    <dgm:cxn modelId="{47B11516-36E0-48E2-8835-16A1F387E6B4}" type="presParOf" srcId="{EA1C0188-5F6D-4F6D-9C1C-3E224011D67C}" destId="{F0CA90D8-F42D-435F-A1DF-45AEDBC3CCDD}" srcOrd="1" destOrd="0" presId="urn:microsoft.com/office/officeart/2005/8/layout/default"/>
    <dgm:cxn modelId="{350E096A-F48D-4213-83D7-86B01CB97B42}" type="presParOf" srcId="{EA1C0188-5F6D-4F6D-9C1C-3E224011D67C}" destId="{A4D58D6C-8A38-4D4D-AFCB-0C1289ACBF64}" srcOrd="2" destOrd="0" presId="urn:microsoft.com/office/officeart/2005/8/layout/default"/>
    <dgm:cxn modelId="{1CAF60D1-D091-45F0-9C49-ED9151D627F5}" type="presParOf" srcId="{EA1C0188-5F6D-4F6D-9C1C-3E224011D67C}" destId="{6B6B8741-E52C-429D-A572-6EDCFABAB7DA}" srcOrd="3" destOrd="0" presId="urn:microsoft.com/office/officeart/2005/8/layout/default"/>
    <dgm:cxn modelId="{7EF9FB08-9D72-4E1F-82F7-70EDAD4B86E4}" type="presParOf" srcId="{EA1C0188-5F6D-4F6D-9C1C-3E224011D67C}" destId="{B64420B2-49D5-41AA-B11E-40A8B480A401}" srcOrd="4" destOrd="0" presId="urn:microsoft.com/office/officeart/2005/8/layout/default"/>
    <dgm:cxn modelId="{0E2684FC-0182-41DC-87B9-C7970493093B}" type="presParOf" srcId="{EA1C0188-5F6D-4F6D-9C1C-3E224011D67C}" destId="{C6E1E131-60CC-4602-8513-46F69E4C02A3}" srcOrd="5" destOrd="0" presId="urn:microsoft.com/office/officeart/2005/8/layout/default"/>
    <dgm:cxn modelId="{2F928473-D602-4E03-A948-C9749CD20D72}" type="presParOf" srcId="{EA1C0188-5F6D-4F6D-9C1C-3E224011D67C}" destId="{01629716-0988-496A-90A5-6ACE1684B104}" srcOrd="6" destOrd="0" presId="urn:microsoft.com/office/officeart/2005/8/layout/default"/>
    <dgm:cxn modelId="{AF6D5FD2-733E-4001-B9C8-84F301A80E2B}" type="presParOf" srcId="{EA1C0188-5F6D-4F6D-9C1C-3E224011D67C}" destId="{202EC48F-AB48-4A65-9EE4-281043A1D699}" srcOrd="7" destOrd="0" presId="urn:microsoft.com/office/officeart/2005/8/layout/default"/>
    <dgm:cxn modelId="{D738133A-303D-471A-87F4-732D6A53C0FD}" type="presParOf" srcId="{EA1C0188-5F6D-4F6D-9C1C-3E224011D67C}" destId="{3D86CB13-53DD-4B2E-BD8B-F1C6BCEF5138}" srcOrd="8" destOrd="0" presId="urn:microsoft.com/office/officeart/2005/8/layout/default"/>
    <dgm:cxn modelId="{083A0BF1-7B5F-4AC1-A836-6D4E605FFFD0}" type="presParOf" srcId="{EA1C0188-5F6D-4F6D-9C1C-3E224011D67C}" destId="{F840C04E-C69C-4429-A437-9A773E6C4E55}" srcOrd="9" destOrd="0" presId="urn:microsoft.com/office/officeart/2005/8/layout/default"/>
    <dgm:cxn modelId="{002C57EA-63C5-4EC7-866B-95EE11B8937A}" type="presParOf" srcId="{EA1C0188-5F6D-4F6D-9C1C-3E224011D67C}" destId="{B27C0AFC-D5E1-40AC-A6EE-9BEE72D7E8A9}" srcOrd="10" destOrd="0" presId="urn:microsoft.com/office/officeart/2005/8/layout/default"/>
    <dgm:cxn modelId="{8DA624EF-C259-4C34-8283-50466D69BF95}" type="presParOf" srcId="{EA1C0188-5F6D-4F6D-9C1C-3E224011D67C}" destId="{B151B100-0478-4A8E-8441-D83E2CE9626D}" srcOrd="11" destOrd="0" presId="urn:microsoft.com/office/officeart/2005/8/layout/default"/>
    <dgm:cxn modelId="{E06FC11E-8837-42C8-8DDC-6844081AD59F}" type="presParOf" srcId="{EA1C0188-5F6D-4F6D-9C1C-3E224011D67C}" destId="{19194100-9AD8-4931-B58B-8CD85B53308C}" srcOrd="12" destOrd="0" presId="urn:microsoft.com/office/officeart/2005/8/layout/default"/>
    <dgm:cxn modelId="{692E6250-5550-4F5F-9519-BE9E4A00372C}" type="presParOf" srcId="{EA1C0188-5F6D-4F6D-9C1C-3E224011D67C}" destId="{5425ED67-A1C2-44F2-9602-C4E723200000}" srcOrd="13" destOrd="0" presId="urn:microsoft.com/office/officeart/2005/8/layout/default"/>
    <dgm:cxn modelId="{37CB0C05-5A50-4999-B20C-1732FCBCEDD7}" type="presParOf" srcId="{EA1C0188-5F6D-4F6D-9C1C-3E224011D67C}" destId="{4AA23C1D-AF61-413B-8231-886F356C5A41}" srcOrd="1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A89F5-7919-4BB0-A8F6-53859609605A}">
      <dsp:nvSpPr>
        <dsp:cNvPr id="0" name=""/>
        <dsp:cNvSpPr/>
      </dsp:nvSpPr>
      <dsp:spPr>
        <a:xfrm>
          <a:off x="0" y="424400"/>
          <a:ext cx="6666833" cy="6048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D91D6CE-CD80-4125-946A-F7B0A0AEF25B}">
      <dsp:nvSpPr>
        <dsp:cNvPr id="0" name=""/>
        <dsp:cNvSpPr/>
      </dsp:nvSpPr>
      <dsp:spPr>
        <a:xfrm>
          <a:off x="333341" y="70160"/>
          <a:ext cx="4666783" cy="708480"/>
        </a:xfrm>
        <a:prstGeom prst="roundRect">
          <a:avLst/>
        </a:prstGeom>
        <a:gradFill rotWithShape="0">
          <a:gsLst>
            <a:gs pos="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hu-HU" sz="2400" kern="1200" dirty="0" err="1"/>
            <a:t>Teams</a:t>
          </a:r>
          <a:endParaRPr lang="en-US" sz="2400" kern="1200" dirty="0"/>
        </a:p>
      </dsp:txBody>
      <dsp:txXfrm>
        <a:off x="367926" y="104745"/>
        <a:ext cx="4597613" cy="639310"/>
      </dsp:txXfrm>
    </dsp:sp>
    <dsp:sp modelId="{714043A1-0692-490B-8FA7-0EB7D7429743}">
      <dsp:nvSpPr>
        <dsp:cNvPr id="0" name=""/>
        <dsp:cNvSpPr/>
      </dsp:nvSpPr>
      <dsp:spPr>
        <a:xfrm>
          <a:off x="0" y="1513040"/>
          <a:ext cx="6666833" cy="604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494A803-555B-4D58-8BB5-609312EBE53F}">
      <dsp:nvSpPr>
        <dsp:cNvPr id="0" name=""/>
        <dsp:cNvSpPr/>
      </dsp:nvSpPr>
      <dsp:spPr>
        <a:xfrm>
          <a:off x="333341" y="1158800"/>
          <a:ext cx="4666783" cy="7084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hu-HU" sz="2400" kern="1200" dirty="0" err="1"/>
            <a:t>Github</a:t>
          </a:r>
          <a:endParaRPr lang="en-US" sz="2400" kern="1200" dirty="0"/>
        </a:p>
      </dsp:txBody>
      <dsp:txXfrm>
        <a:off x="367926" y="1193385"/>
        <a:ext cx="4597613" cy="639310"/>
      </dsp:txXfrm>
    </dsp:sp>
    <dsp:sp modelId="{74625971-222A-4497-8CAE-AEF7556CEA36}">
      <dsp:nvSpPr>
        <dsp:cNvPr id="0" name=""/>
        <dsp:cNvSpPr/>
      </dsp:nvSpPr>
      <dsp:spPr>
        <a:xfrm>
          <a:off x="0" y="2601680"/>
          <a:ext cx="6666833" cy="6048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D2C6DB5-2F6B-457B-AB9D-9A86DB2B2F51}">
      <dsp:nvSpPr>
        <dsp:cNvPr id="0" name=""/>
        <dsp:cNvSpPr/>
      </dsp:nvSpPr>
      <dsp:spPr>
        <a:xfrm>
          <a:off x="333341" y="2247440"/>
          <a:ext cx="4666783" cy="708480"/>
        </a:xfrm>
        <a:prstGeom prst="roundRect">
          <a:avLst/>
        </a:prstGeom>
        <a:gradFill rotWithShape="0">
          <a:gsLst>
            <a:gs pos="0">
              <a:srgbClr val="7030A0"/>
            </a:gs>
            <a:gs pos="25000">
              <a:srgbClr val="7030A0"/>
            </a:gs>
            <a:gs pos="50000">
              <a:srgbClr val="7030A0"/>
            </a:gs>
            <a:gs pos="100000">
              <a:srgbClr val="7030A0"/>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hu-HU" sz="2400" kern="1200" dirty="0"/>
            <a:t>Visual</a:t>
          </a:r>
          <a:r>
            <a:rPr lang="hu-HU" sz="2400" kern="1200" baseline="0" dirty="0"/>
            <a:t> </a:t>
          </a:r>
          <a:r>
            <a:rPr lang="hu-HU" sz="2400" kern="1200" baseline="0" dirty="0" err="1"/>
            <a:t>Studio</a:t>
          </a:r>
          <a:r>
            <a:rPr lang="hu-HU" sz="2400" kern="1200" baseline="0" dirty="0"/>
            <a:t> </a:t>
          </a:r>
          <a:r>
            <a:rPr lang="hu-HU" sz="2400" kern="1200" baseline="0" dirty="0" err="1"/>
            <a:t>Code</a:t>
          </a:r>
          <a:endParaRPr lang="en-US" sz="2400" kern="1200" dirty="0"/>
        </a:p>
      </dsp:txBody>
      <dsp:txXfrm>
        <a:off x="367926" y="2282025"/>
        <a:ext cx="4597613" cy="639310"/>
      </dsp:txXfrm>
    </dsp:sp>
    <dsp:sp modelId="{00C1891F-0781-44ED-93C0-78FAE83B02F1}">
      <dsp:nvSpPr>
        <dsp:cNvPr id="0" name=""/>
        <dsp:cNvSpPr/>
      </dsp:nvSpPr>
      <dsp:spPr>
        <a:xfrm>
          <a:off x="0" y="3690319"/>
          <a:ext cx="6666833" cy="6048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44314C4A-6CDB-48F2-9FA4-214458D2D758}">
      <dsp:nvSpPr>
        <dsp:cNvPr id="0" name=""/>
        <dsp:cNvSpPr/>
      </dsp:nvSpPr>
      <dsp:spPr>
        <a:xfrm>
          <a:off x="333341" y="3336080"/>
          <a:ext cx="4666783" cy="7084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hu-HU" sz="2400" kern="1200" dirty="0" err="1"/>
            <a:t>Discord</a:t>
          </a:r>
          <a:endParaRPr lang="en-US" sz="2400" kern="1200" dirty="0"/>
        </a:p>
      </dsp:txBody>
      <dsp:txXfrm>
        <a:off x="367926" y="3370665"/>
        <a:ext cx="4597613" cy="639310"/>
      </dsp:txXfrm>
    </dsp:sp>
    <dsp:sp modelId="{C9A4A968-1E08-4854-B136-9680E32934A6}">
      <dsp:nvSpPr>
        <dsp:cNvPr id="0" name=""/>
        <dsp:cNvSpPr/>
      </dsp:nvSpPr>
      <dsp:spPr>
        <a:xfrm>
          <a:off x="0" y="4778959"/>
          <a:ext cx="6666833" cy="6048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A2A8BB46-5578-4709-A541-4EDE3CC198E2}">
      <dsp:nvSpPr>
        <dsp:cNvPr id="0" name=""/>
        <dsp:cNvSpPr/>
      </dsp:nvSpPr>
      <dsp:spPr>
        <a:xfrm>
          <a:off x="333341" y="4424719"/>
          <a:ext cx="4666783" cy="70848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hu-HU" sz="2400" kern="1200" dirty="0"/>
            <a:t>PowerPoint, Word </a:t>
          </a:r>
          <a:endParaRPr lang="en-US" sz="2400" kern="1200" dirty="0"/>
        </a:p>
      </dsp:txBody>
      <dsp:txXfrm>
        <a:off x="367926" y="4459304"/>
        <a:ext cx="4597613" cy="639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63A55D-D5E9-41D4-9E9F-A8D23D86AFB5}">
      <dsp:nvSpPr>
        <dsp:cNvPr id="0" name=""/>
        <dsp:cNvSpPr/>
      </dsp:nvSpPr>
      <dsp:spPr>
        <a:xfrm>
          <a:off x="0" y="54426"/>
          <a:ext cx="5247819" cy="103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hu-HU" sz="2600" b="0" i="0" kern="1200" baseline="0"/>
            <a:t>React komponens alapú rendszer</a:t>
          </a:r>
          <a:endParaRPr lang="en-GB" sz="2600" kern="1200"/>
        </a:p>
      </dsp:txBody>
      <dsp:txXfrm>
        <a:off x="50420" y="104846"/>
        <a:ext cx="5146979" cy="932014"/>
      </dsp:txXfrm>
    </dsp:sp>
    <dsp:sp modelId="{0C24B4B2-55E4-47D7-B555-E1BE3942DF8C}">
      <dsp:nvSpPr>
        <dsp:cNvPr id="0" name=""/>
        <dsp:cNvSpPr/>
      </dsp:nvSpPr>
      <dsp:spPr>
        <a:xfrm>
          <a:off x="0" y="1162160"/>
          <a:ext cx="5247819" cy="103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hu-HU" sz="2600" b="0" i="0" kern="1200" baseline="0"/>
            <a:t>Külön oldalak és újrahasznosítható komponensek</a:t>
          </a:r>
          <a:endParaRPr lang="en-GB" sz="2600" kern="1200"/>
        </a:p>
      </dsp:txBody>
      <dsp:txXfrm>
        <a:off x="50420" y="1212580"/>
        <a:ext cx="5146979" cy="932014"/>
      </dsp:txXfrm>
    </dsp:sp>
    <dsp:sp modelId="{E025151C-BA1C-4389-A021-3A6D2A1C6510}">
      <dsp:nvSpPr>
        <dsp:cNvPr id="0" name=""/>
        <dsp:cNvSpPr/>
      </dsp:nvSpPr>
      <dsp:spPr>
        <a:xfrm>
          <a:off x="0" y="2269894"/>
          <a:ext cx="5247819" cy="103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hu-HU" sz="2600" b="0" i="0" kern="1200" baseline="0"/>
            <a:t>useAuth és useAdat context</a:t>
          </a:r>
          <a:endParaRPr lang="en-GB" sz="2600" kern="1200"/>
        </a:p>
      </dsp:txBody>
      <dsp:txXfrm>
        <a:off x="50420" y="2320314"/>
        <a:ext cx="5146979" cy="932014"/>
      </dsp:txXfrm>
    </dsp:sp>
    <dsp:sp modelId="{6BA20413-FAF6-4E8C-B93B-D247D2EEE0A2}">
      <dsp:nvSpPr>
        <dsp:cNvPr id="0" name=""/>
        <dsp:cNvSpPr/>
      </dsp:nvSpPr>
      <dsp:spPr>
        <a:xfrm>
          <a:off x="0" y="3377628"/>
          <a:ext cx="5247819" cy="103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hu-HU" sz="2600" b="0" i="0" kern="1200" baseline="0"/>
            <a:t>Modalok, kártyák, csillagos értékelés</a:t>
          </a:r>
          <a:endParaRPr lang="en-GB" sz="2600" kern="1200"/>
        </a:p>
      </dsp:txBody>
      <dsp:txXfrm>
        <a:off x="50420" y="3428048"/>
        <a:ext cx="5146979" cy="932014"/>
      </dsp:txXfrm>
    </dsp:sp>
    <dsp:sp modelId="{8B78EE90-8BE8-46D5-B614-5DFF2A0DB5FA}">
      <dsp:nvSpPr>
        <dsp:cNvPr id="0" name=""/>
        <dsp:cNvSpPr/>
      </dsp:nvSpPr>
      <dsp:spPr>
        <a:xfrm>
          <a:off x="0" y="4485362"/>
          <a:ext cx="5247819" cy="103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hu-HU" sz="2600" b="0" i="0" kern="1200" baseline="0"/>
            <a:t>Reszponzív navbar és mobil menü</a:t>
          </a:r>
          <a:endParaRPr lang="en-GB" sz="2600" kern="1200"/>
        </a:p>
      </dsp:txBody>
      <dsp:txXfrm>
        <a:off x="50420" y="4535782"/>
        <a:ext cx="5146979" cy="9320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8BB082-E05F-4DD6-802B-B30E68F7425F}">
      <dsp:nvSpPr>
        <dsp:cNvPr id="0" name=""/>
        <dsp:cNvSpPr/>
      </dsp:nvSpPr>
      <dsp:spPr>
        <a:xfrm>
          <a:off x="0" y="0"/>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D227D38-6802-4243-B67D-2FF4C9842243}">
      <dsp:nvSpPr>
        <dsp:cNvPr id="0" name=""/>
        <dsp:cNvSpPr/>
      </dsp:nvSpPr>
      <dsp:spPr>
        <a:xfrm>
          <a:off x="0" y="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hu-HU" sz="4000" b="0" i="0" kern="1200" baseline="0"/>
            <a:t>Profil szerkesztése, profilkép</a:t>
          </a:r>
          <a:endParaRPr lang="en-US" sz="4000" kern="1200"/>
        </a:p>
      </dsp:txBody>
      <dsp:txXfrm>
        <a:off x="0" y="0"/>
        <a:ext cx="6666833" cy="1363480"/>
      </dsp:txXfrm>
    </dsp:sp>
    <dsp:sp modelId="{AD69286C-1F4A-44FD-832A-8CAE54E16A81}">
      <dsp:nvSpPr>
        <dsp:cNvPr id="0" name=""/>
        <dsp:cNvSpPr/>
      </dsp:nvSpPr>
      <dsp:spPr>
        <a:xfrm>
          <a:off x="0" y="1363480"/>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E5817CD-E099-4329-A6F8-F7C8CC730CBA}">
      <dsp:nvSpPr>
        <dsp:cNvPr id="0" name=""/>
        <dsp:cNvSpPr/>
      </dsp:nvSpPr>
      <dsp:spPr>
        <a:xfrm>
          <a:off x="0" y="136348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hu-HU" sz="4000" b="0" i="0" kern="1200" baseline="0"/>
            <a:t>Fórum témák és hozzászólások</a:t>
          </a:r>
          <a:endParaRPr lang="en-US" sz="4000" kern="1200"/>
        </a:p>
      </dsp:txBody>
      <dsp:txXfrm>
        <a:off x="0" y="1363480"/>
        <a:ext cx="6666833" cy="1363480"/>
      </dsp:txXfrm>
    </dsp:sp>
    <dsp:sp modelId="{7A4F1D6A-DBB4-4A0E-AF58-E2094CBD1767}">
      <dsp:nvSpPr>
        <dsp:cNvPr id="0" name=""/>
        <dsp:cNvSpPr/>
      </dsp:nvSpPr>
      <dsp:spPr>
        <a:xfrm>
          <a:off x="0" y="2726960"/>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73CA87A-4662-44FD-92C7-C2D33632BC95}">
      <dsp:nvSpPr>
        <dsp:cNvPr id="0" name=""/>
        <dsp:cNvSpPr/>
      </dsp:nvSpPr>
      <dsp:spPr>
        <a:xfrm>
          <a:off x="0" y="272696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hu-HU" sz="4000" b="0" i="0" kern="1200" baseline="0" dirty="0"/>
            <a:t>Építési napló blokkokkal</a:t>
          </a:r>
          <a:endParaRPr lang="en-US" sz="4000" kern="1200" dirty="0"/>
        </a:p>
      </dsp:txBody>
      <dsp:txXfrm>
        <a:off x="0" y="2726960"/>
        <a:ext cx="6666833" cy="1363480"/>
      </dsp:txXfrm>
    </dsp:sp>
    <dsp:sp modelId="{66BA995A-CE44-47CB-A678-E0717990EE34}">
      <dsp:nvSpPr>
        <dsp:cNvPr id="0" name=""/>
        <dsp:cNvSpPr/>
      </dsp:nvSpPr>
      <dsp:spPr>
        <a:xfrm>
          <a:off x="0" y="4090440"/>
          <a:ext cx="666683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91F7DE8-1232-4D9D-B51C-24E9220C73A6}">
      <dsp:nvSpPr>
        <dsp:cNvPr id="0" name=""/>
        <dsp:cNvSpPr/>
      </dsp:nvSpPr>
      <dsp:spPr>
        <a:xfrm>
          <a:off x="0" y="409044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hu-HU" sz="4000" b="0" i="0" kern="1200" baseline="0" dirty="0"/>
            <a:t>Szerepkörfüggő felület</a:t>
          </a:r>
          <a:endParaRPr lang="en-US" sz="4000" kern="1200" dirty="0"/>
        </a:p>
      </dsp:txBody>
      <dsp:txXfrm>
        <a:off x="0" y="4090440"/>
        <a:ext cx="6666833" cy="13634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BA9323-3618-416D-ABBD-67EE8838CA3D}">
      <dsp:nvSpPr>
        <dsp:cNvPr id="0" name=""/>
        <dsp:cNvSpPr/>
      </dsp:nvSpPr>
      <dsp:spPr>
        <a:xfrm>
          <a:off x="0" y="39687"/>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hu-HU" sz="3900" b="0" i="0" kern="1200" baseline="0"/>
            <a:t>Sötét, modern megjelenés</a:t>
          </a:r>
          <a:endParaRPr lang="en-US" sz="3900" kern="1200"/>
        </a:p>
      </dsp:txBody>
      <dsp:txXfrm>
        <a:off x="0" y="39687"/>
        <a:ext cx="3286125" cy="1971675"/>
      </dsp:txXfrm>
    </dsp:sp>
    <dsp:sp modelId="{E1B1A7AA-03F6-4432-85D7-B5BCB544E991}">
      <dsp:nvSpPr>
        <dsp:cNvPr id="0" name=""/>
        <dsp:cNvSpPr/>
      </dsp:nvSpPr>
      <dsp:spPr>
        <a:xfrm>
          <a:off x="3614737" y="39687"/>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hu-HU" sz="3900" b="0" i="0" kern="1200" baseline="0"/>
            <a:t>CSS változók</a:t>
          </a:r>
          <a:endParaRPr lang="en-US" sz="3900" kern="1200"/>
        </a:p>
      </dsp:txBody>
      <dsp:txXfrm>
        <a:off x="3614737" y="39687"/>
        <a:ext cx="3286125" cy="1971675"/>
      </dsp:txXfrm>
    </dsp:sp>
    <dsp:sp modelId="{827B3190-8E14-4643-9018-E819245F7834}">
      <dsp:nvSpPr>
        <dsp:cNvPr id="0" name=""/>
        <dsp:cNvSpPr/>
      </dsp:nvSpPr>
      <dsp:spPr>
        <a:xfrm>
          <a:off x="7229475" y="39687"/>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hu-HU" sz="3900" b="0" i="0" kern="1200" baseline="0"/>
            <a:t>Card alapú layout</a:t>
          </a:r>
          <a:endParaRPr lang="en-US" sz="3900" kern="1200"/>
        </a:p>
      </dsp:txBody>
      <dsp:txXfrm>
        <a:off x="7229475" y="39687"/>
        <a:ext cx="3286125" cy="1971675"/>
      </dsp:txXfrm>
    </dsp:sp>
    <dsp:sp modelId="{8D195DF9-60E1-4771-A97D-85C02D8592EB}">
      <dsp:nvSpPr>
        <dsp:cNvPr id="0" name=""/>
        <dsp:cNvSpPr/>
      </dsp:nvSpPr>
      <dsp:spPr>
        <a:xfrm>
          <a:off x="1807368" y="2339975"/>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hu-HU" sz="3900" b="0" i="0" kern="1200" baseline="0"/>
            <a:t>Hover effektek, státusz-pill-ek</a:t>
          </a:r>
          <a:endParaRPr lang="en-US" sz="3900" kern="1200"/>
        </a:p>
      </dsp:txBody>
      <dsp:txXfrm>
        <a:off x="1807368" y="2339975"/>
        <a:ext cx="3286125" cy="1971675"/>
      </dsp:txXfrm>
    </dsp:sp>
    <dsp:sp modelId="{8A178E18-DE92-4D64-AEAA-4D4879290C47}">
      <dsp:nvSpPr>
        <dsp:cNvPr id="0" name=""/>
        <dsp:cNvSpPr/>
      </dsp:nvSpPr>
      <dsp:spPr>
        <a:xfrm>
          <a:off x="5422106" y="2339975"/>
          <a:ext cx="3286125" cy="197167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hu-HU" sz="3900" b="0" i="0" kern="1200" baseline="0"/>
            <a:t>Mobil nézet támogatása</a:t>
          </a:r>
          <a:endParaRPr lang="en-US" sz="3900" kern="1200"/>
        </a:p>
      </dsp:txBody>
      <dsp:txXfrm>
        <a:off x="5422106" y="2339975"/>
        <a:ext cx="3286125" cy="19716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932149-50F7-4FDB-BD0A-5E05542D756E}">
      <dsp:nvSpPr>
        <dsp:cNvPr id="0" name=""/>
        <dsp:cNvSpPr/>
      </dsp:nvSpPr>
      <dsp:spPr>
        <a:xfrm>
          <a:off x="0" y="412056"/>
          <a:ext cx="4509083"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u-HU" sz="2300" b="0" i="0" kern="1200" baseline="0"/>
            <a:t>Express szerver</a:t>
          </a:r>
          <a:endParaRPr lang="en-GB" sz="2300" kern="1200"/>
        </a:p>
      </dsp:txBody>
      <dsp:txXfrm>
        <a:off x="26930" y="438986"/>
        <a:ext cx="4455223" cy="497795"/>
      </dsp:txXfrm>
    </dsp:sp>
    <dsp:sp modelId="{5AE6CF0C-6AC3-4892-B134-81AD10534013}">
      <dsp:nvSpPr>
        <dsp:cNvPr id="0" name=""/>
        <dsp:cNvSpPr/>
      </dsp:nvSpPr>
      <dsp:spPr>
        <a:xfrm>
          <a:off x="0" y="1029951"/>
          <a:ext cx="4509083"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u-HU" sz="2300" b="0" i="0" kern="1200" baseline="0"/>
            <a:t>Route-modulokra bontott felépítés</a:t>
          </a:r>
          <a:endParaRPr lang="en-GB" sz="2300" kern="1200"/>
        </a:p>
      </dsp:txBody>
      <dsp:txXfrm>
        <a:off x="26930" y="1056881"/>
        <a:ext cx="4455223" cy="497795"/>
      </dsp:txXfrm>
    </dsp:sp>
    <dsp:sp modelId="{C32CE5AD-E374-4172-8002-DA81C3CEC611}">
      <dsp:nvSpPr>
        <dsp:cNvPr id="0" name=""/>
        <dsp:cNvSpPr/>
      </dsp:nvSpPr>
      <dsp:spPr>
        <a:xfrm>
          <a:off x="0" y="1647846"/>
          <a:ext cx="4509083"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u-HU" sz="2300" b="0" i="0" kern="1200" baseline="0"/>
            <a:t>Middleware-ek</a:t>
          </a:r>
          <a:endParaRPr lang="en-GB" sz="2300" kern="1200"/>
        </a:p>
      </dsp:txBody>
      <dsp:txXfrm>
        <a:off x="26930" y="1674776"/>
        <a:ext cx="4455223" cy="497795"/>
      </dsp:txXfrm>
    </dsp:sp>
    <dsp:sp modelId="{82D3D2B0-92B2-437B-BF49-6B63146E128D}">
      <dsp:nvSpPr>
        <dsp:cNvPr id="0" name=""/>
        <dsp:cNvSpPr/>
      </dsp:nvSpPr>
      <dsp:spPr>
        <a:xfrm>
          <a:off x="0" y="2265741"/>
          <a:ext cx="4509083"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u-HU" sz="2300" b="0" i="0" kern="1200" baseline="0"/>
            <a:t>MySQL kapcsolat poolon keresztül</a:t>
          </a:r>
          <a:endParaRPr lang="en-GB" sz="2300" kern="1200"/>
        </a:p>
      </dsp:txBody>
      <dsp:txXfrm>
        <a:off x="26930" y="2292671"/>
        <a:ext cx="4455223" cy="4977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F84EED-9F3D-4520-B128-DA6D8BC0165D}">
      <dsp:nvSpPr>
        <dsp:cNvPr id="0" name=""/>
        <dsp:cNvSpPr/>
      </dsp:nvSpPr>
      <dsp:spPr>
        <a:xfrm rot="5400000">
          <a:off x="1787202" y="152067"/>
          <a:ext cx="1173783" cy="102119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React Frontend</a:t>
          </a:r>
          <a:endParaRPr lang="hu-HU" sz="900" kern="1200" dirty="0"/>
        </a:p>
      </dsp:txBody>
      <dsp:txXfrm rot="-5400000">
        <a:off x="2022634" y="258687"/>
        <a:ext cx="702919" cy="807954"/>
      </dsp:txXfrm>
    </dsp:sp>
    <dsp:sp modelId="{B1D1935E-4B1E-445F-85EF-44A8179CA621}">
      <dsp:nvSpPr>
        <dsp:cNvPr id="0" name=""/>
        <dsp:cNvSpPr/>
      </dsp:nvSpPr>
      <dsp:spPr>
        <a:xfrm>
          <a:off x="2915677" y="310528"/>
          <a:ext cx="1309941" cy="704269"/>
        </a:xfrm>
        <a:prstGeom prst="rect">
          <a:avLst/>
        </a:prstGeom>
        <a:noFill/>
        <a:ln>
          <a:noFill/>
        </a:ln>
        <a:effectLst/>
      </dsp:spPr>
      <dsp:style>
        <a:lnRef idx="0">
          <a:scrgbClr r="0" g="0" b="0"/>
        </a:lnRef>
        <a:fillRef idx="0">
          <a:scrgbClr r="0" g="0" b="0"/>
        </a:fillRef>
        <a:effectRef idx="0">
          <a:scrgbClr r="0" g="0" b="0"/>
        </a:effectRef>
        <a:fontRef idx="minor"/>
      </dsp:style>
    </dsp:sp>
    <dsp:sp modelId="{CA78DFA5-CB2E-40F3-898E-8B9E6AFACFB5}">
      <dsp:nvSpPr>
        <dsp:cNvPr id="0" name=""/>
        <dsp:cNvSpPr/>
      </dsp:nvSpPr>
      <dsp:spPr>
        <a:xfrm rot="5400000">
          <a:off x="684315" y="152067"/>
          <a:ext cx="1173783" cy="102119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hu-HU" sz="3600" kern="1200"/>
        </a:p>
      </dsp:txBody>
      <dsp:txXfrm rot="-5400000">
        <a:off x="919747" y="258687"/>
        <a:ext cx="702919" cy="807954"/>
      </dsp:txXfrm>
    </dsp:sp>
    <dsp:sp modelId="{81F4390A-11DA-41F2-A9C1-12049F98EC41}">
      <dsp:nvSpPr>
        <dsp:cNvPr id="0" name=""/>
        <dsp:cNvSpPr/>
      </dsp:nvSpPr>
      <dsp:spPr>
        <a:xfrm rot="5400000">
          <a:off x="1233645" y="1148374"/>
          <a:ext cx="1173783" cy="102119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Express API</a:t>
          </a:r>
          <a:endParaRPr lang="hu-HU" sz="900" kern="1200" dirty="0"/>
        </a:p>
      </dsp:txBody>
      <dsp:txXfrm rot="-5400000">
        <a:off x="1469077" y="1254994"/>
        <a:ext cx="702919" cy="807954"/>
      </dsp:txXfrm>
    </dsp:sp>
    <dsp:sp modelId="{F8293779-AED2-4153-9BCA-6768C8CB9DD7}">
      <dsp:nvSpPr>
        <dsp:cNvPr id="0" name=""/>
        <dsp:cNvSpPr/>
      </dsp:nvSpPr>
      <dsp:spPr>
        <a:xfrm>
          <a:off x="0" y="1306835"/>
          <a:ext cx="1267685" cy="704269"/>
        </a:xfrm>
        <a:prstGeom prst="rect">
          <a:avLst/>
        </a:prstGeom>
        <a:noFill/>
        <a:ln>
          <a:noFill/>
        </a:ln>
        <a:effectLst/>
      </dsp:spPr>
      <dsp:style>
        <a:lnRef idx="0">
          <a:scrgbClr r="0" g="0" b="0"/>
        </a:lnRef>
        <a:fillRef idx="0">
          <a:scrgbClr r="0" g="0" b="0"/>
        </a:fillRef>
        <a:effectRef idx="0">
          <a:scrgbClr r="0" g="0" b="0"/>
        </a:effectRef>
        <a:fontRef idx="minor"/>
      </dsp:style>
    </dsp:sp>
    <dsp:sp modelId="{323785A1-6929-4D4D-A944-E3922EAC644D}">
      <dsp:nvSpPr>
        <dsp:cNvPr id="0" name=""/>
        <dsp:cNvSpPr/>
      </dsp:nvSpPr>
      <dsp:spPr>
        <a:xfrm rot="5400000">
          <a:off x="2336532" y="1148374"/>
          <a:ext cx="1173783" cy="102119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hu-HU" sz="3600" kern="1200"/>
        </a:p>
      </dsp:txBody>
      <dsp:txXfrm rot="-5400000">
        <a:off x="2571964" y="1254994"/>
        <a:ext cx="702919" cy="807954"/>
      </dsp:txXfrm>
    </dsp:sp>
    <dsp:sp modelId="{CF7D9BD9-06FA-4ACC-9146-5AF2EADE151F}">
      <dsp:nvSpPr>
        <dsp:cNvPr id="0" name=""/>
        <dsp:cNvSpPr/>
      </dsp:nvSpPr>
      <dsp:spPr>
        <a:xfrm rot="5400000">
          <a:off x="1787202" y="2144681"/>
          <a:ext cx="1173783" cy="102119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Middleware</a:t>
          </a:r>
          <a:r>
            <a:rPr lang="hu-HU" sz="900" kern="1200" dirty="0"/>
            <a:t>-e</a:t>
          </a:r>
          <a:r>
            <a:rPr lang="en-GB" sz="900" kern="1200" dirty="0"/>
            <a:t>k</a:t>
          </a:r>
          <a:endParaRPr lang="hu-HU" sz="900" kern="1200" dirty="0"/>
        </a:p>
      </dsp:txBody>
      <dsp:txXfrm rot="-5400000">
        <a:off x="2022634" y="2251301"/>
        <a:ext cx="702919" cy="807954"/>
      </dsp:txXfrm>
    </dsp:sp>
    <dsp:sp modelId="{62451480-7831-4EE9-AA8B-177B3F9CF715}">
      <dsp:nvSpPr>
        <dsp:cNvPr id="0" name=""/>
        <dsp:cNvSpPr/>
      </dsp:nvSpPr>
      <dsp:spPr>
        <a:xfrm>
          <a:off x="2915677" y="2303142"/>
          <a:ext cx="1309941" cy="704269"/>
        </a:xfrm>
        <a:prstGeom prst="rect">
          <a:avLst/>
        </a:prstGeom>
        <a:noFill/>
        <a:ln>
          <a:noFill/>
        </a:ln>
        <a:effectLst/>
      </dsp:spPr>
      <dsp:style>
        <a:lnRef idx="0">
          <a:scrgbClr r="0" g="0" b="0"/>
        </a:lnRef>
        <a:fillRef idx="0">
          <a:scrgbClr r="0" g="0" b="0"/>
        </a:fillRef>
        <a:effectRef idx="0">
          <a:scrgbClr r="0" g="0" b="0"/>
        </a:effectRef>
        <a:fontRef idx="minor"/>
      </dsp:style>
    </dsp:sp>
    <dsp:sp modelId="{793CD173-C04D-4FB5-9874-F7014763E953}">
      <dsp:nvSpPr>
        <dsp:cNvPr id="0" name=""/>
        <dsp:cNvSpPr/>
      </dsp:nvSpPr>
      <dsp:spPr>
        <a:xfrm rot="5400000">
          <a:off x="684315" y="2144681"/>
          <a:ext cx="1173783" cy="102119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hu-HU" sz="3600" kern="1200"/>
        </a:p>
      </dsp:txBody>
      <dsp:txXfrm rot="-5400000">
        <a:off x="919747" y="2251301"/>
        <a:ext cx="702919" cy="807954"/>
      </dsp:txXfrm>
    </dsp:sp>
    <dsp:sp modelId="{D3513035-6545-469B-B9E3-59676FBD8D09}">
      <dsp:nvSpPr>
        <dsp:cNvPr id="0" name=""/>
        <dsp:cNvSpPr/>
      </dsp:nvSpPr>
      <dsp:spPr>
        <a:xfrm rot="5400000">
          <a:off x="1233645" y="3140988"/>
          <a:ext cx="1173783" cy="102119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dirty="0"/>
            <a:t>MySQL</a:t>
          </a:r>
          <a:r>
            <a:rPr lang="hu-HU" sz="900" kern="1200" dirty="0"/>
            <a:t> </a:t>
          </a:r>
          <a:r>
            <a:rPr lang="en-GB" sz="900" kern="1200" dirty="0"/>
            <a:t>Database</a:t>
          </a:r>
        </a:p>
      </dsp:txBody>
      <dsp:txXfrm rot="-5400000">
        <a:off x="1469077" y="3247608"/>
        <a:ext cx="702919" cy="807954"/>
      </dsp:txXfrm>
    </dsp:sp>
    <dsp:sp modelId="{426C39B2-F966-4C8B-9F87-FEE903167C65}">
      <dsp:nvSpPr>
        <dsp:cNvPr id="0" name=""/>
        <dsp:cNvSpPr/>
      </dsp:nvSpPr>
      <dsp:spPr>
        <a:xfrm>
          <a:off x="0" y="3299449"/>
          <a:ext cx="1267685" cy="704269"/>
        </a:xfrm>
        <a:prstGeom prst="rect">
          <a:avLst/>
        </a:prstGeom>
        <a:noFill/>
        <a:ln>
          <a:noFill/>
        </a:ln>
        <a:effectLst/>
      </dsp:spPr>
      <dsp:style>
        <a:lnRef idx="0">
          <a:scrgbClr r="0" g="0" b="0"/>
        </a:lnRef>
        <a:fillRef idx="0">
          <a:scrgbClr r="0" g="0" b="0"/>
        </a:fillRef>
        <a:effectRef idx="0">
          <a:scrgbClr r="0" g="0" b="0"/>
        </a:effectRef>
        <a:fontRef idx="minor"/>
      </dsp:style>
    </dsp:sp>
    <dsp:sp modelId="{EEAF5C81-36CE-4EB2-BB2E-666B1AB8B831}">
      <dsp:nvSpPr>
        <dsp:cNvPr id="0" name=""/>
        <dsp:cNvSpPr/>
      </dsp:nvSpPr>
      <dsp:spPr>
        <a:xfrm rot="5400000">
          <a:off x="2336532" y="3140988"/>
          <a:ext cx="1173783" cy="1021191"/>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hu-HU" sz="3600" kern="1200"/>
        </a:p>
      </dsp:txBody>
      <dsp:txXfrm rot="-5400000">
        <a:off x="2571964" y="3247608"/>
        <a:ext cx="702919" cy="8079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2CF05C-6A8D-4EC1-96B6-AD0354E1F059}">
      <dsp:nvSpPr>
        <dsp:cNvPr id="0" name=""/>
        <dsp:cNvSpPr/>
      </dsp:nvSpPr>
      <dsp:spPr>
        <a:xfrm>
          <a:off x="0" y="2663"/>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E0AC314-6C03-4F1B-AD41-225908DC57F0}">
      <dsp:nvSpPr>
        <dsp:cNvPr id="0" name=""/>
        <dsp:cNvSpPr/>
      </dsp:nvSpPr>
      <dsp:spPr>
        <a:xfrm>
          <a:off x="0" y="2663"/>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hu-HU" sz="2900" b="0" i="0" kern="1200" baseline="0"/>
            <a:t>Makettek listázása, szűrése, átlagértékelés</a:t>
          </a:r>
          <a:endParaRPr lang="en-US" sz="2900" kern="1200"/>
        </a:p>
      </dsp:txBody>
      <dsp:txXfrm>
        <a:off x="0" y="2663"/>
        <a:ext cx="6666833" cy="908098"/>
      </dsp:txXfrm>
    </dsp:sp>
    <dsp:sp modelId="{6DE9E33F-F3F2-437B-B7E5-DF90695AC6D8}">
      <dsp:nvSpPr>
        <dsp:cNvPr id="0" name=""/>
        <dsp:cNvSpPr/>
      </dsp:nvSpPr>
      <dsp:spPr>
        <a:xfrm>
          <a:off x="0" y="910762"/>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AE35576-B49B-4398-BBCA-1DD160469F83}">
      <dsp:nvSpPr>
        <dsp:cNvPr id="0" name=""/>
        <dsp:cNvSpPr/>
      </dsp:nvSpPr>
      <dsp:spPr>
        <a:xfrm>
          <a:off x="0" y="910762"/>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hu-HU" sz="2900" b="0" i="0" kern="1200" baseline="0"/>
            <a:t>Vélemények CRUD</a:t>
          </a:r>
          <a:endParaRPr lang="en-US" sz="2900" kern="1200"/>
        </a:p>
      </dsp:txBody>
      <dsp:txXfrm>
        <a:off x="0" y="910762"/>
        <a:ext cx="6666833" cy="908098"/>
      </dsp:txXfrm>
    </dsp:sp>
    <dsp:sp modelId="{904A5F32-A414-4951-BBA9-6461E45F0688}">
      <dsp:nvSpPr>
        <dsp:cNvPr id="0" name=""/>
        <dsp:cNvSpPr/>
      </dsp:nvSpPr>
      <dsp:spPr>
        <a:xfrm>
          <a:off x="0" y="1818861"/>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ECB28EB-E161-4862-BBDC-ED6E2B0D215C}">
      <dsp:nvSpPr>
        <dsp:cNvPr id="0" name=""/>
        <dsp:cNvSpPr/>
      </dsp:nvSpPr>
      <dsp:spPr>
        <a:xfrm>
          <a:off x="0" y="1818861"/>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hu-HU" sz="2900" b="0" i="0" kern="1200" baseline="0"/>
            <a:t>Kedvencek kezelése</a:t>
          </a:r>
          <a:endParaRPr lang="en-US" sz="2900" kern="1200"/>
        </a:p>
      </dsp:txBody>
      <dsp:txXfrm>
        <a:off x="0" y="1818861"/>
        <a:ext cx="6666833" cy="908098"/>
      </dsp:txXfrm>
    </dsp:sp>
    <dsp:sp modelId="{8D24B6E6-1DE9-4250-A090-BCC314CEBF2E}">
      <dsp:nvSpPr>
        <dsp:cNvPr id="0" name=""/>
        <dsp:cNvSpPr/>
      </dsp:nvSpPr>
      <dsp:spPr>
        <a:xfrm>
          <a:off x="0" y="2726960"/>
          <a:ext cx="666683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B955762-06AD-4674-9780-BA9F730DE2E3}">
      <dsp:nvSpPr>
        <dsp:cNvPr id="0" name=""/>
        <dsp:cNvSpPr/>
      </dsp:nvSpPr>
      <dsp:spPr>
        <a:xfrm>
          <a:off x="0" y="2726960"/>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hu-HU" sz="2900" b="0" i="0" kern="1200" baseline="0"/>
            <a:t>Fórum témák és üzenetek</a:t>
          </a:r>
          <a:endParaRPr lang="en-US" sz="2900" kern="1200"/>
        </a:p>
      </dsp:txBody>
      <dsp:txXfrm>
        <a:off x="0" y="2726960"/>
        <a:ext cx="6666833" cy="908098"/>
      </dsp:txXfrm>
    </dsp:sp>
    <dsp:sp modelId="{80AB0FA2-91E1-455C-9412-F51D6D5F4FC7}">
      <dsp:nvSpPr>
        <dsp:cNvPr id="0" name=""/>
        <dsp:cNvSpPr/>
      </dsp:nvSpPr>
      <dsp:spPr>
        <a:xfrm>
          <a:off x="0" y="3635058"/>
          <a:ext cx="666683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73E2400-1C92-4EA6-AAF0-83F159301BF9}">
      <dsp:nvSpPr>
        <dsp:cNvPr id="0" name=""/>
        <dsp:cNvSpPr/>
      </dsp:nvSpPr>
      <dsp:spPr>
        <a:xfrm>
          <a:off x="0" y="3635058"/>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hu-HU" sz="2900" b="0" i="0" kern="1200" baseline="0"/>
            <a:t>Profil frissítés és képfeltöltés</a:t>
          </a:r>
          <a:endParaRPr lang="en-US" sz="2900" kern="1200"/>
        </a:p>
      </dsp:txBody>
      <dsp:txXfrm>
        <a:off x="0" y="3635058"/>
        <a:ext cx="6666833" cy="908098"/>
      </dsp:txXfrm>
    </dsp:sp>
    <dsp:sp modelId="{1AACD170-27A5-4F5A-AA01-A3B70DFEE383}">
      <dsp:nvSpPr>
        <dsp:cNvPr id="0" name=""/>
        <dsp:cNvSpPr/>
      </dsp:nvSpPr>
      <dsp:spPr>
        <a:xfrm>
          <a:off x="0" y="4543157"/>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E69E382-CC17-4151-A13A-797B37D77F9C}">
      <dsp:nvSpPr>
        <dsp:cNvPr id="0" name=""/>
        <dsp:cNvSpPr/>
      </dsp:nvSpPr>
      <dsp:spPr>
        <a:xfrm>
          <a:off x="0" y="4543157"/>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hu-HU" sz="2900" b="0" i="0" kern="1200" baseline="0"/>
            <a:t>Admin jóváhagyás és felhasználókezelés</a:t>
          </a:r>
          <a:endParaRPr lang="en-US" sz="2900" kern="1200"/>
        </a:p>
      </dsp:txBody>
      <dsp:txXfrm>
        <a:off x="0" y="4543157"/>
        <a:ext cx="6666833" cy="90809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EB0E74-609B-4A46-A9A5-373264BBEA7A}">
      <dsp:nvSpPr>
        <dsp:cNvPr id="0" name=""/>
        <dsp:cNvSpPr/>
      </dsp:nvSpPr>
      <dsp:spPr>
        <a:xfrm>
          <a:off x="0" y="735625"/>
          <a:ext cx="655534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hu-HU" sz="3100" b="0" i="0" kern="1200" baseline="0"/>
            <a:t>Relációs adatbázis</a:t>
          </a:r>
          <a:endParaRPr lang="en-GB" sz="3100" kern="1200"/>
        </a:p>
      </dsp:txBody>
      <dsp:txXfrm>
        <a:off x="36296" y="771921"/>
        <a:ext cx="6482755" cy="670943"/>
      </dsp:txXfrm>
    </dsp:sp>
    <dsp:sp modelId="{86D52A9A-C251-4190-A7F4-940F2839C0F2}">
      <dsp:nvSpPr>
        <dsp:cNvPr id="0" name=""/>
        <dsp:cNvSpPr/>
      </dsp:nvSpPr>
      <dsp:spPr>
        <a:xfrm>
          <a:off x="0" y="1568440"/>
          <a:ext cx="655534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hu-HU" sz="3100" b="0" i="0" kern="1200" baseline="0"/>
            <a:t>Táblák külön funkciókhoz</a:t>
          </a:r>
          <a:endParaRPr lang="en-GB" sz="3100" kern="1200"/>
        </a:p>
      </dsp:txBody>
      <dsp:txXfrm>
        <a:off x="36296" y="1604736"/>
        <a:ext cx="6482755" cy="670943"/>
      </dsp:txXfrm>
    </dsp:sp>
    <dsp:sp modelId="{4B571DE5-C777-4EAF-8EC3-ECE2BF452FC2}">
      <dsp:nvSpPr>
        <dsp:cNvPr id="0" name=""/>
        <dsp:cNvSpPr/>
      </dsp:nvSpPr>
      <dsp:spPr>
        <a:xfrm>
          <a:off x="0" y="2401256"/>
          <a:ext cx="655534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hu-HU" sz="3100" b="0" i="0" kern="1200" baseline="0"/>
            <a:t>Primary key és foreign key kapcsolatok</a:t>
          </a:r>
          <a:endParaRPr lang="en-GB" sz="3100" kern="1200"/>
        </a:p>
      </dsp:txBody>
      <dsp:txXfrm>
        <a:off x="36296" y="2437552"/>
        <a:ext cx="6482755" cy="670943"/>
      </dsp:txXfrm>
    </dsp:sp>
    <dsp:sp modelId="{3B4503D2-4FB9-4E90-B814-CAB2AE38C33D}">
      <dsp:nvSpPr>
        <dsp:cNvPr id="0" name=""/>
        <dsp:cNvSpPr/>
      </dsp:nvSpPr>
      <dsp:spPr>
        <a:xfrm>
          <a:off x="0" y="3234070"/>
          <a:ext cx="655534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hu-HU" sz="3100" b="0" i="0" kern="1200" baseline="0"/>
            <a:t>Kaszkád törlés több kapcsolatnál</a:t>
          </a:r>
          <a:endParaRPr lang="en-GB" sz="3100" kern="1200"/>
        </a:p>
      </dsp:txBody>
      <dsp:txXfrm>
        <a:off x="36296" y="3270366"/>
        <a:ext cx="6482755" cy="670943"/>
      </dsp:txXfrm>
    </dsp:sp>
    <dsp:sp modelId="{8C31103E-BF31-42A4-BE3A-9069E19476F7}">
      <dsp:nvSpPr>
        <dsp:cNvPr id="0" name=""/>
        <dsp:cNvSpPr/>
      </dsp:nvSpPr>
      <dsp:spPr>
        <a:xfrm>
          <a:off x="0" y="4066886"/>
          <a:ext cx="6555347"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hu-HU" sz="3100" b="0" i="0" kern="1200" baseline="0"/>
            <a:t>Állapotkezelés a maketteknél</a:t>
          </a:r>
          <a:endParaRPr lang="en-GB" sz="3100" kern="1200"/>
        </a:p>
      </dsp:txBody>
      <dsp:txXfrm>
        <a:off x="36296" y="4103182"/>
        <a:ext cx="6482755" cy="67094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D7619F-E0AE-4911-84D0-797144573F34}">
      <dsp:nvSpPr>
        <dsp:cNvPr id="0" name=""/>
        <dsp:cNvSpPr/>
      </dsp:nvSpPr>
      <dsp:spPr>
        <a:xfrm>
          <a:off x="3080" y="587032"/>
          <a:ext cx="2444055" cy="146643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hu-HU" sz="2900" b="0" i="0" kern="1200" baseline="0"/>
            <a:t>Teljes full-stack rendszer</a:t>
          </a:r>
          <a:endParaRPr lang="en-US" sz="2900" kern="1200"/>
        </a:p>
      </dsp:txBody>
      <dsp:txXfrm>
        <a:off x="3080" y="587032"/>
        <a:ext cx="2444055" cy="1466433"/>
      </dsp:txXfrm>
    </dsp:sp>
    <dsp:sp modelId="{A4D58D6C-8A38-4D4D-AFCB-0C1289ACBF64}">
      <dsp:nvSpPr>
        <dsp:cNvPr id="0" name=""/>
        <dsp:cNvSpPr/>
      </dsp:nvSpPr>
      <dsp:spPr>
        <a:xfrm>
          <a:off x="2691541" y="587032"/>
          <a:ext cx="2444055" cy="1466433"/>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hu-HU" sz="2900" b="0" i="0" kern="1200" baseline="0"/>
            <a:t>Valós közösségi funkciók</a:t>
          </a:r>
          <a:endParaRPr lang="en-US" sz="2900" kern="1200"/>
        </a:p>
      </dsp:txBody>
      <dsp:txXfrm>
        <a:off x="2691541" y="587032"/>
        <a:ext cx="2444055" cy="1466433"/>
      </dsp:txXfrm>
    </dsp:sp>
    <dsp:sp modelId="{B64420B2-49D5-41AA-B11E-40A8B480A401}">
      <dsp:nvSpPr>
        <dsp:cNvPr id="0" name=""/>
        <dsp:cNvSpPr/>
      </dsp:nvSpPr>
      <dsp:spPr>
        <a:xfrm>
          <a:off x="5380002" y="587032"/>
          <a:ext cx="2444055" cy="1466433"/>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hu-HU" sz="2900" b="0" i="0" kern="1200" baseline="0"/>
            <a:t>Biztonságos és bővíthető felépítés</a:t>
          </a:r>
          <a:endParaRPr lang="en-US" sz="2900" kern="1200"/>
        </a:p>
      </dsp:txBody>
      <dsp:txXfrm>
        <a:off x="5380002" y="587032"/>
        <a:ext cx="2444055" cy="1466433"/>
      </dsp:txXfrm>
    </dsp:sp>
    <dsp:sp modelId="{01629716-0988-496A-90A5-6ACE1684B104}">
      <dsp:nvSpPr>
        <dsp:cNvPr id="0" name=""/>
        <dsp:cNvSpPr/>
      </dsp:nvSpPr>
      <dsp:spPr>
        <a:xfrm>
          <a:off x="8068463" y="587032"/>
          <a:ext cx="2444055" cy="1466433"/>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hu-HU" sz="2900" b="0" i="0" kern="1200" baseline="0"/>
            <a:t>Jövőbeli lehetőségek:</a:t>
          </a:r>
          <a:endParaRPr lang="en-US" sz="2900" kern="1200"/>
        </a:p>
      </dsp:txBody>
      <dsp:txXfrm>
        <a:off x="8068463" y="587032"/>
        <a:ext cx="2444055" cy="1466433"/>
      </dsp:txXfrm>
    </dsp:sp>
    <dsp:sp modelId="{3D86CB13-53DD-4B2E-BD8B-F1C6BCEF5138}">
      <dsp:nvSpPr>
        <dsp:cNvPr id="0" name=""/>
        <dsp:cNvSpPr/>
      </dsp:nvSpPr>
      <dsp:spPr>
        <a:xfrm>
          <a:off x="3080" y="2297871"/>
          <a:ext cx="2444055" cy="1466433"/>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hu-HU" sz="2900" b="0" i="0" kern="1200" baseline="0"/>
            <a:t>még jobb keresés</a:t>
          </a:r>
          <a:endParaRPr lang="en-US" sz="2900" kern="1200"/>
        </a:p>
      </dsp:txBody>
      <dsp:txXfrm>
        <a:off x="3080" y="2297871"/>
        <a:ext cx="2444055" cy="1466433"/>
      </dsp:txXfrm>
    </dsp:sp>
    <dsp:sp modelId="{B27C0AFC-D5E1-40AC-A6EE-9BEE72D7E8A9}">
      <dsp:nvSpPr>
        <dsp:cNvPr id="0" name=""/>
        <dsp:cNvSpPr/>
      </dsp:nvSpPr>
      <dsp:spPr>
        <a:xfrm>
          <a:off x="2691541" y="2297871"/>
          <a:ext cx="2444055" cy="146643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hu-HU" sz="2900" b="0" i="0" kern="1200" baseline="0"/>
            <a:t>több admin statisztika</a:t>
          </a:r>
          <a:endParaRPr lang="en-US" sz="2900" kern="1200"/>
        </a:p>
      </dsp:txBody>
      <dsp:txXfrm>
        <a:off x="2691541" y="2297871"/>
        <a:ext cx="2444055" cy="1466433"/>
      </dsp:txXfrm>
    </dsp:sp>
    <dsp:sp modelId="{19194100-9AD8-4931-B58B-8CD85B53308C}">
      <dsp:nvSpPr>
        <dsp:cNvPr id="0" name=""/>
        <dsp:cNvSpPr/>
      </dsp:nvSpPr>
      <dsp:spPr>
        <a:xfrm>
          <a:off x="5380002" y="2297871"/>
          <a:ext cx="2444055" cy="1466433"/>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hu-HU" sz="2900" b="0" i="0" kern="1200" baseline="0"/>
            <a:t>fejlettebb AI</a:t>
          </a:r>
          <a:endParaRPr lang="en-US" sz="2900" kern="1200"/>
        </a:p>
      </dsp:txBody>
      <dsp:txXfrm>
        <a:off x="5380002" y="2297871"/>
        <a:ext cx="2444055" cy="1466433"/>
      </dsp:txXfrm>
    </dsp:sp>
    <dsp:sp modelId="{4AA23C1D-AF61-413B-8231-886F356C5A41}">
      <dsp:nvSpPr>
        <dsp:cNvPr id="0" name=""/>
        <dsp:cNvSpPr/>
      </dsp:nvSpPr>
      <dsp:spPr>
        <a:xfrm>
          <a:off x="8068463" y="2297871"/>
          <a:ext cx="2444055" cy="1466433"/>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hu-HU" sz="2900" b="0" i="0" kern="1200" baseline="0"/>
            <a:t>kényelmesebb mobil használat</a:t>
          </a:r>
          <a:endParaRPr lang="en-US" sz="2900" kern="1200"/>
        </a:p>
      </dsp:txBody>
      <dsp:txXfrm>
        <a:off x="8068463" y="2297871"/>
        <a:ext cx="2444055" cy="146643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4F195F-7F2C-40F3-B247-AEA4312FB65B}" type="datetimeFigureOut">
              <a:rPr lang="hu-HU" smtClean="0"/>
              <a:t>2026. 05. 31.</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B2AB52-DE3E-44E0-AFFD-20264D143888}" type="slidenum">
              <a:rPr lang="hu-HU" smtClean="0"/>
              <a:t>‹#›</a:t>
            </a:fld>
            <a:endParaRPr lang="hu-HU"/>
          </a:p>
        </p:txBody>
      </p:sp>
    </p:spTree>
    <p:extLst>
      <p:ext uri="{BB962C8B-B14F-4D97-AF65-F5344CB8AC3E}">
        <p14:creationId xmlns:p14="http://schemas.microsoft.com/office/powerpoint/2010/main" val="301544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noProof="0" dirty="0"/>
              <a:t>Jónapot, a nevem Patrik, és szeretném bemutatni a projektünket a csapattársaimmal, Hohn Mártonnal és Szabados Bendegúz Henrikkel együtt. A projektünk neve </a:t>
            </a:r>
            <a:r>
              <a:rPr lang="hu-HU" noProof="0" dirty="0" err="1"/>
              <a:t>MakettMester</a:t>
            </a:r>
            <a:r>
              <a:rPr lang="hu-HU" noProof="0" dirty="0"/>
              <a:t>, és egy közösségi platformot hoztunk létre a </a:t>
            </a:r>
            <a:r>
              <a:rPr lang="hu-HU" noProof="0" dirty="0" err="1"/>
              <a:t>makettezés</a:t>
            </a:r>
            <a:r>
              <a:rPr lang="hu-HU" noProof="0" dirty="0"/>
              <a:t> iránt érdeklődők számára. Az alkalmazás segítségével a felhasználók böngészhetnek a makettek között, értékeléseket írhatnak, kedvencek közé menthetnek modelleket, használhatják a fórumot, valamint követhetik saját építési naplóikat. Ebben a prezentációban bemutatjuk a rendszerünk frontendjét, backendjét és adatbázisát.</a:t>
            </a:r>
          </a:p>
        </p:txBody>
      </p:sp>
      <p:sp>
        <p:nvSpPr>
          <p:cNvPr id="4" name="Dia számának helye 3"/>
          <p:cNvSpPr>
            <a:spLocks noGrp="1"/>
          </p:cNvSpPr>
          <p:nvPr>
            <p:ph type="sldNum" sz="quarter" idx="5"/>
          </p:nvPr>
        </p:nvSpPr>
        <p:spPr/>
        <p:txBody>
          <a:bodyPr/>
          <a:lstStyle/>
          <a:p>
            <a:fld id="{C4B2AB52-DE3E-44E0-AFFD-20264D143888}" type="slidenum">
              <a:rPr lang="hu-HU" smtClean="0"/>
              <a:t>1</a:t>
            </a:fld>
            <a:endParaRPr lang="hu-HU"/>
          </a:p>
        </p:txBody>
      </p:sp>
    </p:spTree>
    <p:extLst>
      <p:ext uri="{BB962C8B-B14F-4D97-AF65-F5344CB8AC3E}">
        <p14:creationId xmlns:p14="http://schemas.microsoft.com/office/powerpoint/2010/main" val="1515762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C49E6-C83C-2D66-7713-95154B9EC6FA}"/>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74657C0F-C1AB-EE6A-BA62-419C79E82A4A}"/>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D0F341A8-B6DC-632A-669D-2A5E12F17648}"/>
              </a:ext>
            </a:extLst>
          </p:cNvPr>
          <p:cNvSpPr>
            <a:spLocks noGrp="1"/>
          </p:cNvSpPr>
          <p:nvPr>
            <p:ph type="body" idx="1"/>
          </p:nvPr>
        </p:nvSpPr>
        <p:spPr/>
        <p:txBody>
          <a:bodyPr/>
          <a:lstStyle/>
          <a:p>
            <a:r>
              <a:rPr lang="en-US" dirty="0"/>
              <a:t>The problem was that there was no single, comprehensive platform for scale modeling enthusiasts. Existing websites were mostly limited to listing models and lacked community features. Our solution was to create a platform where users can browse models, write reviews, participate in forum discussions, and maintain build logs. In addition, we developed an admin system and role-based access control.</a:t>
            </a:r>
            <a:endParaRPr lang="hu-HU" noProof="0" dirty="0"/>
          </a:p>
        </p:txBody>
      </p:sp>
      <p:sp>
        <p:nvSpPr>
          <p:cNvPr id="4" name="Dia számának helye 3">
            <a:extLst>
              <a:ext uri="{FF2B5EF4-FFF2-40B4-BE49-F238E27FC236}">
                <a16:creationId xmlns:a16="http://schemas.microsoft.com/office/drawing/2014/main" id="{BDF2C884-5103-0818-92B0-BC6EADFEBFC1}"/>
              </a:ext>
            </a:extLst>
          </p:cNvPr>
          <p:cNvSpPr>
            <a:spLocks noGrp="1"/>
          </p:cNvSpPr>
          <p:nvPr>
            <p:ph type="sldNum" sz="quarter" idx="5"/>
          </p:nvPr>
        </p:nvSpPr>
        <p:spPr/>
        <p:txBody>
          <a:bodyPr/>
          <a:lstStyle/>
          <a:p>
            <a:fld id="{C4B2AB52-DE3E-44E0-AFFD-20264D143888}" type="slidenum">
              <a:rPr lang="hu-HU" smtClean="0"/>
              <a:t>2</a:t>
            </a:fld>
            <a:endParaRPr lang="hu-HU"/>
          </a:p>
        </p:txBody>
      </p:sp>
    </p:spTree>
    <p:extLst>
      <p:ext uri="{BB962C8B-B14F-4D97-AF65-F5344CB8AC3E}">
        <p14:creationId xmlns:p14="http://schemas.microsoft.com/office/powerpoint/2010/main" val="3749620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56BE1-8AA2-2A31-6C02-D770EE905EC8}"/>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4E2A5155-F986-8AF0-503B-4FA380F51A99}"/>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AACB6B0B-D0CF-77A1-E590-55D5CBA1A48D}"/>
              </a:ext>
            </a:extLst>
          </p:cNvPr>
          <p:cNvSpPr>
            <a:spLocks noGrp="1"/>
          </p:cNvSpPr>
          <p:nvPr>
            <p:ph type="body" idx="1"/>
          </p:nvPr>
        </p:nvSpPr>
        <p:spPr/>
        <p:txBody>
          <a:bodyPr/>
          <a:lstStyle/>
          <a:p>
            <a:r>
              <a:rPr lang="en-US" dirty="0"/>
              <a:t>The aim of the project was to develop a unified platform for scale modeling enthusiasts. Users can browse models, leave reviews, participate in forum discussions, and submit their own models. We also focused on implementing role-based access control and creating a modern, responsive user interface.</a:t>
            </a:r>
          </a:p>
        </p:txBody>
      </p:sp>
      <p:sp>
        <p:nvSpPr>
          <p:cNvPr id="4" name="Dia számának helye 3">
            <a:extLst>
              <a:ext uri="{FF2B5EF4-FFF2-40B4-BE49-F238E27FC236}">
                <a16:creationId xmlns:a16="http://schemas.microsoft.com/office/drawing/2014/main" id="{7CD32F89-CBC4-39D7-7013-474C6C82DA0E}"/>
              </a:ext>
            </a:extLst>
          </p:cNvPr>
          <p:cNvSpPr>
            <a:spLocks noGrp="1"/>
          </p:cNvSpPr>
          <p:nvPr>
            <p:ph type="sldNum" sz="quarter" idx="5"/>
          </p:nvPr>
        </p:nvSpPr>
        <p:spPr/>
        <p:txBody>
          <a:bodyPr/>
          <a:lstStyle/>
          <a:p>
            <a:fld id="{C4B2AB52-DE3E-44E0-AFFD-20264D143888}" type="slidenum">
              <a:rPr lang="hu-HU" smtClean="0"/>
              <a:t>3</a:t>
            </a:fld>
            <a:endParaRPr lang="hu-HU"/>
          </a:p>
        </p:txBody>
      </p:sp>
    </p:spTree>
    <p:extLst>
      <p:ext uri="{BB962C8B-B14F-4D97-AF65-F5344CB8AC3E}">
        <p14:creationId xmlns:p14="http://schemas.microsoft.com/office/powerpoint/2010/main" val="308462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projekt fejlesztése során több eszközt is használtunk. A kommunikációhoz és a csapatmunkához a Microsoft </a:t>
            </a:r>
            <a:r>
              <a:rPr lang="hu-HU" dirty="0" err="1"/>
              <a:t>Teams</a:t>
            </a:r>
            <a:r>
              <a:rPr lang="hu-HU" dirty="0"/>
              <a:t> és a </a:t>
            </a:r>
            <a:r>
              <a:rPr lang="hu-HU" dirty="0" err="1"/>
              <a:t>Discord</a:t>
            </a:r>
            <a:r>
              <a:rPr lang="hu-HU" dirty="0"/>
              <a:t> szolgált. A verziókezelést és az együttműködést GitHub segítségével kezeltük. A fejlesztést Visual </a:t>
            </a:r>
            <a:r>
              <a:rPr lang="hu-HU" dirty="0" err="1"/>
              <a:t>Studio</a:t>
            </a:r>
            <a:r>
              <a:rPr lang="hu-HU" dirty="0"/>
              <a:t> </a:t>
            </a:r>
            <a:r>
              <a:rPr lang="hu-HU" dirty="0" err="1"/>
              <a:t>Code</a:t>
            </a:r>
            <a:r>
              <a:rPr lang="hu-HU" dirty="0"/>
              <a:t>-ban végeztük, amely rugalmas és hatékony programozási környezetet biztosított. A dokumentációhoz és a prezentáció elkészítéséhez pedig a PowerPointot és a Wordöt használtuk. Ezek az eszközök együtt segítették a hatékony csapatmunkát és a projekt szervezett megvalósítását.</a:t>
            </a:r>
          </a:p>
        </p:txBody>
      </p:sp>
      <p:sp>
        <p:nvSpPr>
          <p:cNvPr id="4" name="Dia számának helye 3"/>
          <p:cNvSpPr>
            <a:spLocks noGrp="1"/>
          </p:cNvSpPr>
          <p:nvPr>
            <p:ph type="sldNum" sz="quarter" idx="5"/>
          </p:nvPr>
        </p:nvSpPr>
        <p:spPr/>
        <p:txBody>
          <a:bodyPr/>
          <a:lstStyle/>
          <a:p>
            <a:fld id="{C4B2AB52-DE3E-44E0-AFFD-20264D143888}" type="slidenum">
              <a:rPr lang="hu-HU" smtClean="0"/>
              <a:t>4</a:t>
            </a:fld>
            <a:endParaRPr lang="hu-HU"/>
          </a:p>
        </p:txBody>
      </p:sp>
    </p:spTree>
    <p:extLst>
      <p:ext uri="{BB962C8B-B14F-4D97-AF65-F5344CB8AC3E}">
        <p14:creationId xmlns:p14="http://schemas.microsoft.com/office/powerpoint/2010/main" val="1199897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fld id="{C4B2AB52-DE3E-44E0-AFFD-20264D143888}" type="slidenum">
              <a:rPr lang="hu-HU" smtClean="0"/>
              <a:t>5</a:t>
            </a:fld>
            <a:endParaRPr lang="hu-HU"/>
          </a:p>
        </p:txBody>
      </p:sp>
    </p:spTree>
    <p:extLst>
      <p:ext uri="{BB962C8B-B14F-4D97-AF65-F5344CB8AC3E}">
        <p14:creationId xmlns:p14="http://schemas.microsoft.com/office/powerpoint/2010/main" val="2513311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frontendet </a:t>
            </a:r>
            <a:r>
              <a:rPr lang="hu-HU" dirty="0" err="1"/>
              <a:t>Reactben</a:t>
            </a:r>
            <a:r>
              <a:rPr lang="hu-HU" dirty="0"/>
              <a:t> készítettük el, komponens alapú felépítéssel. Az oldalak, például a Makettek, Profil, Fórum vagy Építési napló külön komponensek, emellett több újrahasznosítható elem is készült, például a makettkártya, a </a:t>
            </a:r>
            <a:r>
              <a:rPr lang="hu-HU" dirty="0" err="1"/>
              <a:t>modál</a:t>
            </a:r>
            <a:r>
              <a:rPr lang="hu-HU" dirty="0"/>
              <a:t> ablak vagy a csillagos értékelő. A globális állapotkezelést a </a:t>
            </a:r>
            <a:r>
              <a:rPr lang="hu-HU" dirty="0" err="1"/>
              <a:t>useAuth</a:t>
            </a:r>
            <a:r>
              <a:rPr lang="hu-HU" dirty="0"/>
              <a:t> és </a:t>
            </a:r>
            <a:r>
              <a:rPr lang="hu-HU" dirty="0" err="1"/>
              <a:t>useAdat</a:t>
            </a:r>
            <a:r>
              <a:rPr lang="hu-HU" dirty="0"/>
              <a:t> context segítségével oldottuk meg. A navigáció reszponzív, mobilon hamburger menü jelenik meg, és a felhasználó szerepkörétől függően más menüpontok jelennek meg.</a:t>
            </a:r>
          </a:p>
        </p:txBody>
      </p:sp>
      <p:sp>
        <p:nvSpPr>
          <p:cNvPr id="4" name="Dia számának helye 3"/>
          <p:cNvSpPr>
            <a:spLocks noGrp="1"/>
          </p:cNvSpPr>
          <p:nvPr>
            <p:ph type="sldNum" sz="quarter" idx="5"/>
          </p:nvPr>
        </p:nvSpPr>
        <p:spPr/>
        <p:txBody>
          <a:bodyPr/>
          <a:lstStyle/>
          <a:p>
            <a:fld id="{C4B2AB52-DE3E-44E0-AFFD-20264D143888}" type="slidenum">
              <a:rPr lang="hu-HU" smtClean="0"/>
              <a:t>6</a:t>
            </a:fld>
            <a:endParaRPr lang="hu-HU"/>
          </a:p>
        </p:txBody>
      </p:sp>
    </p:spTree>
    <p:extLst>
      <p:ext uri="{BB962C8B-B14F-4D97-AF65-F5344CB8AC3E}">
        <p14:creationId xmlns:p14="http://schemas.microsoft.com/office/powerpoint/2010/main" val="2404949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frontend több összetettebb oldalt is tartalmaz. A Profil oldalon lehet név- és profilkép-módosítást végezni. A Fórum oldalon témák és hozzászólások jelennek meg, szerkesztési és törlési jogosultságokkal. Az Építési napló oldalon a felhasználó blokkokra bontva tudja vezetni a folyamatot. Az AI chat </a:t>
            </a:r>
            <a:r>
              <a:rPr lang="hu-HU" dirty="0" err="1"/>
              <a:t>widget</a:t>
            </a:r>
            <a:r>
              <a:rPr lang="hu-HU" dirty="0"/>
              <a:t> lebegő gombként jelenik meg, és rövid </a:t>
            </a:r>
            <a:r>
              <a:rPr lang="hu-HU" dirty="0" err="1"/>
              <a:t>makettezési</a:t>
            </a:r>
            <a:r>
              <a:rPr lang="hu-HU" dirty="0"/>
              <a:t> segítséget ad. A felület több pontján a felhasználó szerepkörétől függően más elemek látszanak.</a:t>
            </a:r>
          </a:p>
        </p:txBody>
      </p:sp>
      <p:sp>
        <p:nvSpPr>
          <p:cNvPr id="4" name="Dia számának helye 3"/>
          <p:cNvSpPr>
            <a:spLocks noGrp="1"/>
          </p:cNvSpPr>
          <p:nvPr>
            <p:ph type="sldNum" sz="quarter" idx="5"/>
          </p:nvPr>
        </p:nvSpPr>
        <p:spPr/>
        <p:txBody>
          <a:bodyPr/>
          <a:lstStyle/>
          <a:p>
            <a:fld id="{C4B2AB52-DE3E-44E0-AFFD-20264D143888}" type="slidenum">
              <a:rPr lang="hu-HU" smtClean="0"/>
              <a:t>7</a:t>
            </a:fld>
            <a:endParaRPr lang="hu-HU"/>
          </a:p>
        </p:txBody>
      </p:sp>
    </p:spTree>
    <p:extLst>
      <p:ext uri="{BB962C8B-B14F-4D97-AF65-F5344CB8AC3E}">
        <p14:creationId xmlns:p14="http://schemas.microsoft.com/office/powerpoint/2010/main" val="682579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dizájnnál egy sötét, modern megjelenést választottunk, mert ez jobban illik a témához és vizuálisan is letisztultabb. CSS változókat használtunk a színek egységes kezeléséhez. Az egész rendszer </a:t>
            </a:r>
            <a:r>
              <a:rPr lang="hu-HU" dirty="0" err="1"/>
              <a:t>card</a:t>
            </a:r>
            <a:r>
              <a:rPr lang="hu-HU" dirty="0"/>
              <a:t> alapú elrendezésre épül, több </a:t>
            </a:r>
            <a:r>
              <a:rPr lang="hu-HU" dirty="0" err="1"/>
              <a:t>hover</a:t>
            </a:r>
            <a:r>
              <a:rPr lang="hu-HU" dirty="0"/>
              <a:t> effektussal, státuszjelölő elemmel és reszponzív törésponttal. Mobil nézetben a </a:t>
            </a:r>
            <a:r>
              <a:rPr lang="hu-HU" dirty="0" err="1"/>
              <a:t>grid</a:t>
            </a:r>
            <a:r>
              <a:rPr lang="hu-HU" dirty="0"/>
              <a:t> és a navigáció is átrendeződik.</a:t>
            </a:r>
          </a:p>
        </p:txBody>
      </p:sp>
      <p:sp>
        <p:nvSpPr>
          <p:cNvPr id="4" name="Dia számának helye 3"/>
          <p:cNvSpPr>
            <a:spLocks noGrp="1"/>
          </p:cNvSpPr>
          <p:nvPr>
            <p:ph type="sldNum" sz="quarter" idx="5"/>
          </p:nvPr>
        </p:nvSpPr>
        <p:spPr/>
        <p:txBody>
          <a:bodyPr/>
          <a:lstStyle/>
          <a:p>
            <a:fld id="{C4B2AB52-DE3E-44E0-AFFD-20264D143888}" type="slidenum">
              <a:rPr lang="hu-HU" smtClean="0"/>
              <a:t>8</a:t>
            </a:fld>
            <a:endParaRPr lang="hu-HU"/>
          </a:p>
        </p:txBody>
      </p:sp>
    </p:spTree>
    <p:extLst>
      <p:ext uri="{BB962C8B-B14F-4D97-AF65-F5344CB8AC3E}">
        <p14:creationId xmlns:p14="http://schemas.microsoft.com/office/powerpoint/2010/main" val="1851922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GB" dirty="0"/>
              <a:t>First, I would like to present one of the most important pages of our website, the Models page. Here, all uploaded models are displayed in a clear and organized way. Users can use various filters and search options to make browsing faster and more convenient. For example, they can filter models by type, rating, or other categories, and they can also search directly for a specific model. This helps users quickly find the models they are interested in.</a:t>
            </a:r>
            <a:endParaRPr lang="hu-HU" dirty="0"/>
          </a:p>
        </p:txBody>
      </p:sp>
      <p:sp>
        <p:nvSpPr>
          <p:cNvPr id="4" name="Dia számának helye 3"/>
          <p:cNvSpPr>
            <a:spLocks noGrp="1"/>
          </p:cNvSpPr>
          <p:nvPr>
            <p:ph type="sldNum" sz="quarter" idx="5"/>
          </p:nvPr>
        </p:nvSpPr>
        <p:spPr/>
        <p:txBody>
          <a:bodyPr/>
          <a:lstStyle/>
          <a:p>
            <a:fld id="{C4B2AB52-DE3E-44E0-AFFD-20264D143888}" type="slidenum">
              <a:rPr lang="hu-HU" smtClean="0"/>
              <a:t>9</a:t>
            </a:fld>
            <a:endParaRPr lang="hu-HU"/>
          </a:p>
        </p:txBody>
      </p:sp>
    </p:spTree>
    <p:extLst>
      <p:ext uri="{BB962C8B-B14F-4D97-AF65-F5344CB8AC3E}">
        <p14:creationId xmlns:p14="http://schemas.microsoft.com/office/powerpoint/2010/main" val="1997877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Another important aspect of our project was the reuse of components. For example, the </a:t>
            </a:r>
            <a:r>
              <a:rPr lang="en-GB" dirty="0" err="1"/>
              <a:t>MakettCard</a:t>
            </a:r>
            <a:r>
              <a:rPr lang="en-GB" dirty="0"/>
              <a:t> component is used on multiple pages with the same design, while displaying different data. The same approach was applied to the modal windows, which share a common structure and functionality throughout the application. This made the code more consistent, easier to maintain, and reduced the amount of duplicated code.</a:t>
            </a:r>
            <a:endParaRPr lang="hu-HU" dirty="0"/>
          </a:p>
        </p:txBody>
      </p:sp>
      <p:sp>
        <p:nvSpPr>
          <p:cNvPr id="4" name="Dia számának helye 3"/>
          <p:cNvSpPr>
            <a:spLocks noGrp="1"/>
          </p:cNvSpPr>
          <p:nvPr>
            <p:ph type="sldNum" sz="quarter" idx="5"/>
          </p:nvPr>
        </p:nvSpPr>
        <p:spPr/>
        <p:txBody>
          <a:bodyPr/>
          <a:lstStyle/>
          <a:p>
            <a:fld id="{C4B2AB52-DE3E-44E0-AFFD-20264D143888}" type="slidenum">
              <a:rPr lang="hu-HU" smtClean="0"/>
              <a:t>10</a:t>
            </a:fld>
            <a:endParaRPr lang="hu-HU"/>
          </a:p>
        </p:txBody>
      </p:sp>
    </p:spTree>
    <p:extLst>
      <p:ext uri="{BB962C8B-B14F-4D97-AF65-F5344CB8AC3E}">
        <p14:creationId xmlns:p14="http://schemas.microsoft.com/office/powerpoint/2010/main" val="2392269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fld id="{C4B2AB52-DE3E-44E0-AFFD-20264D143888}" type="slidenum">
              <a:rPr lang="hu-HU" smtClean="0"/>
              <a:t>11</a:t>
            </a:fld>
            <a:endParaRPr lang="hu-HU"/>
          </a:p>
        </p:txBody>
      </p:sp>
    </p:spTree>
    <p:extLst>
      <p:ext uri="{BB962C8B-B14F-4D97-AF65-F5344CB8AC3E}">
        <p14:creationId xmlns:p14="http://schemas.microsoft.com/office/powerpoint/2010/main" val="367687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backend Expressre épül. A </a:t>
            </a:r>
            <a:r>
              <a:rPr lang="hu-HU" dirty="0" err="1"/>
              <a:t>route-okat</a:t>
            </a:r>
            <a:r>
              <a:rPr lang="hu-HU" dirty="0"/>
              <a:t> külön </a:t>
            </a:r>
            <a:r>
              <a:rPr lang="hu-HU" dirty="0" err="1"/>
              <a:t>fájlakba</a:t>
            </a:r>
            <a:r>
              <a:rPr lang="hu-HU" dirty="0"/>
              <a:t> szerveztük, például </a:t>
            </a:r>
            <a:r>
              <a:rPr lang="hu-HU" dirty="0" err="1"/>
              <a:t>auth</a:t>
            </a:r>
            <a:r>
              <a:rPr lang="hu-HU" dirty="0"/>
              <a:t>, fórum, makettek, stb. A közös függvényeket és eszközöket, például az </a:t>
            </a:r>
            <a:r>
              <a:rPr lang="hu-HU" dirty="0" err="1"/>
              <a:t>adatbázislekérdezést</a:t>
            </a:r>
            <a:r>
              <a:rPr lang="hu-HU" dirty="0"/>
              <a:t>, </a:t>
            </a:r>
            <a:r>
              <a:rPr lang="hu-HU" dirty="0" err="1"/>
              <a:t>middleware-eket</a:t>
            </a:r>
            <a:r>
              <a:rPr lang="hu-HU" dirty="0"/>
              <a:t>, a JWT-kezelést, a feltöltést és a naplózást egy közös context objektumon keresztül adjuk át a </a:t>
            </a:r>
            <a:r>
              <a:rPr lang="hu-HU" dirty="0" err="1"/>
              <a:t>route</a:t>
            </a:r>
            <a:r>
              <a:rPr lang="hu-HU" dirty="0"/>
              <a:t>-moduloknak. Ez modulárisabbá és átláthatóbbá teszi a szervert.</a:t>
            </a:r>
          </a:p>
        </p:txBody>
      </p:sp>
      <p:sp>
        <p:nvSpPr>
          <p:cNvPr id="4" name="Dia számának helye 3"/>
          <p:cNvSpPr>
            <a:spLocks noGrp="1"/>
          </p:cNvSpPr>
          <p:nvPr>
            <p:ph type="sldNum" sz="quarter" idx="5"/>
          </p:nvPr>
        </p:nvSpPr>
        <p:spPr/>
        <p:txBody>
          <a:bodyPr/>
          <a:lstStyle/>
          <a:p>
            <a:fld id="{C4B2AB52-DE3E-44E0-AFFD-20264D143888}" type="slidenum">
              <a:rPr lang="hu-HU" smtClean="0"/>
              <a:t>12</a:t>
            </a:fld>
            <a:endParaRPr lang="hu-HU"/>
          </a:p>
        </p:txBody>
      </p:sp>
    </p:spTree>
    <p:extLst>
      <p:ext uri="{BB962C8B-B14F-4D97-AF65-F5344CB8AC3E}">
        <p14:creationId xmlns:p14="http://schemas.microsoft.com/office/powerpoint/2010/main" val="2726713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backend egyik legfontosabb feladata az API biztosítása. A makettek </a:t>
            </a:r>
            <a:r>
              <a:rPr lang="hu-HU" dirty="0" err="1"/>
              <a:t>route</a:t>
            </a:r>
            <a:r>
              <a:rPr lang="hu-HU" dirty="0"/>
              <a:t> kezeli a listázást, a szűrést, a keresést és az átlagértékelések számolását SQL oldalon. A véleményeknél külön CRUD műveletek vannak. A kedvencek </a:t>
            </a:r>
            <a:r>
              <a:rPr lang="hu-HU" dirty="0" err="1"/>
              <a:t>route</a:t>
            </a:r>
            <a:r>
              <a:rPr lang="hu-HU" dirty="0"/>
              <a:t> a felhasználó saját kedvenceit kezeli. A fórum </a:t>
            </a:r>
            <a:r>
              <a:rPr lang="hu-HU" dirty="0" err="1"/>
              <a:t>route</a:t>
            </a:r>
            <a:r>
              <a:rPr lang="hu-HU" dirty="0"/>
              <a:t> külön témákat és üzeneteket szolgál ki. A profil </a:t>
            </a:r>
            <a:r>
              <a:rPr lang="hu-HU" dirty="0" err="1"/>
              <a:t>route</a:t>
            </a:r>
            <a:r>
              <a:rPr lang="hu-HU" dirty="0"/>
              <a:t> lehetővé teszi a profiladatok és a profilkép módosítását. Az </a:t>
            </a:r>
            <a:r>
              <a:rPr lang="hu-HU" dirty="0" err="1"/>
              <a:t>admin</a:t>
            </a:r>
            <a:r>
              <a:rPr lang="hu-HU" dirty="0"/>
              <a:t> </a:t>
            </a:r>
            <a:r>
              <a:rPr lang="hu-HU" dirty="0" err="1"/>
              <a:t>route</a:t>
            </a:r>
            <a:r>
              <a:rPr lang="hu-HU" dirty="0"/>
              <a:t> pedig a makettek jóváhagyásáért és a felhasználók kezeléséért felel.</a:t>
            </a:r>
          </a:p>
        </p:txBody>
      </p:sp>
      <p:sp>
        <p:nvSpPr>
          <p:cNvPr id="4" name="Dia számának helye 3"/>
          <p:cNvSpPr>
            <a:spLocks noGrp="1"/>
          </p:cNvSpPr>
          <p:nvPr>
            <p:ph type="sldNum" sz="quarter" idx="5"/>
          </p:nvPr>
        </p:nvSpPr>
        <p:spPr/>
        <p:txBody>
          <a:bodyPr/>
          <a:lstStyle/>
          <a:p>
            <a:fld id="{C4B2AB52-DE3E-44E0-AFFD-20264D143888}" type="slidenum">
              <a:rPr lang="hu-HU" smtClean="0"/>
              <a:t>13</a:t>
            </a:fld>
            <a:endParaRPr lang="hu-HU"/>
          </a:p>
        </p:txBody>
      </p:sp>
    </p:spTree>
    <p:extLst>
      <p:ext uri="{BB962C8B-B14F-4D97-AF65-F5344CB8AC3E}">
        <p14:creationId xmlns:p14="http://schemas.microsoft.com/office/powerpoint/2010/main" val="315310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9BA40-E27E-AEDA-36AB-7B7D928E798C}"/>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294514C4-1B16-A945-516E-1D41117B9D6B}"/>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184F1F94-A2BE-274F-C4EA-600DF813DBA2}"/>
              </a:ext>
            </a:extLst>
          </p:cNvPr>
          <p:cNvSpPr>
            <a:spLocks noGrp="1"/>
          </p:cNvSpPr>
          <p:nvPr>
            <p:ph type="body" idx="1"/>
          </p:nvPr>
        </p:nvSpPr>
        <p:spPr/>
        <p:txBody>
          <a:bodyPr/>
          <a:lstStyle/>
          <a:p>
            <a:r>
              <a:rPr lang="hu-HU" dirty="0"/>
              <a:t>Ez a végpont a bejelentkezett felhasználó saját makettjeit kéri le az adatbázisból.</a:t>
            </a:r>
          </a:p>
          <a:p>
            <a:r>
              <a:rPr lang="hu-HU" sz="1200" kern="1200" dirty="0" err="1">
                <a:solidFill>
                  <a:schemeClr val="tx1"/>
                </a:solidFill>
                <a:latin typeface="+mn-lt"/>
                <a:ea typeface="+mn-ea"/>
                <a:cs typeface="+mn-cs"/>
              </a:rPr>
              <a:t>authMiddleware</a:t>
            </a:r>
            <a:r>
              <a:rPr lang="hu-HU" dirty="0"/>
              <a:t> ellenőrzi a bejelentkezést. </a:t>
            </a:r>
          </a:p>
          <a:p>
            <a:r>
              <a:rPr lang="hu-HU" dirty="0"/>
              <a:t>A </a:t>
            </a:r>
            <a:r>
              <a:rPr lang="hu-HU" sz="1200" kern="1200" dirty="0">
                <a:solidFill>
                  <a:schemeClr val="tx1"/>
                </a:solidFill>
                <a:latin typeface="+mn-lt"/>
                <a:ea typeface="+mn-ea"/>
                <a:cs typeface="+mn-cs"/>
              </a:rPr>
              <a:t>SELECT</a:t>
            </a:r>
            <a:r>
              <a:rPr lang="hu-HU" dirty="0"/>
              <a:t> lekérdezi a felhasználó által beküldött maketteket. </a:t>
            </a:r>
          </a:p>
          <a:p>
            <a:r>
              <a:rPr lang="hu-HU" dirty="0"/>
              <a:t>A </a:t>
            </a:r>
            <a:r>
              <a:rPr lang="hu-HU" sz="1200" kern="1200" dirty="0">
                <a:solidFill>
                  <a:schemeClr val="tx1"/>
                </a:solidFill>
                <a:latin typeface="+mn-lt"/>
                <a:ea typeface="+mn-ea"/>
                <a:cs typeface="+mn-cs"/>
              </a:rPr>
              <a:t>WHERE </a:t>
            </a:r>
            <a:r>
              <a:rPr lang="hu-HU" sz="1200" kern="1200" dirty="0" err="1">
                <a:solidFill>
                  <a:schemeClr val="tx1"/>
                </a:solidFill>
                <a:latin typeface="+mn-lt"/>
                <a:ea typeface="+mn-ea"/>
                <a:cs typeface="+mn-cs"/>
              </a:rPr>
              <a:t>bekuldo_felhasznalo_id</a:t>
            </a:r>
            <a:r>
              <a:rPr lang="hu-HU" sz="1200" kern="1200" dirty="0">
                <a:solidFill>
                  <a:schemeClr val="tx1"/>
                </a:solidFill>
                <a:latin typeface="+mn-lt"/>
                <a:ea typeface="+mn-ea"/>
                <a:cs typeface="+mn-cs"/>
              </a:rPr>
              <a:t> = ?</a:t>
            </a:r>
            <a:r>
              <a:rPr lang="hu-HU" dirty="0"/>
              <a:t> miatt csak a saját makettjeit kapja vissza. </a:t>
            </a:r>
          </a:p>
          <a:p>
            <a:r>
              <a:rPr lang="hu-HU" dirty="0"/>
              <a:t>A </a:t>
            </a:r>
            <a:r>
              <a:rPr lang="hu-HU" sz="1200" kern="1200" dirty="0">
                <a:solidFill>
                  <a:schemeClr val="tx1"/>
                </a:solidFill>
                <a:latin typeface="+mn-lt"/>
                <a:ea typeface="+mn-ea"/>
                <a:cs typeface="+mn-cs"/>
              </a:rPr>
              <a:t>ORDER BY </a:t>
            </a:r>
            <a:r>
              <a:rPr lang="hu-HU" sz="1200" kern="1200" dirty="0" err="1">
                <a:solidFill>
                  <a:schemeClr val="tx1"/>
                </a:solidFill>
                <a:latin typeface="+mn-lt"/>
                <a:ea typeface="+mn-ea"/>
                <a:cs typeface="+mn-cs"/>
              </a:rPr>
              <a:t>bekuldve</a:t>
            </a:r>
            <a:r>
              <a:rPr lang="hu-HU" sz="1200" kern="1200" dirty="0">
                <a:solidFill>
                  <a:schemeClr val="tx1"/>
                </a:solidFill>
                <a:latin typeface="+mn-lt"/>
                <a:ea typeface="+mn-ea"/>
                <a:cs typeface="+mn-cs"/>
              </a:rPr>
              <a:t> DESC</a:t>
            </a:r>
            <a:r>
              <a:rPr lang="hu-HU" dirty="0"/>
              <a:t> a legújabbakat teszi előre. </a:t>
            </a:r>
          </a:p>
          <a:p>
            <a:r>
              <a:rPr lang="hu-HU" dirty="0"/>
              <a:t>Siker esetén JSON-ban visszaküldi az adatokat. </a:t>
            </a:r>
          </a:p>
          <a:p>
            <a:r>
              <a:rPr lang="hu-HU" dirty="0"/>
              <a:t>Hiba esetén 500-as hibát és hibaüzenetet küld.</a:t>
            </a:r>
          </a:p>
        </p:txBody>
      </p:sp>
      <p:sp>
        <p:nvSpPr>
          <p:cNvPr id="4" name="Dia számának helye 3">
            <a:extLst>
              <a:ext uri="{FF2B5EF4-FFF2-40B4-BE49-F238E27FC236}">
                <a16:creationId xmlns:a16="http://schemas.microsoft.com/office/drawing/2014/main" id="{16FFEA85-DA03-54EF-1C27-E23B3E41CD8E}"/>
              </a:ext>
            </a:extLst>
          </p:cNvPr>
          <p:cNvSpPr>
            <a:spLocks noGrp="1"/>
          </p:cNvSpPr>
          <p:nvPr>
            <p:ph type="sldNum" sz="quarter" idx="5"/>
          </p:nvPr>
        </p:nvSpPr>
        <p:spPr/>
        <p:txBody>
          <a:bodyPr/>
          <a:lstStyle/>
          <a:p>
            <a:fld id="{C4B2AB52-DE3E-44E0-AFFD-20264D143888}" type="slidenum">
              <a:rPr lang="hu-HU" smtClean="0"/>
              <a:t>14</a:t>
            </a:fld>
            <a:endParaRPr lang="hu-HU"/>
          </a:p>
        </p:txBody>
      </p:sp>
    </p:spTree>
    <p:extLst>
      <p:ext uri="{BB962C8B-B14F-4D97-AF65-F5344CB8AC3E}">
        <p14:creationId xmlns:p14="http://schemas.microsoft.com/office/powerpoint/2010/main" val="1615386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29CE4-2DB8-C5CB-B290-C96AF9BEFE52}"/>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CC319BF7-91C4-06FE-D7B1-BFC799C957DC}"/>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924FAE5C-3ECE-7803-E866-F0BA16C5C692}"/>
              </a:ext>
            </a:extLst>
          </p:cNvPr>
          <p:cNvSpPr>
            <a:spLocks noGrp="1"/>
          </p:cNvSpPr>
          <p:nvPr>
            <p:ph type="body" idx="1"/>
          </p:nvPr>
        </p:nvSpPr>
        <p:spPr/>
        <p:txBody>
          <a:bodyPr/>
          <a:lstStyle/>
          <a:p>
            <a:endParaRPr lang="hu-HU" dirty="0"/>
          </a:p>
        </p:txBody>
      </p:sp>
      <p:sp>
        <p:nvSpPr>
          <p:cNvPr id="4" name="Dia számának helye 3">
            <a:extLst>
              <a:ext uri="{FF2B5EF4-FFF2-40B4-BE49-F238E27FC236}">
                <a16:creationId xmlns:a16="http://schemas.microsoft.com/office/drawing/2014/main" id="{7B965753-0B96-8F33-0D72-C59503793853}"/>
              </a:ext>
            </a:extLst>
          </p:cNvPr>
          <p:cNvSpPr>
            <a:spLocks noGrp="1"/>
          </p:cNvSpPr>
          <p:nvPr>
            <p:ph type="sldNum" sz="quarter" idx="5"/>
          </p:nvPr>
        </p:nvSpPr>
        <p:spPr/>
        <p:txBody>
          <a:bodyPr/>
          <a:lstStyle/>
          <a:p>
            <a:fld id="{C4B2AB52-DE3E-44E0-AFFD-20264D143888}" type="slidenum">
              <a:rPr lang="hu-HU" smtClean="0"/>
              <a:t>15</a:t>
            </a:fld>
            <a:endParaRPr lang="hu-HU"/>
          </a:p>
        </p:txBody>
      </p:sp>
    </p:spTree>
    <p:extLst>
      <p:ext uri="{BB962C8B-B14F-4D97-AF65-F5344CB8AC3E}">
        <p14:creationId xmlns:p14="http://schemas.microsoft.com/office/powerpoint/2010/main" val="426076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Az adatbázist relációs szemlélettel terveztük meg. Törekedtünk arra, hogy minden nagyobb funkció külön táblát kapjon, így átláthatóbb és könnyebben kezelhető lett a szerkezet. A táblák között elsődleges és idegen kulcsos kapcsolatokat hoztunk létre. Több helyen ON DELETE CASCADE megoldást használunk, mert így a kapcsolódó rekordok automatikusan törlődnek, ha a szülő rekord megszűnik</a:t>
            </a:r>
          </a:p>
        </p:txBody>
      </p:sp>
      <p:sp>
        <p:nvSpPr>
          <p:cNvPr id="4" name="Dia számának helye 3"/>
          <p:cNvSpPr>
            <a:spLocks noGrp="1"/>
          </p:cNvSpPr>
          <p:nvPr>
            <p:ph type="sldNum" sz="quarter" idx="5"/>
          </p:nvPr>
        </p:nvSpPr>
        <p:spPr/>
        <p:txBody>
          <a:bodyPr/>
          <a:lstStyle/>
          <a:p>
            <a:fld id="{C4B2AB52-DE3E-44E0-AFFD-20264D143888}" type="slidenum">
              <a:rPr lang="hu-HU" smtClean="0"/>
              <a:t>16</a:t>
            </a:fld>
            <a:endParaRPr lang="hu-HU"/>
          </a:p>
        </p:txBody>
      </p:sp>
    </p:spTree>
    <p:extLst>
      <p:ext uri="{BB962C8B-B14F-4D97-AF65-F5344CB8AC3E}">
        <p14:creationId xmlns:p14="http://schemas.microsoft.com/office/powerpoint/2010/main" val="3678983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Fontosabb táblák:</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-felhasználók</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-makettek</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-vélemények</a:t>
            </a:r>
            <a:br>
              <a:rPr lang="hu-HU" dirty="0"/>
            </a:br>
            <a:endParaRPr lang="hu-HU" dirty="0"/>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Más fontoságu táblák:</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-kedvencek </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-fórum és hozzászólás táblák</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-ai</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-építési napló</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-építési tippek naplója és annak blokkjai.</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-külön üzenetek tábla a kapcsolatfelvételhez,</a:t>
            </a:r>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-aktivitásnapló</a:t>
            </a:r>
          </a:p>
        </p:txBody>
      </p:sp>
      <p:sp>
        <p:nvSpPr>
          <p:cNvPr id="4" name="Dia számának helye 3"/>
          <p:cNvSpPr>
            <a:spLocks noGrp="1"/>
          </p:cNvSpPr>
          <p:nvPr>
            <p:ph type="sldNum" sz="quarter" idx="5"/>
          </p:nvPr>
        </p:nvSpPr>
        <p:spPr/>
        <p:txBody>
          <a:bodyPr/>
          <a:lstStyle/>
          <a:p>
            <a:fld id="{C4B2AB52-DE3E-44E0-AFFD-20264D143888}" type="slidenum">
              <a:rPr lang="hu-HU" smtClean="0"/>
              <a:t>17</a:t>
            </a:fld>
            <a:endParaRPr lang="hu-HU"/>
          </a:p>
        </p:txBody>
      </p:sp>
    </p:spTree>
    <p:extLst>
      <p:ext uri="{BB962C8B-B14F-4D97-AF65-F5344CB8AC3E}">
        <p14:creationId xmlns:p14="http://schemas.microsoft.com/office/powerpoint/2010/main" val="42608141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F0255-68E0-AA93-0C86-6D216608E8A9}"/>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4F6825DA-E512-99D7-963F-2472224E3E2D}"/>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D8EBC9D3-CD4E-6AB1-2C3C-E6B8BA6415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Táblák kötettése, miértjei.</a:t>
            </a:r>
          </a:p>
          <a:p>
            <a:endParaRPr lang="hu-HU" dirty="0"/>
          </a:p>
        </p:txBody>
      </p:sp>
      <p:sp>
        <p:nvSpPr>
          <p:cNvPr id="4" name="Dia számának helye 3">
            <a:extLst>
              <a:ext uri="{FF2B5EF4-FFF2-40B4-BE49-F238E27FC236}">
                <a16:creationId xmlns:a16="http://schemas.microsoft.com/office/drawing/2014/main" id="{F89104F3-F3D8-95A9-44FA-41035BD6A7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B2AB52-DE3E-44E0-AFFD-20264D143888}"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hu-H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75839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Az adatbázist azért terveztük így, mert szerettük volna elkerülni az adatismétlést, és különválasztani a funkciókat. Így a rendszer később is könnyebben bővíthető marad. Például a fórum, a kedvencek vagy az építési tippek külön táblákat kaptak, mert ezek önálló funkcionális egységek. Az állapotkezelés és a szerepköralapú működés miatt is előnyös volt a részletesebb adatmodell.</a:t>
            </a:r>
          </a:p>
        </p:txBody>
      </p:sp>
      <p:sp>
        <p:nvSpPr>
          <p:cNvPr id="4" name="Dia számának helye 3"/>
          <p:cNvSpPr>
            <a:spLocks noGrp="1"/>
          </p:cNvSpPr>
          <p:nvPr>
            <p:ph type="sldNum" sz="quarter" idx="5"/>
          </p:nvPr>
        </p:nvSpPr>
        <p:spPr/>
        <p:txBody>
          <a:bodyPr/>
          <a:lstStyle/>
          <a:p>
            <a:fld id="{C4B2AB52-DE3E-44E0-AFFD-20264D143888}" type="slidenum">
              <a:rPr lang="hu-HU" smtClean="0"/>
              <a:t>19</a:t>
            </a:fld>
            <a:endParaRPr lang="hu-HU"/>
          </a:p>
        </p:txBody>
      </p:sp>
    </p:spTree>
    <p:extLst>
      <p:ext uri="{BB962C8B-B14F-4D97-AF65-F5344CB8AC3E}">
        <p14:creationId xmlns:p14="http://schemas.microsoft.com/office/powerpoint/2010/main" val="40537972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Összességében a </a:t>
            </a:r>
            <a:r>
              <a:rPr lang="hu-HU" dirty="0" err="1"/>
              <a:t>MakettMester</a:t>
            </a:r>
            <a:r>
              <a:rPr lang="hu-HU" dirty="0"/>
              <a:t> egy teljes </a:t>
            </a:r>
            <a:r>
              <a:rPr lang="hu-HU" dirty="0" err="1"/>
              <a:t>full-stack</a:t>
            </a:r>
            <a:r>
              <a:rPr lang="hu-HU" dirty="0"/>
              <a:t> alkalmazás lett, amely valós közösségi funkciókat valósít meg. A projekt során külön figyeltünk a moduláris felépítésre, a biztonságra, a bővíthetőségre és a felhasználói élményre. A rendszer jelenlegi állapotában is jól használható, de továbbfejleszthető például fejlettebb kereséssel, statisztikákkal, még jobb mobilélménnyel vagy összetettebb AI segítséggel.</a:t>
            </a:r>
          </a:p>
        </p:txBody>
      </p:sp>
      <p:sp>
        <p:nvSpPr>
          <p:cNvPr id="4" name="Dia számának helye 3"/>
          <p:cNvSpPr>
            <a:spLocks noGrp="1"/>
          </p:cNvSpPr>
          <p:nvPr>
            <p:ph type="sldNum" sz="quarter" idx="5"/>
          </p:nvPr>
        </p:nvSpPr>
        <p:spPr/>
        <p:txBody>
          <a:bodyPr/>
          <a:lstStyle/>
          <a:p>
            <a:fld id="{C4B2AB52-DE3E-44E0-AFFD-20264D143888}" type="slidenum">
              <a:rPr lang="hu-HU" smtClean="0"/>
              <a:t>20</a:t>
            </a:fld>
            <a:endParaRPr lang="hu-HU"/>
          </a:p>
        </p:txBody>
      </p:sp>
    </p:spTree>
    <p:extLst>
      <p:ext uri="{BB962C8B-B14F-4D97-AF65-F5344CB8AC3E}">
        <p14:creationId xmlns:p14="http://schemas.microsoft.com/office/powerpoint/2010/main" val="1709005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17024A5-78B2-4CAC-9AF4-1BBD929D7447}"/>
              </a:ext>
            </a:extLst>
          </p:cNvPr>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p>
        </p:txBody>
      </p:sp>
      <p:sp>
        <p:nvSpPr>
          <p:cNvPr id="3" name="Alcím 2">
            <a:extLst>
              <a:ext uri="{FF2B5EF4-FFF2-40B4-BE49-F238E27FC236}">
                <a16:creationId xmlns:a16="http://schemas.microsoft.com/office/drawing/2014/main" id="{FE6A1FC1-4498-4C15-ABDC-3145DAA2C1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p>
        </p:txBody>
      </p:sp>
      <p:sp>
        <p:nvSpPr>
          <p:cNvPr id="4" name="Dátum helye 3">
            <a:extLst>
              <a:ext uri="{FF2B5EF4-FFF2-40B4-BE49-F238E27FC236}">
                <a16:creationId xmlns:a16="http://schemas.microsoft.com/office/drawing/2014/main" id="{0FE50CE0-7FB0-4D86-B553-D94922B64973}"/>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5" name="Élőláb helye 4">
            <a:extLst>
              <a:ext uri="{FF2B5EF4-FFF2-40B4-BE49-F238E27FC236}">
                <a16:creationId xmlns:a16="http://schemas.microsoft.com/office/drawing/2014/main" id="{063167C6-0D15-4C99-AAED-FFA2444B3A5B}"/>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0D745A0B-ED26-459A-BFDB-E551BC2399DB}"/>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8415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131F9CB-0FF3-4BF5-AF8C-0A0CC98AC184}"/>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7E647CE2-C7A0-46DD-95E7-4408E85950A4}"/>
              </a:ext>
            </a:extLst>
          </p:cNvPr>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26EFBC0A-6958-4E9A-9997-144EC53BB26D}"/>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5" name="Élőláb helye 4">
            <a:extLst>
              <a:ext uri="{FF2B5EF4-FFF2-40B4-BE49-F238E27FC236}">
                <a16:creationId xmlns:a16="http://schemas.microsoft.com/office/drawing/2014/main" id="{AAFB7426-3DCD-4C12-9D57-DEFEC623B344}"/>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74B9A37C-1ABC-4EA3-BFE8-3FCDC2F5D211}"/>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3080488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29EF486-DC13-4818-B1E3-ECEB2648D73D}"/>
              </a:ext>
            </a:extLst>
          </p:cNvPr>
          <p:cNvSpPr>
            <a:spLocks noGrp="1"/>
          </p:cNvSpPr>
          <p:nvPr>
            <p:ph type="title"/>
          </p:nvPr>
        </p:nvSpPr>
        <p:spPr>
          <a:xfrm>
            <a:off x="831850" y="1709738"/>
            <a:ext cx="10515600" cy="2852737"/>
          </a:xfrm>
        </p:spPr>
        <p:txBody>
          <a:bodyPr anchor="b"/>
          <a:lstStyle>
            <a:lvl1pPr>
              <a:defRPr sz="6000"/>
            </a:lvl1pPr>
          </a:lstStyle>
          <a:p>
            <a:r>
              <a:rPr lang="hu-HU"/>
              <a:t>Mintacím szerkesztése</a:t>
            </a:r>
          </a:p>
        </p:txBody>
      </p:sp>
      <p:sp>
        <p:nvSpPr>
          <p:cNvPr id="3" name="Szöveg helye 2">
            <a:extLst>
              <a:ext uri="{FF2B5EF4-FFF2-40B4-BE49-F238E27FC236}">
                <a16:creationId xmlns:a16="http://schemas.microsoft.com/office/drawing/2014/main" id="{77CA0232-200C-43BF-8819-77B3F83F3A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átum helye 3">
            <a:extLst>
              <a:ext uri="{FF2B5EF4-FFF2-40B4-BE49-F238E27FC236}">
                <a16:creationId xmlns:a16="http://schemas.microsoft.com/office/drawing/2014/main" id="{457DA921-60FA-4647-AB7B-450EA949AF79}"/>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5" name="Élőláb helye 4">
            <a:extLst>
              <a:ext uri="{FF2B5EF4-FFF2-40B4-BE49-F238E27FC236}">
                <a16:creationId xmlns:a16="http://schemas.microsoft.com/office/drawing/2014/main" id="{012E155A-5958-44BA-992F-F9E0201619FD}"/>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CB03E3F6-5357-45BA-9AF5-86FA37E9ECB6}"/>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328729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1C18ED6-CF97-4525-8A20-EA24C3DC128D}"/>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436A3428-72AD-4111-8FE9-1E32681BFC09}"/>
              </a:ext>
            </a:extLst>
          </p:cNvPr>
          <p:cNvSpPr>
            <a:spLocks noGrp="1"/>
          </p:cNvSpPr>
          <p:nvPr>
            <p:ph sz="half" idx="1"/>
          </p:nvPr>
        </p:nvSpPr>
        <p:spPr>
          <a:xfrm>
            <a:off x="838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a:extLst>
              <a:ext uri="{FF2B5EF4-FFF2-40B4-BE49-F238E27FC236}">
                <a16:creationId xmlns:a16="http://schemas.microsoft.com/office/drawing/2014/main" id="{AEC86ECA-4AA1-4DF8-A359-81A055A14F28}"/>
              </a:ext>
            </a:extLst>
          </p:cNvPr>
          <p:cNvSpPr>
            <a:spLocks noGrp="1"/>
          </p:cNvSpPr>
          <p:nvPr>
            <p:ph sz="half" idx="2"/>
          </p:nvPr>
        </p:nvSpPr>
        <p:spPr>
          <a:xfrm>
            <a:off x="6172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4">
            <a:extLst>
              <a:ext uri="{FF2B5EF4-FFF2-40B4-BE49-F238E27FC236}">
                <a16:creationId xmlns:a16="http://schemas.microsoft.com/office/drawing/2014/main" id="{CC561BE8-40A4-4494-A2AD-9B97F559D24D}"/>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6" name="Élőláb helye 5">
            <a:extLst>
              <a:ext uri="{FF2B5EF4-FFF2-40B4-BE49-F238E27FC236}">
                <a16:creationId xmlns:a16="http://schemas.microsoft.com/office/drawing/2014/main" id="{8B03E71E-B1A4-4C69-9B71-683A9600A18C}"/>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7E0BD70B-B9A2-4CD2-ADF0-515B1A5777D5}"/>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1762879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BED0C35-7464-40A9-B2F2-E2D00F707578}"/>
              </a:ext>
            </a:extLst>
          </p:cNvPr>
          <p:cNvSpPr>
            <a:spLocks noGrp="1"/>
          </p:cNvSpPr>
          <p:nvPr>
            <p:ph type="title"/>
          </p:nvPr>
        </p:nvSpPr>
        <p:spPr>
          <a:xfrm>
            <a:off x="839788" y="365125"/>
            <a:ext cx="10515600" cy="1325563"/>
          </a:xfrm>
        </p:spPr>
        <p:txBody>
          <a:bodyPr/>
          <a:lstStyle/>
          <a:p>
            <a:r>
              <a:rPr lang="hu-HU"/>
              <a:t>Mintacím szerkesztése</a:t>
            </a:r>
          </a:p>
        </p:txBody>
      </p:sp>
      <p:sp>
        <p:nvSpPr>
          <p:cNvPr id="3" name="Szöveg helye 2">
            <a:extLst>
              <a:ext uri="{FF2B5EF4-FFF2-40B4-BE49-F238E27FC236}">
                <a16:creationId xmlns:a16="http://schemas.microsoft.com/office/drawing/2014/main" id="{F04C678B-430F-47FB-9A06-5A76269AAD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a:extLst>
              <a:ext uri="{FF2B5EF4-FFF2-40B4-BE49-F238E27FC236}">
                <a16:creationId xmlns:a16="http://schemas.microsoft.com/office/drawing/2014/main" id="{D0EBEA39-E9DD-4881-9B1E-8D4AF802F9F6}"/>
              </a:ext>
            </a:extLst>
          </p:cNvPr>
          <p:cNvSpPr>
            <a:spLocks noGrp="1"/>
          </p:cNvSpPr>
          <p:nvPr>
            <p:ph sz="half" idx="2"/>
          </p:nvPr>
        </p:nvSpPr>
        <p:spPr>
          <a:xfrm>
            <a:off x="839788" y="2505075"/>
            <a:ext cx="5157787"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a:extLst>
              <a:ext uri="{FF2B5EF4-FFF2-40B4-BE49-F238E27FC236}">
                <a16:creationId xmlns:a16="http://schemas.microsoft.com/office/drawing/2014/main" id="{A409A72D-046D-4EDA-8245-0FE6658397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a:extLst>
              <a:ext uri="{FF2B5EF4-FFF2-40B4-BE49-F238E27FC236}">
                <a16:creationId xmlns:a16="http://schemas.microsoft.com/office/drawing/2014/main" id="{89876705-D40D-4047-B3EC-09D46FC1BB63}"/>
              </a:ext>
            </a:extLst>
          </p:cNvPr>
          <p:cNvSpPr>
            <a:spLocks noGrp="1"/>
          </p:cNvSpPr>
          <p:nvPr>
            <p:ph sz="quarter" idx="4"/>
          </p:nvPr>
        </p:nvSpPr>
        <p:spPr>
          <a:xfrm>
            <a:off x="6172200" y="2505075"/>
            <a:ext cx="5183188"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Dátum helye 6">
            <a:extLst>
              <a:ext uri="{FF2B5EF4-FFF2-40B4-BE49-F238E27FC236}">
                <a16:creationId xmlns:a16="http://schemas.microsoft.com/office/drawing/2014/main" id="{E9A8B9DC-8850-4CAA-A29F-239C213ADABA}"/>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8" name="Élőláb helye 7">
            <a:extLst>
              <a:ext uri="{FF2B5EF4-FFF2-40B4-BE49-F238E27FC236}">
                <a16:creationId xmlns:a16="http://schemas.microsoft.com/office/drawing/2014/main" id="{645AF9E7-C51E-452D-92C6-1B32F900797A}"/>
              </a:ext>
            </a:extLst>
          </p:cNvPr>
          <p:cNvSpPr>
            <a:spLocks noGrp="1"/>
          </p:cNvSpPr>
          <p:nvPr>
            <p:ph type="ftr" sz="quarter" idx="11"/>
          </p:nvPr>
        </p:nvSpPr>
        <p:spPr/>
        <p:txBody>
          <a:bodyPr/>
          <a:lstStyle/>
          <a:p>
            <a:endParaRPr lang="hu-HU"/>
          </a:p>
        </p:txBody>
      </p:sp>
      <p:sp>
        <p:nvSpPr>
          <p:cNvPr id="9" name="Dia számának helye 8">
            <a:extLst>
              <a:ext uri="{FF2B5EF4-FFF2-40B4-BE49-F238E27FC236}">
                <a16:creationId xmlns:a16="http://schemas.microsoft.com/office/drawing/2014/main" id="{566BB048-3331-4373-B2D2-38F24AFBB5B2}"/>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449381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C80374A-D5DB-428A-BB8C-B9F4E855ABD3}"/>
              </a:ext>
            </a:extLst>
          </p:cNvPr>
          <p:cNvSpPr>
            <a:spLocks noGrp="1"/>
          </p:cNvSpPr>
          <p:nvPr>
            <p:ph type="title"/>
          </p:nvPr>
        </p:nvSpPr>
        <p:spPr/>
        <p:txBody>
          <a:bodyPr/>
          <a:lstStyle/>
          <a:p>
            <a:r>
              <a:rPr lang="hu-HU"/>
              <a:t>Mintacím szerkesztése</a:t>
            </a:r>
          </a:p>
        </p:txBody>
      </p:sp>
      <p:sp>
        <p:nvSpPr>
          <p:cNvPr id="3" name="Dátum helye 2">
            <a:extLst>
              <a:ext uri="{FF2B5EF4-FFF2-40B4-BE49-F238E27FC236}">
                <a16:creationId xmlns:a16="http://schemas.microsoft.com/office/drawing/2014/main" id="{DF61564A-6401-4FFE-A3B0-DE0A62020CDF}"/>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4" name="Élőláb helye 3">
            <a:extLst>
              <a:ext uri="{FF2B5EF4-FFF2-40B4-BE49-F238E27FC236}">
                <a16:creationId xmlns:a16="http://schemas.microsoft.com/office/drawing/2014/main" id="{40C03574-A8B2-4567-9BF2-F97DF5D12EFD}"/>
              </a:ext>
            </a:extLst>
          </p:cNvPr>
          <p:cNvSpPr>
            <a:spLocks noGrp="1"/>
          </p:cNvSpPr>
          <p:nvPr>
            <p:ph type="ftr" sz="quarter" idx="11"/>
          </p:nvPr>
        </p:nvSpPr>
        <p:spPr/>
        <p:txBody>
          <a:bodyPr/>
          <a:lstStyle/>
          <a:p>
            <a:endParaRPr lang="hu-HU"/>
          </a:p>
        </p:txBody>
      </p:sp>
      <p:sp>
        <p:nvSpPr>
          <p:cNvPr id="5" name="Dia számának helye 4">
            <a:extLst>
              <a:ext uri="{FF2B5EF4-FFF2-40B4-BE49-F238E27FC236}">
                <a16:creationId xmlns:a16="http://schemas.microsoft.com/office/drawing/2014/main" id="{74B1C648-4C4E-41CD-AE5A-AB5E953036FD}"/>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4192351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a:extLst>
              <a:ext uri="{FF2B5EF4-FFF2-40B4-BE49-F238E27FC236}">
                <a16:creationId xmlns:a16="http://schemas.microsoft.com/office/drawing/2014/main" id="{1A4BFAFF-E7D4-4941-A76A-87FC6E2842C3}"/>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3" name="Élőláb helye 2">
            <a:extLst>
              <a:ext uri="{FF2B5EF4-FFF2-40B4-BE49-F238E27FC236}">
                <a16:creationId xmlns:a16="http://schemas.microsoft.com/office/drawing/2014/main" id="{4E3AC517-40B3-4142-859B-86BFE2239785}"/>
              </a:ext>
            </a:extLst>
          </p:cNvPr>
          <p:cNvSpPr>
            <a:spLocks noGrp="1"/>
          </p:cNvSpPr>
          <p:nvPr>
            <p:ph type="ftr" sz="quarter" idx="11"/>
          </p:nvPr>
        </p:nvSpPr>
        <p:spPr/>
        <p:txBody>
          <a:bodyPr/>
          <a:lstStyle/>
          <a:p>
            <a:endParaRPr lang="hu-HU"/>
          </a:p>
        </p:txBody>
      </p:sp>
      <p:sp>
        <p:nvSpPr>
          <p:cNvPr id="4" name="Dia számának helye 3">
            <a:extLst>
              <a:ext uri="{FF2B5EF4-FFF2-40B4-BE49-F238E27FC236}">
                <a16:creationId xmlns:a16="http://schemas.microsoft.com/office/drawing/2014/main" id="{47E101A5-4BF0-4E0D-96ED-0066628D6F69}"/>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3329783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89E3809-C28B-44BF-9178-67968E04DBE1}"/>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Tartalom helye 2">
            <a:extLst>
              <a:ext uri="{FF2B5EF4-FFF2-40B4-BE49-F238E27FC236}">
                <a16:creationId xmlns:a16="http://schemas.microsoft.com/office/drawing/2014/main" id="{8E72BE06-D16D-4FB7-81DC-A154953080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a:extLst>
              <a:ext uri="{FF2B5EF4-FFF2-40B4-BE49-F238E27FC236}">
                <a16:creationId xmlns:a16="http://schemas.microsoft.com/office/drawing/2014/main" id="{5193BA7A-A9BD-44F5-9CC6-D13C201417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448BD076-35C9-4373-931E-3D0A3505996D}"/>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6" name="Élőláb helye 5">
            <a:extLst>
              <a:ext uri="{FF2B5EF4-FFF2-40B4-BE49-F238E27FC236}">
                <a16:creationId xmlns:a16="http://schemas.microsoft.com/office/drawing/2014/main" id="{CC512C3E-4119-44F0-8A6A-2A463F70E60E}"/>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CA326714-E23E-4624-95EE-01E2983B16B6}"/>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442987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488D39F-2A6B-4227-A7D4-1197EE549CD6}"/>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Kép helye 2">
            <a:extLst>
              <a:ext uri="{FF2B5EF4-FFF2-40B4-BE49-F238E27FC236}">
                <a16:creationId xmlns:a16="http://schemas.microsoft.com/office/drawing/2014/main" id="{D8B16A98-E3B3-4715-9BA9-53559FB031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a:extLst>
              <a:ext uri="{FF2B5EF4-FFF2-40B4-BE49-F238E27FC236}">
                <a16:creationId xmlns:a16="http://schemas.microsoft.com/office/drawing/2014/main" id="{956DAD35-D9CF-46BD-95E7-BB5347993B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AB23FE9A-50C1-4D7D-8E7B-7A6D1404BE60}"/>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6" name="Élőláb helye 5">
            <a:extLst>
              <a:ext uri="{FF2B5EF4-FFF2-40B4-BE49-F238E27FC236}">
                <a16:creationId xmlns:a16="http://schemas.microsoft.com/office/drawing/2014/main" id="{2D778FBB-A793-4753-8EC8-6CD85C788907}"/>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A9C78228-B7E9-4A9A-BED3-591D9CAF0B89}"/>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1251917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87A1AB7-6D8A-4A3E-BBD1-E9095E95F07A}"/>
              </a:ext>
            </a:extLst>
          </p:cNvPr>
          <p:cNvSpPr>
            <a:spLocks noGrp="1"/>
          </p:cNvSpPr>
          <p:nvPr>
            <p:ph type="title"/>
          </p:nvPr>
        </p:nvSpPr>
        <p:spPr/>
        <p:txBody>
          <a:bodyPr/>
          <a:lstStyle/>
          <a:p>
            <a:r>
              <a:rPr lang="hu-HU"/>
              <a:t>Mintacím szerkesztése</a:t>
            </a:r>
          </a:p>
        </p:txBody>
      </p:sp>
      <p:sp>
        <p:nvSpPr>
          <p:cNvPr id="3" name="Függőleges szöveg helye 2">
            <a:extLst>
              <a:ext uri="{FF2B5EF4-FFF2-40B4-BE49-F238E27FC236}">
                <a16:creationId xmlns:a16="http://schemas.microsoft.com/office/drawing/2014/main" id="{259EE59B-2FDB-414A-BF95-88611AFF6755}"/>
              </a:ext>
            </a:extLst>
          </p:cNvPr>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EB580B53-6FB6-43EC-BF5A-442B92081119}"/>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5" name="Élőláb helye 4">
            <a:extLst>
              <a:ext uri="{FF2B5EF4-FFF2-40B4-BE49-F238E27FC236}">
                <a16:creationId xmlns:a16="http://schemas.microsoft.com/office/drawing/2014/main" id="{B1E5F777-65FB-41E0-9958-638E8047F5A5}"/>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A634D98F-7FE2-4A27-97BB-09CCD0275629}"/>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1009919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a:extLst>
              <a:ext uri="{FF2B5EF4-FFF2-40B4-BE49-F238E27FC236}">
                <a16:creationId xmlns:a16="http://schemas.microsoft.com/office/drawing/2014/main" id="{9BDE829A-56F5-4129-81A1-50671762D12D}"/>
              </a:ext>
            </a:extLst>
          </p:cNvPr>
          <p:cNvSpPr>
            <a:spLocks noGrp="1"/>
          </p:cNvSpPr>
          <p:nvPr>
            <p:ph type="title" orient="vert"/>
          </p:nvPr>
        </p:nvSpPr>
        <p:spPr>
          <a:xfrm>
            <a:off x="8724900" y="365125"/>
            <a:ext cx="2628900" cy="5811838"/>
          </a:xfrm>
        </p:spPr>
        <p:txBody>
          <a:bodyPr vert="eaVert"/>
          <a:lstStyle/>
          <a:p>
            <a:r>
              <a:rPr lang="hu-HU"/>
              <a:t>Mintacím szerkesztése</a:t>
            </a:r>
          </a:p>
        </p:txBody>
      </p:sp>
      <p:sp>
        <p:nvSpPr>
          <p:cNvPr id="3" name="Függőleges szöveg helye 2">
            <a:extLst>
              <a:ext uri="{FF2B5EF4-FFF2-40B4-BE49-F238E27FC236}">
                <a16:creationId xmlns:a16="http://schemas.microsoft.com/office/drawing/2014/main" id="{FFC123AE-CB57-4E9A-9682-DE13314F0084}"/>
              </a:ext>
            </a:extLst>
          </p:cNvPr>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26116BAA-F217-474F-BBE5-81FDF5BA4A22}"/>
              </a:ext>
            </a:extLst>
          </p:cNvPr>
          <p:cNvSpPr>
            <a:spLocks noGrp="1"/>
          </p:cNvSpPr>
          <p:nvPr>
            <p:ph type="dt" sz="half" idx="10"/>
          </p:nvPr>
        </p:nvSpPr>
        <p:spPr/>
        <p:txBody>
          <a:bodyPr/>
          <a:lstStyle/>
          <a:p>
            <a:fld id="{F6C265F0-9B0B-43BF-8579-E8996E214BEE}" type="datetimeFigureOut">
              <a:rPr lang="hu-HU" smtClean="0"/>
              <a:t>2026. 05. 31.</a:t>
            </a:fld>
            <a:endParaRPr lang="hu-HU"/>
          </a:p>
        </p:txBody>
      </p:sp>
      <p:sp>
        <p:nvSpPr>
          <p:cNvPr id="5" name="Élőláb helye 4">
            <a:extLst>
              <a:ext uri="{FF2B5EF4-FFF2-40B4-BE49-F238E27FC236}">
                <a16:creationId xmlns:a16="http://schemas.microsoft.com/office/drawing/2014/main" id="{6C38FF3C-8BAA-4E59-8680-C8FD59D431EE}"/>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AF1866A5-C7A0-4565-8518-4242ACB5407E}"/>
              </a:ext>
            </a:extLst>
          </p:cNvPr>
          <p:cNvSpPr>
            <a:spLocks noGrp="1"/>
          </p:cNvSpPr>
          <p:nvPr>
            <p:ph type="sldNum" sz="quarter" idx="12"/>
          </p:nvPr>
        </p:nvSpPr>
        <p:spPr/>
        <p:txBody>
          <a:bodyPr/>
          <a:lstStyle/>
          <a:p>
            <a:fld id="{C5B71BAE-1E04-4F19-ABDD-76D9870951CD}" type="slidenum">
              <a:rPr lang="hu-HU" smtClean="0"/>
              <a:t>‹#›</a:t>
            </a:fld>
            <a:endParaRPr lang="hu-HU"/>
          </a:p>
        </p:txBody>
      </p:sp>
    </p:spTree>
    <p:extLst>
      <p:ext uri="{BB962C8B-B14F-4D97-AF65-F5344CB8AC3E}">
        <p14:creationId xmlns:p14="http://schemas.microsoft.com/office/powerpoint/2010/main" val="3788250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a:extLst>
              <a:ext uri="{FF2B5EF4-FFF2-40B4-BE49-F238E27FC236}">
                <a16:creationId xmlns:a16="http://schemas.microsoft.com/office/drawing/2014/main" id="{B74F7312-427E-426D-9FFA-71AFBAC4C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p>
        </p:txBody>
      </p:sp>
      <p:sp>
        <p:nvSpPr>
          <p:cNvPr id="3" name="Szöveg helye 2">
            <a:extLst>
              <a:ext uri="{FF2B5EF4-FFF2-40B4-BE49-F238E27FC236}">
                <a16:creationId xmlns:a16="http://schemas.microsoft.com/office/drawing/2014/main" id="{1F4550D6-FE4C-49BE-9175-5BF7D5F6BF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B9F40C42-7DAE-4CB5-8669-476FF04D31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265F0-9B0B-43BF-8579-E8996E214BEE}" type="datetimeFigureOut">
              <a:rPr lang="hu-HU" smtClean="0"/>
              <a:t>2026. 05. 31.</a:t>
            </a:fld>
            <a:endParaRPr lang="hu-HU"/>
          </a:p>
        </p:txBody>
      </p:sp>
      <p:sp>
        <p:nvSpPr>
          <p:cNvPr id="5" name="Élőláb helye 4">
            <a:extLst>
              <a:ext uri="{FF2B5EF4-FFF2-40B4-BE49-F238E27FC236}">
                <a16:creationId xmlns:a16="http://schemas.microsoft.com/office/drawing/2014/main" id="{D01DAB7A-E1E0-4F9D-9F65-BECE32373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u-HU"/>
          </a:p>
        </p:txBody>
      </p:sp>
      <p:sp>
        <p:nvSpPr>
          <p:cNvPr id="6" name="Dia számának helye 5">
            <a:extLst>
              <a:ext uri="{FF2B5EF4-FFF2-40B4-BE49-F238E27FC236}">
                <a16:creationId xmlns:a16="http://schemas.microsoft.com/office/drawing/2014/main" id="{4396535E-F28D-49C9-990B-A5682C7A38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B71BAE-1E04-4F19-ABDD-76D9870951CD}" type="slidenum">
              <a:rPr lang="hu-HU" smtClean="0"/>
              <a:t>‹#›</a:t>
            </a:fld>
            <a:endParaRPr lang="hu-HU"/>
          </a:p>
        </p:txBody>
      </p:sp>
    </p:spTree>
    <p:extLst>
      <p:ext uri="{BB962C8B-B14F-4D97-AF65-F5344CB8AC3E}">
        <p14:creationId xmlns:p14="http://schemas.microsoft.com/office/powerpoint/2010/main" val="4054450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6.png"/><Relationship Id="rId5" Type="http://schemas.openxmlformats.org/officeDocument/2006/relationships/diagramQuickStyle" Target="../diagrams/quickStyle1.xml"/><Relationship Id="rId15" Type="http://schemas.openxmlformats.org/officeDocument/2006/relationships/image" Target="../media/image10.jpeg"/><Relationship Id="rId10" Type="http://schemas.openxmlformats.org/officeDocument/2006/relationships/image" Target="../media/image5.png"/><Relationship Id="rId4" Type="http://schemas.openxmlformats.org/officeDocument/2006/relationships/diagramLayout" Target="../diagrams/layout1.xml"/><Relationship Id="rId9" Type="http://schemas.openxmlformats.org/officeDocument/2006/relationships/image" Target="../media/image3.png"/><Relationship Id="rId1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1.jpeg"/><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10" Type="http://schemas.openxmlformats.org/officeDocument/2006/relationships/image" Target="../media/image3.png"/><Relationship Id="rId4" Type="http://schemas.openxmlformats.org/officeDocument/2006/relationships/diagramData" Target="../diagrams/data4.xml"/><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diagramColors" Target="../diagrams/colors6.xml"/><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diagramQuickStyle" Target="../diagrams/quickStyle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Layout" Target="../diagrams/layout6.xml"/><Relationship Id="rId5" Type="http://schemas.openxmlformats.org/officeDocument/2006/relationships/diagramQuickStyle" Target="../diagrams/quickStyle5.xml"/><Relationship Id="rId10" Type="http://schemas.openxmlformats.org/officeDocument/2006/relationships/diagramData" Target="../diagrams/data6.xml"/><Relationship Id="rId4" Type="http://schemas.openxmlformats.org/officeDocument/2006/relationships/diagramLayout" Target="../diagrams/layout5.xml"/><Relationship Id="rId9" Type="http://schemas.openxmlformats.org/officeDocument/2006/relationships/image" Target="../media/image1.png"/><Relationship Id="rId14" Type="http://schemas.microsoft.com/office/2007/relationships/diagramDrawing" Target="../diagrams/drawing6.xm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 Id="rId9"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18.jpeg"/><Relationship Id="rId7" Type="http://schemas.openxmlformats.org/officeDocument/2006/relationships/diagramColors" Target="../diagrams/colors9.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10" Type="http://schemas.openxmlformats.org/officeDocument/2006/relationships/image" Target="../media/image1.png"/><Relationship Id="rId4" Type="http://schemas.openxmlformats.org/officeDocument/2006/relationships/diagramData" Target="../diagrams/data9.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Kép 5">
            <a:extLst>
              <a:ext uri="{FF2B5EF4-FFF2-40B4-BE49-F238E27FC236}">
                <a16:creationId xmlns:a16="http://schemas.microsoft.com/office/drawing/2014/main" id="{CC43FE1C-8D2A-467E-9CCE-383090BA6B16}"/>
              </a:ext>
            </a:extLst>
          </p:cNvPr>
          <p:cNvPicPr>
            <a:picLocks noChangeAspect="1"/>
          </p:cNvPicPr>
          <p:nvPr/>
        </p:nvPicPr>
        <p:blipFill>
          <a:blip r:embed="rId3">
            <a:extLst>
              <a:ext uri="{28A0092B-C50C-407E-A947-70E740481C1C}">
                <a14:useLocalDpi xmlns:a14="http://schemas.microsoft.com/office/drawing/2010/main" val="0"/>
              </a:ext>
            </a:extLst>
          </a:blip>
          <a:srcRect t="12213" r="9089" b="15864"/>
          <a:stretch>
            <a:fillRect/>
          </a:stretch>
        </p:blipFill>
        <p:spPr>
          <a:xfrm>
            <a:off x="3523488" y="10"/>
            <a:ext cx="8668512" cy="6857990"/>
          </a:xfrm>
          <a:prstGeom prst="rect">
            <a:avLst/>
          </a:prstGeom>
        </p:spPr>
      </p:pic>
      <p:sp>
        <p:nvSpPr>
          <p:cNvPr id="18"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ím 1">
            <a:extLst>
              <a:ext uri="{FF2B5EF4-FFF2-40B4-BE49-F238E27FC236}">
                <a16:creationId xmlns:a16="http://schemas.microsoft.com/office/drawing/2014/main" id="{F7F4BBEA-F639-407A-9870-0CBE76807DC3}"/>
              </a:ext>
            </a:extLst>
          </p:cNvPr>
          <p:cNvSpPr>
            <a:spLocks noGrp="1"/>
          </p:cNvSpPr>
          <p:nvPr>
            <p:ph type="ctrTitle"/>
          </p:nvPr>
        </p:nvSpPr>
        <p:spPr>
          <a:xfrm>
            <a:off x="281197" y="3089882"/>
            <a:ext cx="4023360" cy="1189854"/>
          </a:xfrm>
        </p:spPr>
        <p:txBody>
          <a:bodyPr anchor="b">
            <a:normAutofit/>
          </a:bodyPr>
          <a:lstStyle/>
          <a:p>
            <a:pPr algn="l"/>
            <a:r>
              <a:rPr lang="hu-HU" sz="4800" dirty="0" err="1">
                <a:solidFill>
                  <a:schemeClr val="bg1"/>
                </a:solidFill>
              </a:rPr>
              <a:t>MakettMester</a:t>
            </a:r>
            <a:endParaRPr lang="hu-HU" sz="4800" dirty="0">
              <a:solidFill>
                <a:schemeClr val="bg1"/>
              </a:solidFill>
            </a:endParaRPr>
          </a:p>
        </p:txBody>
      </p:sp>
      <p:sp>
        <p:nvSpPr>
          <p:cNvPr id="3" name="Alcím 2">
            <a:extLst>
              <a:ext uri="{FF2B5EF4-FFF2-40B4-BE49-F238E27FC236}">
                <a16:creationId xmlns:a16="http://schemas.microsoft.com/office/drawing/2014/main" id="{D43602BE-5026-4683-913E-188D17BE8DF7}"/>
              </a:ext>
            </a:extLst>
          </p:cNvPr>
          <p:cNvSpPr>
            <a:spLocks noGrp="1"/>
          </p:cNvSpPr>
          <p:nvPr>
            <p:ph type="subTitle" idx="1"/>
          </p:nvPr>
        </p:nvSpPr>
        <p:spPr>
          <a:xfrm>
            <a:off x="281197" y="4868822"/>
            <a:ext cx="4220144" cy="1208141"/>
          </a:xfrm>
        </p:spPr>
        <p:txBody>
          <a:bodyPr>
            <a:normAutofit/>
          </a:bodyPr>
          <a:lstStyle/>
          <a:p>
            <a:pPr algn="l"/>
            <a:r>
              <a:rPr lang="hu-HU" sz="2000" dirty="0" err="1">
                <a:solidFill>
                  <a:schemeClr val="bg1"/>
                </a:solidFill>
              </a:rPr>
              <a:t>Készitette</a:t>
            </a:r>
            <a:r>
              <a:rPr lang="hu-HU" sz="2000" dirty="0">
                <a:solidFill>
                  <a:schemeClr val="bg1"/>
                </a:solidFill>
              </a:rPr>
              <a:t>: Claus Patrik, Hohn Márton, Szabados Bendegúz Henrik</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2524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D657CA-252B-94AD-1FE7-A973F13B31F7}"/>
            </a:ext>
          </a:extLst>
        </p:cNvPr>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1192DA4A-7391-502A-8FD5-D9D28F8A1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Kép 5">
            <a:extLst>
              <a:ext uri="{FF2B5EF4-FFF2-40B4-BE49-F238E27FC236}">
                <a16:creationId xmlns:a16="http://schemas.microsoft.com/office/drawing/2014/main" id="{649F1D5B-2164-C02E-20A8-9C2709D5C675}"/>
              </a:ext>
            </a:extLst>
          </p:cNvPr>
          <p:cNvPicPr>
            <a:picLocks noChangeAspect="1"/>
          </p:cNvPicPr>
          <p:nvPr/>
        </p:nvPicPr>
        <p:blipFill>
          <a:blip r:embed="rId3"/>
          <a:stretch>
            <a:fillRect/>
          </a:stretch>
        </p:blipFill>
        <p:spPr>
          <a:xfrm>
            <a:off x="4037824" y="1534903"/>
            <a:ext cx="5650940" cy="3390564"/>
          </a:xfrm>
          <a:prstGeom prst="rect">
            <a:avLst/>
          </a:prstGeom>
        </p:spPr>
      </p:pic>
      <p:sp>
        <p:nvSpPr>
          <p:cNvPr id="21" name="Rectangle 11">
            <a:extLst>
              <a:ext uri="{FF2B5EF4-FFF2-40B4-BE49-F238E27FC236}">
                <a16:creationId xmlns:a16="http://schemas.microsoft.com/office/drawing/2014/main" id="{809E97CA-6A32-0416-BC72-0BDD6D1B12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88A4F777-9CBF-6927-13AD-2B7B740B4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5">
            <a:extLst>
              <a:ext uri="{FF2B5EF4-FFF2-40B4-BE49-F238E27FC236}">
                <a16:creationId xmlns:a16="http://schemas.microsoft.com/office/drawing/2014/main" id="{D9F1BC3E-92BE-7C1B-FF2D-1D860C8EAD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270BB71-76A9-CC27-0CE0-9F994499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52484BC5-E283-EF66-6DC4-7DCF779C54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4F2C65A6-2A3B-3617-9AE1-F0EF2B6ECBAE}"/>
              </a:ext>
            </a:extLst>
          </p:cNvPr>
          <p:cNvSpPr>
            <a:spLocks noGrp="1"/>
          </p:cNvSpPr>
          <p:nvPr>
            <p:ph type="title"/>
          </p:nvPr>
        </p:nvSpPr>
        <p:spPr>
          <a:xfrm>
            <a:off x="-20" y="1683756"/>
            <a:ext cx="4028020" cy="2396359"/>
          </a:xfrm>
        </p:spPr>
        <p:txBody>
          <a:bodyPr anchor="b">
            <a:normAutofit/>
          </a:bodyPr>
          <a:lstStyle/>
          <a:p>
            <a:pPr algn="ctr"/>
            <a:r>
              <a:rPr lang="hu-HU" sz="4000" b="1" dirty="0" err="1">
                <a:solidFill>
                  <a:schemeClr val="bg1"/>
                </a:solidFill>
              </a:rPr>
              <a:t>Problem</a:t>
            </a:r>
            <a:r>
              <a:rPr lang="hu-HU" sz="4000" b="1" dirty="0">
                <a:solidFill>
                  <a:schemeClr val="bg1"/>
                </a:solidFill>
              </a:rPr>
              <a:t> &amp; </a:t>
            </a:r>
            <a:r>
              <a:rPr lang="hu-HU" sz="4000" b="1" dirty="0" err="1">
                <a:solidFill>
                  <a:schemeClr val="bg1"/>
                </a:solidFill>
              </a:rPr>
              <a:t>Solution</a:t>
            </a:r>
            <a:endParaRPr lang="hu-HU" sz="4000" b="1" dirty="0">
              <a:solidFill>
                <a:schemeClr val="bg1"/>
              </a:solidFill>
            </a:endParaRPr>
          </a:p>
        </p:txBody>
      </p:sp>
      <p:pic>
        <p:nvPicPr>
          <p:cNvPr id="7" name="Kép 6">
            <a:extLst>
              <a:ext uri="{FF2B5EF4-FFF2-40B4-BE49-F238E27FC236}">
                <a16:creationId xmlns:a16="http://schemas.microsoft.com/office/drawing/2014/main" id="{C09A2C0B-B511-3686-6235-66BA05CDD6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097890"/>
            <a:ext cx="1749972" cy="1749972"/>
          </a:xfrm>
          <a:prstGeom prst="rect">
            <a:avLst/>
          </a:prstGeom>
        </p:spPr>
      </p:pic>
      <p:pic>
        <p:nvPicPr>
          <p:cNvPr id="8" name="Picture 2" descr="Budapesti Gazdasági Szakképzési Centrum Pestszentlőrinci Technikum | EDIR">
            <a:extLst>
              <a:ext uri="{FF2B5EF4-FFF2-40B4-BE49-F238E27FC236}">
                <a16:creationId xmlns:a16="http://schemas.microsoft.com/office/drawing/2014/main" id="{E8B7CEC3-BCDA-6B80-AF65-2D4A4E4B64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0695" y="5482955"/>
            <a:ext cx="1796980" cy="1179631"/>
          </a:xfrm>
          <a:prstGeom prst="rect">
            <a:avLst/>
          </a:prstGeom>
          <a:noFill/>
          <a:extLst>
            <a:ext uri="{909E8E84-426E-40DD-AFC4-6F175D3DCCD1}">
              <a14:hiddenFill xmlns:a14="http://schemas.microsoft.com/office/drawing/2010/main">
                <a:solidFill>
                  <a:srgbClr val="FFFFFF"/>
                </a:solidFill>
              </a14:hiddenFill>
            </a:ext>
          </a:extLst>
        </p:spPr>
      </p:pic>
      <p:sp>
        <p:nvSpPr>
          <p:cNvPr id="9" name="Szövegdoboz 8">
            <a:extLst>
              <a:ext uri="{FF2B5EF4-FFF2-40B4-BE49-F238E27FC236}">
                <a16:creationId xmlns:a16="http://schemas.microsoft.com/office/drawing/2014/main" id="{8D2885BE-216D-1E76-909C-7C40347A5D8E}"/>
              </a:ext>
            </a:extLst>
          </p:cNvPr>
          <p:cNvSpPr txBox="1"/>
          <p:nvPr/>
        </p:nvSpPr>
        <p:spPr>
          <a:xfrm>
            <a:off x="4150937" y="195414"/>
            <a:ext cx="6144917" cy="1200329"/>
          </a:xfrm>
          <a:prstGeom prst="rect">
            <a:avLst/>
          </a:prstGeom>
          <a:noFill/>
        </p:spPr>
        <p:txBody>
          <a:bodyPr wrap="square">
            <a:spAutoFit/>
          </a:bodyPr>
          <a:lstStyle/>
          <a:p>
            <a:r>
              <a:rPr lang="en-US" b="1" dirty="0"/>
              <a:t>Problem:</a:t>
            </a:r>
            <a:endParaRPr lang="en-US" dirty="0"/>
          </a:p>
          <a:p>
            <a:pPr marL="285750" indent="-285750">
              <a:buFont typeface="Arial" panose="020B0604020202020204" pitchFamily="34" charset="0"/>
              <a:buChar char="•"/>
            </a:pPr>
            <a:r>
              <a:rPr lang="en-US" dirty="0"/>
              <a:t>There is no unified platform for scale modeling enthusiasts. </a:t>
            </a:r>
          </a:p>
          <a:p>
            <a:pPr marL="285750" indent="-285750">
              <a:buFont typeface="Arial" panose="020B0604020202020204" pitchFamily="34" charset="0"/>
              <a:buChar char="•"/>
            </a:pPr>
            <a:r>
              <a:rPr lang="en-US" dirty="0"/>
              <a:t>Existing websites offer limited community features. </a:t>
            </a:r>
          </a:p>
          <a:p>
            <a:pPr marL="285750" indent="-285750">
              <a:buFont typeface="Arial" panose="020B0604020202020204" pitchFamily="34" charset="0"/>
              <a:buChar char="•"/>
            </a:pPr>
            <a:r>
              <a:rPr lang="en-US" dirty="0"/>
              <a:t>It is difficult to track and share building projects.</a:t>
            </a:r>
          </a:p>
        </p:txBody>
      </p:sp>
      <p:sp>
        <p:nvSpPr>
          <p:cNvPr id="10" name="Szövegdoboz 9">
            <a:extLst>
              <a:ext uri="{FF2B5EF4-FFF2-40B4-BE49-F238E27FC236}">
                <a16:creationId xmlns:a16="http://schemas.microsoft.com/office/drawing/2014/main" id="{24A94027-36A6-32B8-AAE2-6979D14A2077}"/>
              </a:ext>
            </a:extLst>
          </p:cNvPr>
          <p:cNvSpPr txBox="1"/>
          <p:nvPr/>
        </p:nvSpPr>
        <p:spPr>
          <a:xfrm>
            <a:off x="4150937" y="4868341"/>
            <a:ext cx="6109748" cy="1477328"/>
          </a:xfrm>
          <a:prstGeom prst="rect">
            <a:avLst/>
          </a:prstGeom>
          <a:noFill/>
        </p:spPr>
        <p:txBody>
          <a:bodyPr wrap="square">
            <a:spAutoFit/>
          </a:bodyPr>
          <a:lstStyle/>
          <a:p>
            <a:r>
              <a:rPr lang="en-US" b="1" dirty="0"/>
              <a:t>Solution:</a:t>
            </a:r>
            <a:endParaRPr lang="en-US" dirty="0"/>
          </a:p>
          <a:p>
            <a:pPr marL="285750" indent="-285750">
              <a:buFont typeface="Arial" panose="020B0604020202020204" pitchFamily="34" charset="0"/>
              <a:buChar char="•"/>
            </a:pPr>
            <a:r>
              <a:rPr lang="en-US" dirty="0"/>
              <a:t>Create a centralized platform for scale modeling enthusiasts. </a:t>
            </a:r>
          </a:p>
          <a:p>
            <a:pPr marL="285750" indent="-285750">
              <a:buFont typeface="Arial" panose="020B0604020202020204" pitchFamily="34" charset="0"/>
              <a:buChar char="•"/>
            </a:pPr>
            <a:r>
              <a:rPr lang="en-US" dirty="0"/>
              <a:t>Enable model browsing, reviews, and forum discussions. </a:t>
            </a:r>
          </a:p>
          <a:p>
            <a:pPr marL="285750" indent="-285750">
              <a:buFont typeface="Arial" panose="020B0604020202020204" pitchFamily="34" charset="0"/>
              <a:buChar char="•"/>
            </a:pPr>
            <a:r>
              <a:rPr lang="en-US" dirty="0"/>
              <a:t>Provide build logs and model submission features. </a:t>
            </a:r>
          </a:p>
          <a:p>
            <a:pPr marL="285750" indent="-285750">
              <a:buFont typeface="Arial" panose="020B0604020202020204" pitchFamily="34" charset="0"/>
              <a:buChar char="•"/>
            </a:pPr>
            <a:r>
              <a:rPr lang="en-US" dirty="0"/>
              <a:t>Ensure role-based access control and a responsive design.</a:t>
            </a:r>
          </a:p>
        </p:txBody>
      </p:sp>
    </p:spTree>
    <p:extLst>
      <p:ext uri="{BB962C8B-B14F-4D97-AF65-F5344CB8AC3E}">
        <p14:creationId xmlns:p14="http://schemas.microsoft.com/office/powerpoint/2010/main" val="1018540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C347B8-0C11-B5CF-F669-4870A3A4DF9F}"/>
            </a:ext>
          </a:extLst>
        </p:cNvPr>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31105B87-6589-6E16-6B54-8387C2463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AAF2A5BD-5DAF-9DEE-E365-2AEC91167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5A636532-C9EB-E0A5-9F76-D3FC48C06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5">
            <a:extLst>
              <a:ext uri="{FF2B5EF4-FFF2-40B4-BE49-F238E27FC236}">
                <a16:creationId xmlns:a16="http://schemas.microsoft.com/office/drawing/2014/main" id="{C0480506-081D-6039-2249-CDFF4A2164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CBFB1C8-E3C1-9756-F639-F5D000BDF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C653618C-E344-84E3-FC4D-7326258B8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C5C6987C-2773-7931-45C3-7153D148FB51}"/>
              </a:ext>
            </a:extLst>
          </p:cNvPr>
          <p:cNvSpPr>
            <a:spLocks noGrp="1"/>
          </p:cNvSpPr>
          <p:nvPr>
            <p:ph type="title"/>
          </p:nvPr>
        </p:nvSpPr>
        <p:spPr>
          <a:xfrm>
            <a:off x="209158" y="360506"/>
            <a:ext cx="3081628" cy="779867"/>
          </a:xfrm>
        </p:spPr>
        <p:txBody>
          <a:bodyPr anchor="b">
            <a:normAutofit/>
          </a:bodyPr>
          <a:lstStyle/>
          <a:p>
            <a:pPr algn="r"/>
            <a:r>
              <a:rPr lang="hu-HU" sz="4000" dirty="0">
                <a:solidFill>
                  <a:schemeClr val="bg1"/>
                </a:solidFill>
              </a:rPr>
              <a:t>Project </a:t>
            </a:r>
            <a:r>
              <a:rPr lang="hu-HU" sz="4000" dirty="0" err="1">
                <a:solidFill>
                  <a:schemeClr val="bg1"/>
                </a:solidFill>
              </a:rPr>
              <a:t>Goal</a:t>
            </a:r>
            <a:endParaRPr lang="hu-HU" sz="4000" dirty="0">
              <a:solidFill>
                <a:schemeClr val="bg1"/>
              </a:solidFill>
            </a:endParaRPr>
          </a:p>
        </p:txBody>
      </p:sp>
      <p:pic>
        <p:nvPicPr>
          <p:cNvPr id="7" name="Kép 6">
            <a:extLst>
              <a:ext uri="{FF2B5EF4-FFF2-40B4-BE49-F238E27FC236}">
                <a16:creationId xmlns:a16="http://schemas.microsoft.com/office/drawing/2014/main" id="{2635837D-12ED-ADC1-AC8E-D5A9A7F7B9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232573"/>
            <a:ext cx="1749972" cy="1749972"/>
          </a:xfrm>
          <a:prstGeom prst="rect">
            <a:avLst/>
          </a:prstGeom>
        </p:spPr>
      </p:pic>
      <p:pic>
        <p:nvPicPr>
          <p:cNvPr id="8" name="Picture 2" descr="Budapesti Gazdasági Szakképzési Centrum Pestszentlőrinci Technikum | EDIR">
            <a:extLst>
              <a:ext uri="{FF2B5EF4-FFF2-40B4-BE49-F238E27FC236}">
                <a16:creationId xmlns:a16="http://schemas.microsoft.com/office/drawing/2014/main" id="{CEFBAB51-AC6E-89CA-BE73-777F481DCE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2108" y="5607005"/>
            <a:ext cx="1796980" cy="1179631"/>
          </a:xfrm>
          <a:prstGeom prst="rect">
            <a:avLst/>
          </a:prstGeom>
          <a:noFill/>
          <a:extLst>
            <a:ext uri="{909E8E84-426E-40DD-AFC4-6F175D3DCCD1}">
              <a14:hiddenFill xmlns:a14="http://schemas.microsoft.com/office/drawing/2010/main">
                <a:solidFill>
                  <a:srgbClr val="FFFFFF"/>
                </a:solidFill>
              </a14:hiddenFill>
            </a:ext>
          </a:extLst>
        </p:spPr>
      </p:pic>
      <p:sp>
        <p:nvSpPr>
          <p:cNvPr id="9" name="Szövegdoboz 8">
            <a:extLst>
              <a:ext uri="{FF2B5EF4-FFF2-40B4-BE49-F238E27FC236}">
                <a16:creationId xmlns:a16="http://schemas.microsoft.com/office/drawing/2014/main" id="{C8433ABF-516C-7C05-5C22-B91609475711}"/>
              </a:ext>
            </a:extLst>
          </p:cNvPr>
          <p:cNvSpPr txBox="1"/>
          <p:nvPr/>
        </p:nvSpPr>
        <p:spPr>
          <a:xfrm>
            <a:off x="9133490" y="1403946"/>
            <a:ext cx="184731" cy="369332"/>
          </a:xfrm>
          <a:prstGeom prst="rect">
            <a:avLst/>
          </a:prstGeom>
          <a:noFill/>
        </p:spPr>
        <p:txBody>
          <a:bodyPr wrap="none" rtlCol="0">
            <a:spAutoFit/>
          </a:bodyPr>
          <a:lstStyle/>
          <a:p>
            <a:endParaRPr lang="hu-HU" dirty="0"/>
          </a:p>
        </p:txBody>
      </p:sp>
      <p:sp>
        <p:nvSpPr>
          <p:cNvPr id="10" name="Szövegdoboz 9">
            <a:extLst>
              <a:ext uri="{FF2B5EF4-FFF2-40B4-BE49-F238E27FC236}">
                <a16:creationId xmlns:a16="http://schemas.microsoft.com/office/drawing/2014/main" id="{07B089F0-F69F-779F-0DAB-302ACC20A8AE}"/>
              </a:ext>
            </a:extLst>
          </p:cNvPr>
          <p:cNvSpPr txBox="1"/>
          <p:nvPr/>
        </p:nvSpPr>
        <p:spPr>
          <a:xfrm>
            <a:off x="124603" y="2960881"/>
            <a:ext cx="3913226" cy="1384995"/>
          </a:xfrm>
          <a:prstGeom prst="rect">
            <a:avLst/>
          </a:prstGeom>
          <a:noFill/>
        </p:spPr>
        <p:txBody>
          <a:bodyPr wrap="square" rtlCol="0">
            <a:spAutoFit/>
          </a:bodyPr>
          <a:lstStyle/>
          <a:p>
            <a:r>
              <a:rPr lang="en-US" sz="2400" b="1" dirty="0">
                <a:solidFill>
                  <a:schemeClr val="bg1"/>
                </a:solidFill>
              </a:rPr>
              <a:t>Creating a Unified Scale Modeling Platform</a:t>
            </a:r>
          </a:p>
          <a:p>
            <a:br>
              <a:rPr lang="en-GB" dirty="0">
                <a:solidFill>
                  <a:schemeClr val="bg1"/>
                </a:solidFill>
              </a:rPr>
            </a:br>
            <a:endParaRPr lang="hu-HU" dirty="0">
              <a:solidFill>
                <a:schemeClr val="bg1"/>
              </a:solidFill>
            </a:endParaRPr>
          </a:p>
        </p:txBody>
      </p:sp>
      <p:sp>
        <p:nvSpPr>
          <p:cNvPr id="11" name="Szövegdoboz 10">
            <a:extLst>
              <a:ext uri="{FF2B5EF4-FFF2-40B4-BE49-F238E27FC236}">
                <a16:creationId xmlns:a16="http://schemas.microsoft.com/office/drawing/2014/main" id="{465BEC07-7844-DEE6-3C7B-2912A182E498}"/>
              </a:ext>
            </a:extLst>
          </p:cNvPr>
          <p:cNvSpPr txBox="1"/>
          <p:nvPr/>
        </p:nvSpPr>
        <p:spPr>
          <a:xfrm>
            <a:off x="8557869" y="708258"/>
            <a:ext cx="3348478" cy="4524315"/>
          </a:xfrm>
          <a:prstGeom prst="rect">
            <a:avLst/>
          </a:prstGeom>
          <a:noFill/>
        </p:spPr>
        <p:txBody>
          <a:bodyPr wrap="square" rtlCol="0">
            <a:spAutoFit/>
          </a:bodyPr>
          <a:lstStyle/>
          <a:p>
            <a:r>
              <a:rPr lang="en-US" b="1" u="sng" dirty="0"/>
              <a:t>Platform</a:t>
            </a:r>
            <a:endParaRPr lang="en-US" u="sng" dirty="0"/>
          </a:p>
          <a:p>
            <a:r>
              <a:rPr lang="en-US" dirty="0"/>
              <a:t>Browse models </a:t>
            </a:r>
          </a:p>
          <a:p>
            <a:r>
              <a:rPr lang="en-US" dirty="0"/>
              <a:t>Upload your own models </a:t>
            </a:r>
            <a:endParaRPr lang="hu-HU" dirty="0"/>
          </a:p>
          <a:p>
            <a:endParaRPr lang="en-US" dirty="0"/>
          </a:p>
          <a:p>
            <a:r>
              <a:rPr lang="en-US" b="1" u="sng" dirty="0"/>
              <a:t>Community</a:t>
            </a:r>
            <a:endParaRPr lang="en-US" u="sng" dirty="0"/>
          </a:p>
          <a:p>
            <a:r>
              <a:rPr lang="en-US" dirty="0"/>
              <a:t>Forum and comments </a:t>
            </a:r>
          </a:p>
          <a:p>
            <a:r>
              <a:rPr lang="en-US" dirty="0"/>
              <a:t>Ratings and favorites </a:t>
            </a:r>
            <a:endParaRPr lang="hu-HU" dirty="0"/>
          </a:p>
          <a:p>
            <a:endParaRPr lang="en-US" dirty="0"/>
          </a:p>
          <a:p>
            <a:r>
              <a:rPr lang="en-US" b="1" u="sng" dirty="0"/>
              <a:t>Features</a:t>
            </a:r>
            <a:endParaRPr lang="en-US" u="sng" dirty="0"/>
          </a:p>
          <a:p>
            <a:r>
              <a:rPr lang="en-US" dirty="0"/>
              <a:t>Build log management </a:t>
            </a:r>
          </a:p>
          <a:p>
            <a:r>
              <a:rPr lang="en-US" dirty="0"/>
              <a:t>Role-based access control </a:t>
            </a:r>
            <a:endParaRPr lang="hu-HU" dirty="0"/>
          </a:p>
          <a:p>
            <a:endParaRPr lang="en-US" dirty="0"/>
          </a:p>
          <a:p>
            <a:r>
              <a:rPr lang="en-US" b="1" u="sng" dirty="0"/>
              <a:t>Design</a:t>
            </a:r>
            <a:endParaRPr lang="en-US" u="sng" dirty="0"/>
          </a:p>
          <a:p>
            <a:r>
              <a:rPr lang="en-US" dirty="0"/>
              <a:t>Modern appearance </a:t>
            </a:r>
          </a:p>
          <a:p>
            <a:r>
              <a:rPr lang="en-US" dirty="0"/>
              <a:t>Responsive interface for mobile devices as well</a:t>
            </a:r>
          </a:p>
        </p:txBody>
      </p:sp>
      <p:pic>
        <p:nvPicPr>
          <p:cNvPr id="2054" name="Picture 6">
            <a:extLst>
              <a:ext uri="{FF2B5EF4-FFF2-40B4-BE49-F238E27FC236}">
                <a16:creationId xmlns:a16="http://schemas.microsoft.com/office/drawing/2014/main" id="{AD9D74E5-2850-BA12-900A-B26EDCCC43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9944" y="-1"/>
            <a:ext cx="4907858" cy="6868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5438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221A2965-105D-4BDA-ADFB-DC6880593396}"/>
              </a:ext>
            </a:extLst>
          </p:cNvPr>
          <p:cNvSpPr>
            <a:spLocks noGrp="1"/>
          </p:cNvSpPr>
          <p:nvPr>
            <p:ph type="title"/>
          </p:nvPr>
        </p:nvSpPr>
        <p:spPr>
          <a:xfrm>
            <a:off x="160211" y="1765927"/>
            <a:ext cx="3740762" cy="834300"/>
          </a:xfrm>
        </p:spPr>
        <p:txBody>
          <a:bodyPr anchor="b">
            <a:normAutofit fontScale="90000"/>
          </a:bodyPr>
          <a:lstStyle/>
          <a:p>
            <a:pPr algn="ctr"/>
            <a:r>
              <a:rPr lang="hu-HU" sz="4000" dirty="0">
                <a:solidFill>
                  <a:srgbClr val="FFFFFF"/>
                </a:solidFill>
              </a:rPr>
              <a:t>Használt alkalmazások</a:t>
            </a:r>
          </a:p>
        </p:txBody>
      </p:sp>
      <p:graphicFrame>
        <p:nvGraphicFramePr>
          <p:cNvPr id="24" name="Rectangle 1">
            <a:extLst>
              <a:ext uri="{FF2B5EF4-FFF2-40B4-BE49-F238E27FC236}">
                <a16:creationId xmlns:a16="http://schemas.microsoft.com/office/drawing/2014/main" id="{ACFA7781-63C5-52A0-339C-AE08F22D2519}"/>
              </a:ext>
            </a:extLst>
          </p:cNvPr>
          <p:cNvGraphicFramePr>
            <a:graphicFrameLocks noGrp="1"/>
          </p:cNvGraphicFramePr>
          <p:nvPr>
            <p:ph idx="1"/>
            <p:extLst>
              <p:ext uri="{D42A27DB-BD31-4B8C-83A1-F6EECF244321}">
                <p14:modId xmlns:p14="http://schemas.microsoft.com/office/powerpoint/2010/main" val="3800329157"/>
              </p:ext>
            </p:extLst>
          </p:nvPr>
        </p:nvGraphicFramePr>
        <p:xfrm>
          <a:off x="4047533" y="529093"/>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Kép 6">
            <a:extLst>
              <a:ext uri="{FF2B5EF4-FFF2-40B4-BE49-F238E27FC236}">
                <a16:creationId xmlns:a16="http://schemas.microsoft.com/office/drawing/2014/main" id="{BF7019F0-F156-6E7C-3B14-9AC1410D887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10" y="5058910"/>
            <a:ext cx="1749972" cy="1749972"/>
          </a:xfrm>
          <a:prstGeom prst="rect">
            <a:avLst/>
          </a:prstGeom>
        </p:spPr>
      </p:pic>
      <p:pic>
        <p:nvPicPr>
          <p:cNvPr id="8" name="Picture 2" descr="Budapesti Gazdasági Szakképzési Centrum Pestszentlőrinci Technikum | EDIR">
            <a:extLst>
              <a:ext uri="{FF2B5EF4-FFF2-40B4-BE49-F238E27FC236}">
                <a16:creationId xmlns:a16="http://schemas.microsoft.com/office/drawing/2014/main" id="{7C374FA8-21A9-926A-86B5-C000259E9AB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45492" y="5607005"/>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4" name="Kép 3">
            <a:extLst>
              <a:ext uri="{FF2B5EF4-FFF2-40B4-BE49-F238E27FC236}">
                <a16:creationId xmlns:a16="http://schemas.microsoft.com/office/drawing/2014/main" id="{0C4DEBAB-A33A-B282-B3FF-6561D690B4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65031" y="2883463"/>
            <a:ext cx="1080433" cy="1080433"/>
          </a:xfrm>
          <a:prstGeom prst="rect">
            <a:avLst/>
          </a:prstGeom>
        </p:spPr>
      </p:pic>
      <p:pic>
        <p:nvPicPr>
          <p:cNvPr id="10" name="Kép 9">
            <a:extLst>
              <a:ext uri="{FF2B5EF4-FFF2-40B4-BE49-F238E27FC236}">
                <a16:creationId xmlns:a16="http://schemas.microsoft.com/office/drawing/2014/main" id="{61DC89A3-8E36-377F-BA25-53ADC89A74D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85759" y="5227030"/>
            <a:ext cx="820410" cy="820410"/>
          </a:xfrm>
          <a:prstGeom prst="rect">
            <a:avLst/>
          </a:prstGeom>
        </p:spPr>
      </p:pic>
      <p:pic>
        <p:nvPicPr>
          <p:cNvPr id="12" name="Kép 11">
            <a:extLst>
              <a:ext uri="{FF2B5EF4-FFF2-40B4-BE49-F238E27FC236}">
                <a16:creationId xmlns:a16="http://schemas.microsoft.com/office/drawing/2014/main" id="{3F286CBD-3303-4FCF-7493-CD71D354496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224921" y="4176082"/>
            <a:ext cx="1277624" cy="718663"/>
          </a:xfrm>
          <a:prstGeom prst="rect">
            <a:avLst/>
          </a:prstGeom>
        </p:spPr>
      </p:pic>
      <p:pic>
        <p:nvPicPr>
          <p:cNvPr id="14" name="Kép 13">
            <a:extLst>
              <a:ext uri="{FF2B5EF4-FFF2-40B4-BE49-F238E27FC236}">
                <a16:creationId xmlns:a16="http://schemas.microsoft.com/office/drawing/2014/main" id="{CD3DE525-DC96-768B-713E-0BA4C0652BC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381975" y="1870829"/>
            <a:ext cx="963517" cy="963517"/>
          </a:xfrm>
          <a:prstGeom prst="rect">
            <a:avLst/>
          </a:prstGeom>
        </p:spPr>
      </p:pic>
      <p:pic>
        <p:nvPicPr>
          <p:cNvPr id="25" name="Kép 24">
            <a:extLst>
              <a:ext uri="{FF2B5EF4-FFF2-40B4-BE49-F238E27FC236}">
                <a16:creationId xmlns:a16="http://schemas.microsoft.com/office/drawing/2014/main" id="{B4A69E92-129E-744B-41D0-FF9FEFD93A33}"/>
              </a:ext>
            </a:extLst>
          </p:cNvPr>
          <p:cNvPicPr>
            <a:picLocks noChangeAspect="1"/>
          </p:cNvPicPr>
          <p:nvPr/>
        </p:nvPicPr>
        <p:blipFill>
          <a:blip r:embed="rId14"/>
          <a:stretch>
            <a:fillRect/>
          </a:stretch>
        </p:blipFill>
        <p:spPr>
          <a:xfrm>
            <a:off x="9381975" y="948689"/>
            <a:ext cx="846546" cy="671640"/>
          </a:xfrm>
          <a:prstGeom prst="rect">
            <a:avLst/>
          </a:prstGeom>
        </p:spPr>
      </p:pic>
      <p:pic>
        <p:nvPicPr>
          <p:cNvPr id="3" name="Kép 2" descr="Microsoft PowerPoint – Wikipédia">
            <a:extLst>
              <a:ext uri="{FF2B5EF4-FFF2-40B4-BE49-F238E27FC236}">
                <a16:creationId xmlns:a16="http://schemas.microsoft.com/office/drawing/2014/main" id="{3E8BA14E-9794-52C7-8619-0190F6D99028}"/>
              </a:ext>
            </a:extLst>
          </p:cNvPr>
          <p:cNvPicPr>
            <a:picLocks noChangeAspect="1"/>
          </p:cNvPicPr>
          <p:nvPr/>
        </p:nvPicPr>
        <p:blipFill>
          <a:blip r:embed="rId15"/>
          <a:stretch>
            <a:fillRect/>
          </a:stretch>
        </p:blipFill>
        <p:spPr>
          <a:xfrm>
            <a:off x="9052297" y="5247673"/>
            <a:ext cx="741426" cy="718663"/>
          </a:xfrm>
          <a:prstGeom prst="rect">
            <a:avLst/>
          </a:prstGeom>
        </p:spPr>
      </p:pic>
    </p:spTree>
    <p:extLst>
      <p:ext uri="{BB962C8B-B14F-4D97-AF65-F5344CB8AC3E}">
        <p14:creationId xmlns:p14="http://schemas.microsoft.com/office/powerpoint/2010/main" val="2184157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ím 1">
            <a:extLst>
              <a:ext uri="{FF2B5EF4-FFF2-40B4-BE49-F238E27FC236}">
                <a16:creationId xmlns:a16="http://schemas.microsoft.com/office/drawing/2014/main" id="{BAEE82AC-5D8C-7DC9-0922-A056D09E537F}"/>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Frontend</a:t>
            </a:r>
          </a:p>
        </p:txBody>
      </p:sp>
      <p:sp>
        <p:nvSpPr>
          <p:cNvPr id="3" name="Tartalom helye 2">
            <a:extLst>
              <a:ext uri="{FF2B5EF4-FFF2-40B4-BE49-F238E27FC236}">
                <a16:creationId xmlns:a16="http://schemas.microsoft.com/office/drawing/2014/main" id="{62A25CAF-C4BE-9EF0-E87A-3248E4EF7886}"/>
              </a:ext>
            </a:extLst>
          </p:cNvPr>
          <p:cNvSpPr>
            <a:spLocks noGrp="1"/>
          </p:cNvSpPr>
          <p:nvPr>
            <p:ph idx="1"/>
          </p:nvPr>
        </p:nvSpPr>
        <p:spPr>
          <a:xfrm>
            <a:off x="1559943" y="5171093"/>
            <a:ext cx="9078628" cy="860620"/>
          </a:xfrm>
        </p:spPr>
        <p:txBody>
          <a:bodyPr vert="horz" lIns="91440" tIns="45720" rIns="91440" bIns="45720" rtlCol="0" anchor="ctr">
            <a:normAutofit/>
          </a:bodyPr>
          <a:lstStyle/>
          <a:p>
            <a:pPr marL="0" indent="0" algn="ctr">
              <a:buNone/>
            </a:pPr>
            <a:r>
              <a:rPr lang="en-US" sz="2400" kern="1200">
                <a:solidFill>
                  <a:srgbClr val="FFFFFF"/>
                </a:solidFill>
                <a:latin typeface="+mn-lt"/>
                <a:ea typeface="+mn-ea"/>
                <a:cs typeface="+mn-cs"/>
              </a:rPr>
              <a:t>Bemutatja:Hohn Márton</a:t>
            </a:r>
          </a:p>
        </p:txBody>
      </p:sp>
    </p:spTree>
    <p:extLst>
      <p:ext uri="{BB962C8B-B14F-4D97-AF65-F5344CB8AC3E}">
        <p14:creationId xmlns:p14="http://schemas.microsoft.com/office/powerpoint/2010/main" val="409848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ím 1">
            <a:extLst>
              <a:ext uri="{FF2B5EF4-FFF2-40B4-BE49-F238E27FC236}">
                <a16:creationId xmlns:a16="http://schemas.microsoft.com/office/drawing/2014/main" id="{AB3178A5-1042-42B3-8ABD-3054DA77646E}"/>
              </a:ext>
            </a:extLst>
          </p:cNvPr>
          <p:cNvSpPr>
            <a:spLocks noGrp="1"/>
          </p:cNvSpPr>
          <p:nvPr>
            <p:ph type="title"/>
          </p:nvPr>
        </p:nvSpPr>
        <p:spPr>
          <a:xfrm>
            <a:off x="826396" y="586855"/>
            <a:ext cx="4230100" cy="3387497"/>
          </a:xfrm>
        </p:spPr>
        <p:txBody>
          <a:bodyPr anchor="b">
            <a:normAutofit/>
          </a:bodyPr>
          <a:lstStyle/>
          <a:p>
            <a:pPr algn="r"/>
            <a:r>
              <a:rPr lang="hu-HU" sz="4000" dirty="0">
                <a:solidFill>
                  <a:srgbClr val="FFFFFF"/>
                </a:solidFill>
              </a:rPr>
              <a:t>Frontend felépítése</a:t>
            </a:r>
          </a:p>
        </p:txBody>
      </p:sp>
      <p:graphicFrame>
        <p:nvGraphicFramePr>
          <p:cNvPr id="5" name="Tartalom helye 4">
            <a:extLst>
              <a:ext uri="{FF2B5EF4-FFF2-40B4-BE49-F238E27FC236}">
                <a16:creationId xmlns:a16="http://schemas.microsoft.com/office/drawing/2014/main" id="{F5BEC5D3-71DA-3A44-DA6E-48940EB99A4F}"/>
              </a:ext>
            </a:extLst>
          </p:cNvPr>
          <p:cNvGraphicFramePr>
            <a:graphicFrameLocks noGrp="1"/>
          </p:cNvGraphicFramePr>
          <p:nvPr>
            <p:ph idx="1"/>
            <p:extLst>
              <p:ext uri="{D42A27DB-BD31-4B8C-83A1-F6EECF244321}">
                <p14:modId xmlns:p14="http://schemas.microsoft.com/office/powerpoint/2010/main" val="2520784248"/>
              </p:ext>
            </p:extLst>
          </p:nvPr>
        </p:nvGraphicFramePr>
        <p:xfrm>
          <a:off x="5683753" y="265117"/>
          <a:ext cx="5247819" cy="55726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Budapesti Gazdasági Szakképzési Centrum Pestszentlőrinci Technikum | EDIR">
            <a:extLst>
              <a:ext uri="{FF2B5EF4-FFF2-40B4-BE49-F238E27FC236}">
                <a16:creationId xmlns:a16="http://schemas.microsoft.com/office/drawing/2014/main" id="{668E0D92-EAAB-337A-22A1-4DC658CD8D7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10344" y="5744162"/>
            <a:ext cx="1590801" cy="1044284"/>
          </a:xfrm>
          <a:prstGeom prst="rect">
            <a:avLst/>
          </a:prstGeom>
          <a:noFill/>
          <a:extLst>
            <a:ext uri="{909E8E84-426E-40DD-AFC4-6F175D3DCCD1}">
              <a14:hiddenFill xmlns:a14="http://schemas.microsoft.com/office/drawing/2010/main">
                <a:solidFill>
                  <a:srgbClr val="FFFFFF"/>
                </a:solidFill>
              </a14:hiddenFill>
            </a:ext>
          </a:extLst>
        </p:spPr>
      </p:pic>
      <p:pic>
        <p:nvPicPr>
          <p:cNvPr id="6" name="Kép 5">
            <a:extLst>
              <a:ext uri="{FF2B5EF4-FFF2-40B4-BE49-F238E27FC236}">
                <a16:creationId xmlns:a16="http://schemas.microsoft.com/office/drawing/2014/main" id="{26BC7514-2576-6173-36D1-2893A08B8BB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5138739"/>
            <a:ext cx="1749972" cy="1749972"/>
          </a:xfrm>
          <a:prstGeom prst="rect">
            <a:avLst/>
          </a:prstGeom>
        </p:spPr>
      </p:pic>
    </p:spTree>
    <p:extLst>
      <p:ext uri="{BB962C8B-B14F-4D97-AF65-F5344CB8AC3E}">
        <p14:creationId xmlns:p14="http://schemas.microsoft.com/office/powerpoint/2010/main" val="3102947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20261417-5FF9-4AC4-BBE8-4F4A2BB6693D}"/>
              </a:ext>
            </a:extLst>
          </p:cNvPr>
          <p:cNvSpPr>
            <a:spLocks noGrp="1"/>
          </p:cNvSpPr>
          <p:nvPr>
            <p:ph type="title"/>
          </p:nvPr>
        </p:nvSpPr>
        <p:spPr>
          <a:xfrm>
            <a:off x="461273" y="2270131"/>
            <a:ext cx="3115265" cy="1578131"/>
          </a:xfrm>
        </p:spPr>
        <p:txBody>
          <a:bodyPr anchor="b">
            <a:normAutofit/>
          </a:bodyPr>
          <a:lstStyle/>
          <a:p>
            <a:pPr algn="r"/>
            <a:r>
              <a:rPr lang="hu-HU" sz="4000" dirty="0">
                <a:solidFill>
                  <a:srgbClr val="FFFFFF"/>
                </a:solidFill>
              </a:rPr>
              <a:t>Profil, fórum, építési napló,</a:t>
            </a:r>
          </a:p>
        </p:txBody>
      </p:sp>
      <p:graphicFrame>
        <p:nvGraphicFramePr>
          <p:cNvPr id="6" name="Rectangle 1">
            <a:extLst>
              <a:ext uri="{FF2B5EF4-FFF2-40B4-BE49-F238E27FC236}">
                <a16:creationId xmlns:a16="http://schemas.microsoft.com/office/drawing/2014/main" id="{6E65DC1D-4394-C564-DF9D-7C27C633F5F6}"/>
              </a:ext>
            </a:extLst>
          </p:cNvPr>
          <p:cNvGraphicFramePr>
            <a:graphicFrameLocks noGrp="1"/>
          </p:cNvGraphicFramePr>
          <p:nvPr>
            <p:ph idx="1"/>
            <p:extLst>
              <p:ext uri="{D42A27DB-BD31-4B8C-83A1-F6EECF244321}">
                <p14:modId xmlns:p14="http://schemas.microsoft.com/office/powerpoint/2010/main" val="348512192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Budapesti Gazdasági Szakképzési Centrum Pestszentlőrinci Technikum | EDIR">
            <a:extLst>
              <a:ext uri="{FF2B5EF4-FFF2-40B4-BE49-F238E27FC236}">
                <a16:creationId xmlns:a16="http://schemas.microsoft.com/office/drawing/2014/main" id="{8A60D6D2-9384-1CE2-83CB-2A23538A85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13246" y="5678364"/>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7" name="Kép 6">
            <a:extLst>
              <a:ext uri="{FF2B5EF4-FFF2-40B4-BE49-F238E27FC236}">
                <a16:creationId xmlns:a16="http://schemas.microsoft.com/office/drawing/2014/main" id="{8D1B4AE9-ACD4-9C7D-BAA0-47E43A98C5D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 y="5232573"/>
            <a:ext cx="1749972" cy="1749972"/>
          </a:xfrm>
          <a:prstGeom prst="rect">
            <a:avLst/>
          </a:prstGeom>
        </p:spPr>
      </p:pic>
    </p:spTree>
    <p:extLst>
      <p:ext uri="{BB962C8B-B14F-4D97-AF65-F5344CB8AC3E}">
        <p14:creationId xmlns:p14="http://schemas.microsoft.com/office/powerpoint/2010/main" val="1024440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72E48AA3-2861-04F2-4DB4-64F44F57DA3A}"/>
              </a:ext>
            </a:extLst>
          </p:cNvPr>
          <p:cNvPicPr>
            <a:picLocks noChangeAspect="1"/>
          </p:cNvPicPr>
          <p:nvPr/>
        </p:nvPicPr>
        <p:blipFill>
          <a:blip r:embed="rId3">
            <a:duotone>
              <a:schemeClr val="bg2">
                <a:shade val="45000"/>
                <a:satMod val="135000"/>
              </a:schemeClr>
              <a:prstClr val="white"/>
            </a:duotone>
          </a:blip>
          <a:srcRect t="6250"/>
          <a:stretch>
            <a:fillRect/>
          </a:stretch>
        </p:blipFill>
        <p:spPr>
          <a:xfrm>
            <a:off x="20" y="10"/>
            <a:ext cx="12191980" cy="6857990"/>
          </a:xfrm>
          <a:prstGeom prst="rect">
            <a:avLst/>
          </a:prstGeom>
        </p:spPr>
      </p:pic>
      <p:sp>
        <p:nvSpPr>
          <p:cNvPr id="27" name="Rectangle 26">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28AC334C-391E-4020-930B-6C0BC96A764F}"/>
              </a:ext>
            </a:extLst>
          </p:cNvPr>
          <p:cNvSpPr>
            <a:spLocks noGrp="1"/>
          </p:cNvSpPr>
          <p:nvPr>
            <p:ph type="title"/>
          </p:nvPr>
        </p:nvSpPr>
        <p:spPr>
          <a:xfrm>
            <a:off x="838200" y="365125"/>
            <a:ext cx="10515600" cy="1325563"/>
          </a:xfrm>
        </p:spPr>
        <p:txBody>
          <a:bodyPr>
            <a:normAutofit/>
          </a:bodyPr>
          <a:lstStyle/>
          <a:p>
            <a:r>
              <a:rPr lang="hu-HU"/>
              <a:t>Dizájn és reszponzivitás</a:t>
            </a:r>
          </a:p>
        </p:txBody>
      </p:sp>
      <p:graphicFrame>
        <p:nvGraphicFramePr>
          <p:cNvPr id="22" name="Rectangle 1">
            <a:extLst>
              <a:ext uri="{FF2B5EF4-FFF2-40B4-BE49-F238E27FC236}">
                <a16:creationId xmlns:a16="http://schemas.microsoft.com/office/drawing/2014/main" id="{F95FEA2D-351E-400F-FB34-CA944BB783A3}"/>
              </a:ext>
            </a:extLst>
          </p:cNvPr>
          <p:cNvGraphicFramePr>
            <a:graphicFrameLocks noGrp="1"/>
          </p:cNvGraphicFramePr>
          <p:nvPr>
            <p:ph idx="1"/>
            <p:extLst>
              <p:ext uri="{D42A27DB-BD31-4B8C-83A1-F6EECF244321}">
                <p14:modId xmlns:p14="http://schemas.microsoft.com/office/powerpoint/2010/main" val="243740489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 name="Kép 2">
            <a:extLst>
              <a:ext uri="{FF2B5EF4-FFF2-40B4-BE49-F238E27FC236}">
                <a16:creationId xmlns:a16="http://schemas.microsoft.com/office/drawing/2014/main" id="{8C0BFCB8-D2E6-BC27-69ED-19A699F5247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4981905"/>
            <a:ext cx="1749972" cy="1749972"/>
          </a:xfrm>
          <a:prstGeom prst="rect">
            <a:avLst/>
          </a:prstGeom>
        </p:spPr>
      </p:pic>
      <p:pic>
        <p:nvPicPr>
          <p:cNvPr id="6" name="Picture 2" descr="Budapesti Gazdasági Szakképzési Centrum Pestszentlőrinci Technikum | EDIR">
            <a:extLst>
              <a:ext uri="{FF2B5EF4-FFF2-40B4-BE49-F238E27FC236}">
                <a16:creationId xmlns:a16="http://schemas.microsoft.com/office/drawing/2014/main" id="{03ED1A53-BA7B-DEA0-ABDA-CBE0DF0D1F6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86127" y="5552246"/>
            <a:ext cx="1796980" cy="1179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864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Tartalom helye 9">
            <a:extLst>
              <a:ext uri="{FF2B5EF4-FFF2-40B4-BE49-F238E27FC236}">
                <a16:creationId xmlns:a16="http://schemas.microsoft.com/office/drawing/2014/main" id="{03AFD9A8-C762-1E2D-7612-CFEBB175604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671" r="3763" b="-1"/>
          <a:stretch>
            <a:fillRect/>
          </a:stretch>
        </p:blipFill>
        <p:spPr>
          <a:xfrm>
            <a:off x="1590006" y="341587"/>
            <a:ext cx="9375160" cy="5286632"/>
          </a:xfrm>
          <a:prstGeom prst="rect">
            <a:avLst/>
          </a:prstGeom>
        </p:spPr>
      </p:pic>
      <p:sp>
        <p:nvSpPr>
          <p:cNvPr id="7" name="AutoShape 6" descr="Kép">
            <a:extLst>
              <a:ext uri="{FF2B5EF4-FFF2-40B4-BE49-F238E27FC236}">
                <a16:creationId xmlns:a16="http://schemas.microsoft.com/office/drawing/2014/main" id="{81D4F5C9-2924-8966-01CF-9A51D1CCD099}"/>
              </a:ext>
            </a:extLst>
          </p:cNvPr>
          <p:cNvSpPr>
            <a:spLocks noChangeAspect="1" noChangeArrowheads="1"/>
          </p:cNvSpPr>
          <p:nvPr/>
        </p:nvSpPr>
        <p:spPr bwMode="auto">
          <a:xfrm>
            <a:off x="5943600" y="811924"/>
            <a:ext cx="2769476" cy="27694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u-HU"/>
          </a:p>
        </p:txBody>
      </p:sp>
      <p:pic>
        <p:nvPicPr>
          <p:cNvPr id="12" name="Kép 11">
            <a:extLst>
              <a:ext uri="{FF2B5EF4-FFF2-40B4-BE49-F238E27FC236}">
                <a16:creationId xmlns:a16="http://schemas.microsoft.com/office/drawing/2014/main" id="{07381791-7D67-F656-C63D-F7FBBED60B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02" y="5265255"/>
            <a:ext cx="1592317" cy="1592317"/>
          </a:xfrm>
          <a:prstGeom prst="rect">
            <a:avLst/>
          </a:prstGeom>
        </p:spPr>
      </p:pic>
      <p:pic>
        <p:nvPicPr>
          <p:cNvPr id="14" name="Picture 2" descr="Budapesti Gazdasági Szakképzési Centrum Pestszentlőrinci Technikum | EDIR">
            <a:extLst>
              <a:ext uri="{FF2B5EF4-FFF2-40B4-BE49-F238E27FC236}">
                <a16:creationId xmlns:a16="http://schemas.microsoft.com/office/drawing/2014/main" id="{2B637864-FCD5-42B2-AB37-A6D35645D8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01741" y="5600314"/>
            <a:ext cx="1796980" cy="1179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5288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9" name="Rectangle 5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4F9A16B3-E2B4-2BAE-CCC6-3BC4CA5CDCBD}"/>
              </a:ext>
            </a:extLst>
          </p:cNvPr>
          <p:cNvSpPr>
            <a:spLocks noGrp="1"/>
          </p:cNvSpPr>
          <p:nvPr>
            <p:ph type="title"/>
          </p:nvPr>
        </p:nvSpPr>
        <p:spPr>
          <a:xfrm>
            <a:off x="1142639" y="561203"/>
            <a:ext cx="9932691" cy="1165996"/>
          </a:xfrm>
        </p:spPr>
        <p:txBody>
          <a:bodyPr vert="horz" lIns="91440" tIns="45720" rIns="91440" bIns="45720" rtlCol="0" anchor="b">
            <a:normAutofit/>
          </a:bodyPr>
          <a:lstStyle/>
          <a:p>
            <a:pPr algn="ctr"/>
            <a:r>
              <a:rPr lang="en-US" sz="4800">
                <a:solidFill>
                  <a:srgbClr val="FFFFFF"/>
                </a:solidFill>
              </a:rPr>
              <a:t>újra hasznosított komponensek</a:t>
            </a:r>
          </a:p>
        </p:txBody>
      </p:sp>
      <p:sp>
        <p:nvSpPr>
          <p:cNvPr id="67" name="Rectangle 66">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Kép 12">
            <a:extLst>
              <a:ext uri="{FF2B5EF4-FFF2-40B4-BE49-F238E27FC236}">
                <a16:creationId xmlns:a16="http://schemas.microsoft.com/office/drawing/2014/main" id="{9F5158E8-5CA5-C564-C76A-57345B1B8956}"/>
              </a:ext>
            </a:extLst>
          </p:cNvPr>
          <p:cNvPicPr>
            <a:picLocks noChangeAspect="1"/>
          </p:cNvPicPr>
          <p:nvPr/>
        </p:nvPicPr>
        <p:blipFill>
          <a:blip r:embed="rId3"/>
          <a:stretch>
            <a:fillRect/>
          </a:stretch>
        </p:blipFill>
        <p:spPr>
          <a:xfrm>
            <a:off x="2510599" y="2133758"/>
            <a:ext cx="2224538" cy="3235692"/>
          </a:xfrm>
          <a:prstGeom prst="rect">
            <a:avLst/>
          </a:prstGeom>
        </p:spPr>
      </p:pic>
      <p:pic>
        <p:nvPicPr>
          <p:cNvPr id="11" name="Tartalom helye 10">
            <a:extLst>
              <a:ext uri="{FF2B5EF4-FFF2-40B4-BE49-F238E27FC236}">
                <a16:creationId xmlns:a16="http://schemas.microsoft.com/office/drawing/2014/main" id="{60033F82-4545-FE57-976B-E645B34A82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5668" y="2133600"/>
            <a:ext cx="3656326" cy="3235849"/>
          </a:xfrm>
          <a:prstGeom prst="rect">
            <a:avLst/>
          </a:prstGeom>
        </p:spPr>
      </p:pic>
      <p:pic>
        <p:nvPicPr>
          <p:cNvPr id="14" name="Kép 13">
            <a:extLst>
              <a:ext uri="{FF2B5EF4-FFF2-40B4-BE49-F238E27FC236}">
                <a16:creationId xmlns:a16="http://schemas.microsoft.com/office/drawing/2014/main" id="{52325094-E3A7-B42F-2A9C-A6E654B6E2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034" y="5032956"/>
            <a:ext cx="1749972" cy="1749972"/>
          </a:xfrm>
          <a:prstGeom prst="rect">
            <a:avLst/>
          </a:prstGeom>
        </p:spPr>
      </p:pic>
      <p:pic>
        <p:nvPicPr>
          <p:cNvPr id="15" name="Picture 2" descr="Budapesti Gazdasági Szakképzési Centrum Pestszentlőrinci Technikum | EDIR">
            <a:extLst>
              <a:ext uri="{FF2B5EF4-FFF2-40B4-BE49-F238E27FC236}">
                <a16:creationId xmlns:a16="http://schemas.microsoft.com/office/drawing/2014/main" id="{0AADDF03-C93B-B2B1-178D-D041B59B55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86127" y="5552246"/>
            <a:ext cx="1796980" cy="1179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067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ím 1">
            <a:extLst>
              <a:ext uri="{FF2B5EF4-FFF2-40B4-BE49-F238E27FC236}">
                <a16:creationId xmlns:a16="http://schemas.microsoft.com/office/drawing/2014/main" id="{3F25B080-4B0F-AEDF-0CF8-75531AFCF444}"/>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a:solidFill>
                  <a:srgbClr val="FFFFFF"/>
                </a:solidFill>
                <a:latin typeface="+mj-lt"/>
                <a:ea typeface="+mj-ea"/>
                <a:cs typeface="+mj-cs"/>
              </a:rPr>
              <a:t>Backend</a:t>
            </a:r>
          </a:p>
        </p:txBody>
      </p:sp>
      <p:sp>
        <p:nvSpPr>
          <p:cNvPr id="3" name="Tartalom helye 2">
            <a:extLst>
              <a:ext uri="{FF2B5EF4-FFF2-40B4-BE49-F238E27FC236}">
                <a16:creationId xmlns:a16="http://schemas.microsoft.com/office/drawing/2014/main" id="{3DC6D9A9-AD7C-CC00-B8D5-E097112414F5}"/>
              </a:ext>
            </a:extLst>
          </p:cNvPr>
          <p:cNvSpPr>
            <a:spLocks noGrp="1"/>
          </p:cNvSpPr>
          <p:nvPr>
            <p:ph idx="1"/>
          </p:nvPr>
        </p:nvSpPr>
        <p:spPr>
          <a:xfrm>
            <a:off x="1559943" y="5171093"/>
            <a:ext cx="9078628" cy="860620"/>
          </a:xfrm>
        </p:spPr>
        <p:txBody>
          <a:bodyPr vert="horz" lIns="91440" tIns="45720" rIns="91440" bIns="45720" rtlCol="0" anchor="ctr">
            <a:normAutofit/>
          </a:bodyPr>
          <a:lstStyle/>
          <a:p>
            <a:pPr marL="0" indent="0" algn="ctr">
              <a:buNone/>
            </a:pPr>
            <a:r>
              <a:rPr lang="en-US" sz="2400" kern="1200" dirty="0" err="1">
                <a:solidFill>
                  <a:srgbClr val="FFFFFF"/>
                </a:solidFill>
                <a:latin typeface="+mn-lt"/>
                <a:ea typeface="+mn-ea"/>
                <a:cs typeface="+mn-cs"/>
              </a:rPr>
              <a:t>Bemutatja:Claus</a:t>
            </a:r>
            <a:r>
              <a:rPr lang="en-US" sz="2400" kern="1200" dirty="0">
                <a:solidFill>
                  <a:srgbClr val="FFFFFF"/>
                </a:solidFill>
                <a:latin typeface="+mn-lt"/>
                <a:ea typeface="+mn-ea"/>
                <a:cs typeface="+mn-cs"/>
              </a:rPr>
              <a:t> Patrik</a:t>
            </a:r>
          </a:p>
        </p:txBody>
      </p:sp>
    </p:spTree>
    <p:extLst>
      <p:ext uri="{BB962C8B-B14F-4D97-AF65-F5344CB8AC3E}">
        <p14:creationId xmlns:p14="http://schemas.microsoft.com/office/powerpoint/2010/main" val="4139434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713CED2E-8263-4A50-BD76-202E6B337145}"/>
              </a:ext>
            </a:extLst>
          </p:cNvPr>
          <p:cNvSpPr>
            <a:spLocks noGrp="1"/>
          </p:cNvSpPr>
          <p:nvPr>
            <p:ph type="title"/>
          </p:nvPr>
        </p:nvSpPr>
        <p:spPr>
          <a:xfrm>
            <a:off x="1371599" y="294538"/>
            <a:ext cx="9895951" cy="1033669"/>
          </a:xfrm>
        </p:spPr>
        <p:txBody>
          <a:bodyPr>
            <a:normAutofit/>
          </a:bodyPr>
          <a:lstStyle/>
          <a:p>
            <a:r>
              <a:rPr lang="hu-HU" sz="4000">
                <a:solidFill>
                  <a:srgbClr val="FFFFFF"/>
                </a:solidFill>
              </a:rPr>
              <a:t>Backend architektúra</a:t>
            </a:r>
          </a:p>
        </p:txBody>
      </p:sp>
      <p:graphicFrame>
        <p:nvGraphicFramePr>
          <p:cNvPr id="10" name="Tartalom helye 9">
            <a:extLst>
              <a:ext uri="{FF2B5EF4-FFF2-40B4-BE49-F238E27FC236}">
                <a16:creationId xmlns:a16="http://schemas.microsoft.com/office/drawing/2014/main" id="{3E06DDA6-45E6-5D6B-9314-FC9B69CCFEE3}"/>
              </a:ext>
            </a:extLst>
          </p:cNvPr>
          <p:cNvGraphicFramePr>
            <a:graphicFrameLocks noGrp="1"/>
          </p:cNvGraphicFramePr>
          <p:nvPr>
            <p:ph idx="1"/>
            <p:extLst>
              <p:ext uri="{D42A27DB-BD31-4B8C-83A1-F6EECF244321}">
                <p14:modId xmlns:p14="http://schemas.microsoft.com/office/powerpoint/2010/main" val="4010909803"/>
              </p:ext>
            </p:extLst>
          </p:nvPr>
        </p:nvGraphicFramePr>
        <p:xfrm>
          <a:off x="935549" y="1814273"/>
          <a:ext cx="4509083" cy="3229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2" descr="Budapesti Gazdasági Szakképzési Centrum Pestszentlőrinci Technikum | EDIR">
            <a:extLst>
              <a:ext uri="{FF2B5EF4-FFF2-40B4-BE49-F238E27FC236}">
                <a16:creationId xmlns:a16="http://schemas.microsoft.com/office/drawing/2014/main" id="{1681253C-DDC2-D61A-ED85-C998B650CC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69060" y="5696910"/>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7" name="Kép 6">
            <a:extLst>
              <a:ext uri="{FF2B5EF4-FFF2-40B4-BE49-F238E27FC236}">
                <a16:creationId xmlns:a16="http://schemas.microsoft.com/office/drawing/2014/main" id="{578ADC8A-1A28-9CC5-D7D3-8245BF34FCE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 y="5126569"/>
            <a:ext cx="1749972" cy="1749972"/>
          </a:xfrm>
          <a:prstGeom prst="rect">
            <a:avLst/>
          </a:prstGeom>
        </p:spPr>
      </p:pic>
      <p:graphicFrame>
        <p:nvGraphicFramePr>
          <p:cNvPr id="3" name="Diagram 2">
            <a:extLst>
              <a:ext uri="{FF2B5EF4-FFF2-40B4-BE49-F238E27FC236}">
                <a16:creationId xmlns:a16="http://schemas.microsoft.com/office/drawing/2014/main" id="{D1291519-0819-4C97-E96F-CB4D7AE74D68}"/>
              </a:ext>
            </a:extLst>
          </p:cNvPr>
          <p:cNvGraphicFramePr/>
          <p:nvPr>
            <p:extLst>
              <p:ext uri="{D42A27DB-BD31-4B8C-83A1-F6EECF244321}">
                <p14:modId xmlns:p14="http://schemas.microsoft.com/office/powerpoint/2010/main" val="1979301611"/>
              </p:ext>
            </p:extLst>
          </p:nvPr>
        </p:nvGraphicFramePr>
        <p:xfrm>
          <a:off x="6516414" y="2249214"/>
          <a:ext cx="4225619" cy="431424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8" name="Szövegdoboz 7">
            <a:extLst>
              <a:ext uri="{FF2B5EF4-FFF2-40B4-BE49-F238E27FC236}">
                <a16:creationId xmlns:a16="http://schemas.microsoft.com/office/drawing/2014/main" id="{CE9D10F2-9424-B2EF-20FA-81045559F8FA}"/>
              </a:ext>
            </a:extLst>
          </p:cNvPr>
          <p:cNvSpPr txBox="1"/>
          <p:nvPr/>
        </p:nvSpPr>
        <p:spPr>
          <a:xfrm>
            <a:off x="7020911" y="1861341"/>
            <a:ext cx="1902316" cy="369332"/>
          </a:xfrm>
          <a:prstGeom prst="rect">
            <a:avLst/>
          </a:prstGeom>
          <a:noFill/>
        </p:spPr>
        <p:txBody>
          <a:bodyPr wrap="none" rtlCol="0">
            <a:spAutoFit/>
          </a:bodyPr>
          <a:lstStyle/>
          <a:p>
            <a:r>
              <a:rPr lang="en-GB" dirty="0"/>
              <a:t>API </a:t>
            </a:r>
            <a:r>
              <a:rPr lang="en-GB" dirty="0" err="1"/>
              <a:t>folyamat</a:t>
            </a:r>
            <a:r>
              <a:rPr lang="en-GB" dirty="0"/>
              <a:t> </a:t>
            </a:r>
            <a:r>
              <a:rPr lang="en-GB" dirty="0" err="1"/>
              <a:t>ábr</a:t>
            </a:r>
            <a:r>
              <a:rPr lang="hu-HU" dirty="0"/>
              <a:t>a:</a:t>
            </a:r>
          </a:p>
        </p:txBody>
      </p:sp>
    </p:spTree>
    <p:extLst>
      <p:ext uri="{BB962C8B-B14F-4D97-AF65-F5344CB8AC3E}">
        <p14:creationId xmlns:p14="http://schemas.microsoft.com/office/powerpoint/2010/main" val="2544446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9FCBDB15-0752-4DAB-8ED8-E057DF2B006B}"/>
              </a:ext>
            </a:extLst>
          </p:cNvPr>
          <p:cNvSpPr>
            <a:spLocks noGrp="1"/>
          </p:cNvSpPr>
          <p:nvPr>
            <p:ph type="title"/>
          </p:nvPr>
        </p:nvSpPr>
        <p:spPr>
          <a:xfrm>
            <a:off x="586478" y="1683756"/>
            <a:ext cx="3115265" cy="2396359"/>
          </a:xfrm>
        </p:spPr>
        <p:txBody>
          <a:bodyPr anchor="b">
            <a:normAutofit/>
          </a:bodyPr>
          <a:lstStyle/>
          <a:p>
            <a:pPr algn="r"/>
            <a:r>
              <a:rPr lang="hu-HU" sz="4000">
                <a:solidFill>
                  <a:srgbClr val="FFFFFF"/>
                </a:solidFill>
              </a:rPr>
              <a:t>API funkciók</a:t>
            </a:r>
          </a:p>
        </p:txBody>
      </p:sp>
      <p:graphicFrame>
        <p:nvGraphicFramePr>
          <p:cNvPr id="6" name="Rectangle 1">
            <a:extLst>
              <a:ext uri="{FF2B5EF4-FFF2-40B4-BE49-F238E27FC236}">
                <a16:creationId xmlns:a16="http://schemas.microsoft.com/office/drawing/2014/main" id="{121EFFAC-AB95-9080-4015-5811F2F7CBCC}"/>
              </a:ext>
            </a:extLst>
          </p:cNvPr>
          <p:cNvGraphicFramePr>
            <a:graphicFrameLocks noGrp="1"/>
          </p:cNvGraphicFramePr>
          <p:nvPr>
            <p:ph idx="1"/>
            <p:extLst>
              <p:ext uri="{D42A27DB-BD31-4B8C-83A1-F6EECF244321}">
                <p14:modId xmlns:p14="http://schemas.microsoft.com/office/powerpoint/2010/main" val="66107345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Budapesti Gazdasági Szakképzési Centrum Pestszentlőrinci Technikum | EDIR">
            <a:extLst>
              <a:ext uri="{FF2B5EF4-FFF2-40B4-BE49-F238E27FC236}">
                <a16:creationId xmlns:a16="http://schemas.microsoft.com/office/drawing/2014/main" id="{92AE254A-8FBB-45E3-7B09-81603F8F85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92317" y="5678364"/>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7" name="Kép 6">
            <a:extLst>
              <a:ext uri="{FF2B5EF4-FFF2-40B4-BE49-F238E27FC236}">
                <a16:creationId xmlns:a16="http://schemas.microsoft.com/office/drawing/2014/main" id="{546B645C-0E33-63BB-E3A4-7118E8068DF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5575536"/>
            <a:ext cx="1282459" cy="1282459"/>
          </a:xfrm>
          <a:prstGeom prst="rect">
            <a:avLst/>
          </a:prstGeom>
        </p:spPr>
      </p:pic>
    </p:spTree>
    <p:extLst>
      <p:ext uri="{BB962C8B-B14F-4D97-AF65-F5344CB8AC3E}">
        <p14:creationId xmlns:p14="http://schemas.microsoft.com/office/powerpoint/2010/main" val="1747624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AEDB19-16E2-1205-830D-ACC1CAF16AE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8B856F-21BC-01DB-6CBE-C3F8F7069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DA2BF90-A449-5AC7-D4D3-BC236436D6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B914D7-59BD-E34B-8AF7-F05717625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7FEBE-FF95-88A4-3DC8-5EC99E44E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7E46BBD-7982-6C48-0E41-0EDC545A2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F72BD985-B3B4-ECF2-461E-D2337F810AAA}"/>
              </a:ext>
            </a:extLst>
          </p:cNvPr>
          <p:cNvSpPr>
            <a:spLocks noGrp="1"/>
          </p:cNvSpPr>
          <p:nvPr>
            <p:ph type="title"/>
          </p:nvPr>
        </p:nvSpPr>
        <p:spPr>
          <a:xfrm>
            <a:off x="257697" y="278535"/>
            <a:ext cx="9895951" cy="1033669"/>
          </a:xfrm>
        </p:spPr>
        <p:txBody>
          <a:bodyPr>
            <a:normAutofit/>
          </a:bodyPr>
          <a:lstStyle/>
          <a:p>
            <a:r>
              <a:rPr lang="hu-HU" sz="4000" dirty="0">
                <a:solidFill>
                  <a:schemeClr val="bg1"/>
                </a:solidFill>
              </a:rPr>
              <a:t>Saját makettek listázása backend oldalon</a:t>
            </a:r>
          </a:p>
        </p:txBody>
      </p:sp>
      <p:pic>
        <p:nvPicPr>
          <p:cNvPr id="6" name="Picture 2" descr="Budapesti Gazdasági Szakképzési Centrum Pestszentlőrinci Technikum | EDIR">
            <a:extLst>
              <a:ext uri="{FF2B5EF4-FFF2-40B4-BE49-F238E27FC236}">
                <a16:creationId xmlns:a16="http://schemas.microsoft.com/office/drawing/2014/main" id="{E3CACAFF-9A03-F1FF-51CD-261049A7B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9060" y="5696910"/>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7" name="Kép 6">
            <a:extLst>
              <a:ext uri="{FF2B5EF4-FFF2-40B4-BE49-F238E27FC236}">
                <a16:creationId xmlns:a16="http://schemas.microsoft.com/office/drawing/2014/main" id="{64AF0A7D-5C16-07D3-B27A-A17BBE2F0C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 y="5126569"/>
            <a:ext cx="1749972" cy="1749972"/>
          </a:xfrm>
          <a:prstGeom prst="rect">
            <a:avLst/>
          </a:prstGeom>
        </p:spPr>
      </p:pic>
      <p:pic>
        <p:nvPicPr>
          <p:cNvPr id="14" name="Kép 13">
            <a:extLst>
              <a:ext uri="{FF2B5EF4-FFF2-40B4-BE49-F238E27FC236}">
                <a16:creationId xmlns:a16="http://schemas.microsoft.com/office/drawing/2014/main" id="{F69B24A5-1DF8-7127-EF58-5E46CC676929}"/>
              </a:ext>
            </a:extLst>
          </p:cNvPr>
          <p:cNvPicPr>
            <a:picLocks noChangeAspect="1"/>
          </p:cNvPicPr>
          <p:nvPr/>
        </p:nvPicPr>
        <p:blipFill>
          <a:blip r:embed="rId5"/>
          <a:stretch>
            <a:fillRect/>
          </a:stretch>
        </p:blipFill>
        <p:spPr>
          <a:xfrm>
            <a:off x="1749969" y="1725127"/>
            <a:ext cx="9103026" cy="3939781"/>
          </a:xfrm>
          <a:prstGeom prst="rect">
            <a:avLst/>
          </a:prstGeom>
        </p:spPr>
      </p:pic>
    </p:spTree>
    <p:extLst>
      <p:ext uri="{BB962C8B-B14F-4D97-AF65-F5344CB8AC3E}">
        <p14:creationId xmlns:p14="http://schemas.microsoft.com/office/powerpoint/2010/main" val="3238722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D6C96F-7D3B-908F-D463-14F1C88E0A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8640E5C-6D16-3ADB-27E8-87FBBFD62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318E622-736F-9842-4B75-122434BED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8F0C8D-41BC-C632-E36D-4336FAA58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63EAE37-5420-CE0D-EE00-7B65D3C26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A3B4487-3261-D7DE-DED2-CCF7814438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AC6D6F3-E9A8-BC42-A65B-B0CFBCD622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72CCDB46-1A87-F837-CA9D-D2DD45AD2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ím 1">
            <a:extLst>
              <a:ext uri="{FF2B5EF4-FFF2-40B4-BE49-F238E27FC236}">
                <a16:creationId xmlns:a16="http://schemas.microsoft.com/office/drawing/2014/main" id="{2C4652A1-9370-882A-4A4D-1F01EB74B929}"/>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hu-HU" sz="4800" dirty="0">
                <a:solidFill>
                  <a:srgbClr val="FFFFFF"/>
                </a:solidFill>
              </a:rPr>
              <a:t>A</a:t>
            </a:r>
            <a:r>
              <a:rPr lang="hu-HU" sz="4800" kern="1200" dirty="0">
                <a:solidFill>
                  <a:srgbClr val="FFFFFF"/>
                </a:solidFill>
                <a:latin typeface="+mj-lt"/>
                <a:ea typeface="+mj-ea"/>
                <a:cs typeface="+mj-cs"/>
              </a:rPr>
              <a:t>datbázis</a:t>
            </a:r>
            <a:endParaRPr lang="en-US" sz="4800" kern="1200" dirty="0">
              <a:solidFill>
                <a:srgbClr val="FFFFFF"/>
              </a:solidFill>
              <a:latin typeface="+mj-lt"/>
              <a:ea typeface="+mj-ea"/>
              <a:cs typeface="+mj-cs"/>
            </a:endParaRPr>
          </a:p>
        </p:txBody>
      </p:sp>
      <p:sp>
        <p:nvSpPr>
          <p:cNvPr id="3" name="Tartalom helye 2">
            <a:extLst>
              <a:ext uri="{FF2B5EF4-FFF2-40B4-BE49-F238E27FC236}">
                <a16:creationId xmlns:a16="http://schemas.microsoft.com/office/drawing/2014/main" id="{3F0B4F00-2B65-8EEE-7092-CE36DFCF2884}"/>
              </a:ext>
            </a:extLst>
          </p:cNvPr>
          <p:cNvSpPr>
            <a:spLocks noGrp="1"/>
          </p:cNvSpPr>
          <p:nvPr>
            <p:ph idx="1"/>
          </p:nvPr>
        </p:nvSpPr>
        <p:spPr>
          <a:xfrm>
            <a:off x="1559943" y="5171093"/>
            <a:ext cx="9078628" cy="860620"/>
          </a:xfrm>
        </p:spPr>
        <p:txBody>
          <a:bodyPr vert="horz" lIns="91440" tIns="45720" rIns="91440" bIns="45720" rtlCol="0" anchor="ctr">
            <a:normAutofit/>
          </a:bodyPr>
          <a:lstStyle/>
          <a:p>
            <a:pPr marL="0" indent="0" algn="ctr">
              <a:buNone/>
            </a:pPr>
            <a:r>
              <a:rPr lang="hu-HU" sz="2400" kern="1200" noProof="0" dirty="0">
                <a:solidFill>
                  <a:srgbClr val="FFFFFF"/>
                </a:solidFill>
                <a:latin typeface="+mn-lt"/>
                <a:ea typeface="+mn-ea"/>
                <a:cs typeface="+mn-cs"/>
              </a:rPr>
              <a:t>Bemutatja</a:t>
            </a:r>
            <a:r>
              <a:rPr lang="en-US" sz="2400" kern="1200" dirty="0">
                <a:solidFill>
                  <a:srgbClr val="FFFFFF"/>
                </a:solidFill>
                <a:latin typeface="+mn-lt"/>
                <a:ea typeface="+mn-ea"/>
                <a:cs typeface="+mn-cs"/>
              </a:rPr>
              <a:t>:</a:t>
            </a:r>
            <a:r>
              <a:rPr lang="hu-HU" sz="2400" kern="1200" dirty="0">
                <a:solidFill>
                  <a:srgbClr val="FFFFFF"/>
                </a:solidFill>
                <a:latin typeface="+mn-lt"/>
                <a:ea typeface="+mn-ea"/>
                <a:cs typeface="+mn-cs"/>
              </a:rPr>
              <a:t>Szabados Bendegúz Henrik</a:t>
            </a:r>
            <a:endParaRPr lang="en-US" sz="2400" kern="1200" dirty="0">
              <a:solidFill>
                <a:srgbClr val="FFFFFF"/>
              </a:solidFill>
              <a:latin typeface="+mn-lt"/>
              <a:ea typeface="+mn-ea"/>
              <a:cs typeface="+mn-cs"/>
            </a:endParaRPr>
          </a:p>
        </p:txBody>
      </p:sp>
    </p:spTree>
    <p:extLst>
      <p:ext uri="{BB962C8B-B14F-4D97-AF65-F5344CB8AC3E}">
        <p14:creationId xmlns:p14="http://schemas.microsoft.com/office/powerpoint/2010/main" val="436721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9655ECCE-1ACE-490F-92E6-2567A34886FC}"/>
              </a:ext>
            </a:extLst>
          </p:cNvPr>
          <p:cNvSpPr>
            <a:spLocks noGrp="1"/>
          </p:cNvSpPr>
          <p:nvPr>
            <p:ph type="title"/>
          </p:nvPr>
        </p:nvSpPr>
        <p:spPr>
          <a:xfrm>
            <a:off x="466722" y="586855"/>
            <a:ext cx="3201366" cy="3387497"/>
          </a:xfrm>
        </p:spPr>
        <p:txBody>
          <a:bodyPr anchor="b">
            <a:normAutofit/>
          </a:bodyPr>
          <a:lstStyle/>
          <a:p>
            <a:pPr algn="r"/>
            <a:r>
              <a:rPr lang="hu-HU" sz="4000">
                <a:solidFill>
                  <a:srgbClr val="FFFFFF"/>
                </a:solidFill>
              </a:rPr>
              <a:t>Adatbázis-tervezés</a:t>
            </a:r>
          </a:p>
        </p:txBody>
      </p:sp>
      <p:graphicFrame>
        <p:nvGraphicFramePr>
          <p:cNvPr id="3" name="Tartalom helye 2">
            <a:extLst>
              <a:ext uri="{FF2B5EF4-FFF2-40B4-BE49-F238E27FC236}">
                <a16:creationId xmlns:a16="http://schemas.microsoft.com/office/drawing/2014/main" id="{7BF9ECFF-91E8-F3D0-80C7-285E5092495C}"/>
              </a:ext>
            </a:extLst>
          </p:cNvPr>
          <p:cNvGraphicFramePr>
            <a:graphicFrameLocks noGrp="1"/>
          </p:cNvGraphicFramePr>
          <p:nvPr>
            <p:ph idx="1"/>
            <p:extLst>
              <p:ext uri="{D42A27DB-BD31-4B8C-83A1-F6EECF244321}">
                <p14:modId xmlns:p14="http://schemas.microsoft.com/office/powerpoint/2010/main" val="2388429562"/>
              </p:ext>
            </p:extLst>
          </p:nvPr>
        </p:nvGraphicFramePr>
        <p:xfrm>
          <a:off x="4810259" y="649480"/>
          <a:ext cx="6555347" cy="554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2" descr="Budapesti Gazdasági Szakképzési Centrum Pestszentlőrinci Technikum | EDIR">
            <a:extLst>
              <a:ext uri="{FF2B5EF4-FFF2-40B4-BE49-F238E27FC236}">
                <a16:creationId xmlns:a16="http://schemas.microsoft.com/office/drawing/2014/main" id="{92433329-9DD4-8840-15B0-A8BC9DF2B6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41051" y="5650988"/>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7" name="Kép 6">
            <a:extLst>
              <a:ext uri="{FF2B5EF4-FFF2-40B4-BE49-F238E27FC236}">
                <a16:creationId xmlns:a16="http://schemas.microsoft.com/office/drawing/2014/main" id="{8A0F27EB-5C29-796D-04AE-656DB6D16F8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592" y="5193633"/>
            <a:ext cx="1749972" cy="1749972"/>
          </a:xfrm>
          <a:prstGeom prst="rect">
            <a:avLst/>
          </a:prstGeom>
        </p:spPr>
      </p:pic>
    </p:spTree>
    <p:extLst>
      <p:ext uri="{BB962C8B-B14F-4D97-AF65-F5344CB8AC3E}">
        <p14:creationId xmlns:p14="http://schemas.microsoft.com/office/powerpoint/2010/main" val="2585981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1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Cím 1">
            <a:extLst>
              <a:ext uri="{FF2B5EF4-FFF2-40B4-BE49-F238E27FC236}">
                <a16:creationId xmlns:a16="http://schemas.microsoft.com/office/drawing/2014/main" id="{338A9F8F-C102-4DBC-A04D-EDDE8BDDB35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Fő táblák</a:t>
            </a:r>
          </a:p>
        </p:txBody>
      </p:sp>
      <p:pic>
        <p:nvPicPr>
          <p:cNvPr id="6" name="Kép 5">
            <a:extLst>
              <a:ext uri="{FF2B5EF4-FFF2-40B4-BE49-F238E27FC236}">
                <a16:creationId xmlns:a16="http://schemas.microsoft.com/office/drawing/2014/main" id="{5BBEA526-C9A5-4879-9269-78CF34379595}"/>
              </a:ext>
            </a:extLst>
          </p:cNvPr>
          <p:cNvPicPr>
            <a:picLocks noChangeAspect="1"/>
          </p:cNvPicPr>
          <p:nvPr/>
        </p:nvPicPr>
        <p:blipFill>
          <a:blip r:embed="rId3"/>
          <a:stretch>
            <a:fillRect/>
          </a:stretch>
        </p:blipFill>
        <p:spPr>
          <a:xfrm>
            <a:off x="4502428" y="764506"/>
            <a:ext cx="7225748" cy="5328988"/>
          </a:xfrm>
          <a:prstGeom prst="rect">
            <a:avLst/>
          </a:prstGeom>
        </p:spPr>
      </p:pic>
      <p:pic>
        <p:nvPicPr>
          <p:cNvPr id="5" name="Picture 2" descr="Budapesti Gazdasági Szakképzési Centrum Pestszentlőrinci Technikum | EDIR">
            <a:extLst>
              <a:ext uri="{FF2B5EF4-FFF2-40B4-BE49-F238E27FC236}">
                <a16:creationId xmlns:a16="http://schemas.microsoft.com/office/drawing/2014/main" id="{D8DB5095-E400-F5AA-491D-E9127285C4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92882" y="5677941"/>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7" name="Kép 6">
            <a:extLst>
              <a:ext uri="{FF2B5EF4-FFF2-40B4-BE49-F238E27FC236}">
                <a16:creationId xmlns:a16="http://schemas.microsoft.com/office/drawing/2014/main" id="{2C8DF5F2-0CCB-B666-6766-4AA447F4FF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496252"/>
            <a:ext cx="1445169" cy="1445169"/>
          </a:xfrm>
          <a:prstGeom prst="rect">
            <a:avLst/>
          </a:prstGeom>
        </p:spPr>
      </p:pic>
    </p:spTree>
    <p:extLst>
      <p:ext uri="{BB962C8B-B14F-4D97-AF65-F5344CB8AC3E}">
        <p14:creationId xmlns:p14="http://schemas.microsoft.com/office/powerpoint/2010/main" val="566320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A62B7-1D4A-02F0-864F-3CB36E24CCC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870B73-64DD-A05B-DF90-A511C630E0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12">
            <a:extLst>
              <a:ext uri="{FF2B5EF4-FFF2-40B4-BE49-F238E27FC236}">
                <a16:creationId xmlns:a16="http://schemas.microsoft.com/office/drawing/2014/main" id="{952F82B4-D1EC-B64A-B5C8-7036EC5FA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14">
            <a:extLst>
              <a:ext uri="{FF2B5EF4-FFF2-40B4-BE49-F238E27FC236}">
                <a16:creationId xmlns:a16="http://schemas.microsoft.com/office/drawing/2014/main" id="{21596415-A67A-DB4C-6786-1C3B92F5B2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16">
            <a:extLst>
              <a:ext uri="{FF2B5EF4-FFF2-40B4-BE49-F238E27FC236}">
                <a16:creationId xmlns:a16="http://schemas.microsoft.com/office/drawing/2014/main" id="{88CAF37C-7F97-424F-AE4D-3C4A799ED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Freeform: Shape 18">
            <a:extLst>
              <a:ext uri="{FF2B5EF4-FFF2-40B4-BE49-F238E27FC236}">
                <a16:creationId xmlns:a16="http://schemas.microsoft.com/office/drawing/2014/main" id="{83AE743B-7CE3-CE0F-54D7-2ED89C6B7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Cím 1">
            <a:extLst>
              <a:ext uri="{FF2B5EF4-FFF2-40B4-BE49-F238E27FC236}">
                <a16:creationId xmlns:a16="http://schemas.microsoft.com/office/drawing/2014/main" id="{F996EA23-DAB3-F1F3-0ADD-2B0AD762FF8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Fő táblák</a:t>
            </a:r>
          </a:p>
        </p:txBody>
      </p:sp>
      <p:pic>
        <p:nvPicPr>
          <p:cNvPr id="6" name="Kép 5">
            <a:extLst>
              <a:ext uri="{FF2B5EF4-FFF2-40B4-BE49-F238E27FC236}">
                <a16:creationId xmlns:a16="http://schemas.microsoft.com/office/drawing/2014/main" id="{4294424D-A235-6129-1E29-03952565C5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86809" y="764506"/>
            <a:ext cx="6456985" cy="5328988"/>
          </a:xfrm>
          <a:prstGeom prst="rect">
            <a:avLst/>
          </a:prstGeom>
        </p:spPr>
      </p:pic>
      <p:pic>
        <p:nvPicPr>
          <p:cNvPr id="5" name="Picture 2" descr="Budapesti Gazdasági Szakképzési Centrum Pestszentlőrinci Technikum | EDIR">
            <a:extLst>
              <a:ext uri="{FF2B5EF4-FFF2-40B4-BE49-F238E27FC236}">
                <a16:creationId xmlns:a16="http://schemas.microsoft.com/office/drawing/2014/main" id="{390FEDBD-F055-42EA-38DF-9BFBA46DCD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92882" y="5677941"/>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7" name="Kép 6">
            <a:extLst>
              <a:ext uri="{FF2B5EF4-FFF2-40B4-BE49-F238E27FC236}">
                <a16:creationId xmlns:a16="http://schemas.microsoft.com/office/drawing/2014/main" id="{8E45150B-E0CF-E292-6952-84EEF81903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496252"/>
            <a:ext cx="1445169" cy="1445169"/>
          </a:xfrm>
          <a:prstGeom prst="rect">
            <a:avLst/>
          </a:prstGeom>
        </p:spPr>
      </p:pic>
    </p:spTree>
    <p:extLst>
      <p:ext uri="{BB962C8B-B14F-4D97-AF65-F5344CB8AC3E}">
        <p14:creationId xmlns:p14="http://schemas.microsoft.com/office/powerpoint/2010/main" val="2361505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1E7EDE-CB4A-402F-B0FB-8640C3589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2BBEB8-4077-499F-80FD-AA9827A8D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395" y="608243"/>
            <a:ext cx="3380205" cy="544507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57D8C6D9-7496-48C7-A28D-CF19A7502634}"/>
              </a:ext>
            </a:extLst>
          </p:cNvPr>
          <p:cNvSpPr>
            <a:spLocks noGrp="1"/>
          </p:cNvSpPr>
          <p:nvPr>
            <p:ph type="title"/>
          </p:nvPr>
        </p:nvSpPr>
        <p:spPr>
          <a:xfrm>
            <a:off x="1316791" y="1005303"/>
            <a:ext cx="2032490" cy="4427309"/>
          </a:xfrm>
        </p:spPr>
        <p:txBody>
          <a:bodyPr>
            <a:normAutofit/>
          </a:bodyPr>
          <a:lstStyle/>
          <a:p>
            <a:r>
              <a:rPr lang="hu-HU" sz="2800">
                <a:solidFill>
                  <a:schemeClr val="bg1"/>
                </a:solidFill>
              </a:rPr>
              <a:t>Miért így terveztük az adatbázist?</a:t>
            </a:r>
          </a:p>
        </p:txBody>
      </p:sp>
      <p:sp>
        <p:nvSpPr>
          <p:cNvPr id="4" name="Rectangle 1">
            <a:extLst>
              <a:ext uri="{FF2B5EF4-FFF2-40B4-BE49-F238E27FC236}">
                <a16:creationId xmlns:a16="http://schemas.microsoft.com/office/drawing/2014/main" id="{712F3397-1552-4A30-BFC9-5533FDE01A7F}"/>
              </a:ext>
            </a:extLst>
          </p:cNvPr>
          <p:cNvSpPr>
            <a:spLocks noGrp="1" noChangeArrowheads="1"/>
          </p:cNvSpPr>
          <p:nvPr>
            <p:ph idx="1"/>
          </p:nvPr>
        </p:nvSpPr>
        <p:spPr bwMode="auto">
          <a:xfrm>
            <a:off x="5336498" y="1288934"/>
            <a:ext cx="5801194" cy="42801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hu-HU" altLang="hu-HU" sz="2000" b="0" i="0" u="none" strike="noStrike" cap="none" normalizeH="0" baseline="0">
                <a:ln>
                  <a:noFill/>
                </a:ln>
                <a:effectLst/>
                <a:latin typeface="Arial" panose="020B0604020202020204" pitchFamily="34" charset="0"/>
              </a:rPr>
              <a:t>Redundancia csökkentése</a:t>
            </a:r>
          </a:p>
          <a:p>
            <a:pPr marL="0" marR="0" lvl="0" indent="0" defTabSz="914400" rtl="0" eaLnBrk="0" fontAlgn="base" latinLnBrk="0" hangingPunct="0">
              <a:spcBef>
                <a:spcPct val="0"/>
              </a:spcBef>
              <a:spcAft>
                <a:spcPts val="600"/>
              </a:spcAft>
              <a:buClrTx/>
              <a:buSzTx/>
              <a:buFontTx/>
              <a:buChar char="•"/>
              <a:tabLst/>
            </a:pPr>
            <a:r>
              <a:rPr kumimoji="0" lang="hu-HU" altLang="hu-HU" sz="2000" b="0" i="0" u="none" strike="noStrike" cap="none" normalizeH="0" baseline="0">
                <a:ln>
                  <a:noFill/>
                </a:ln>
                <a:effectLst/>
                <a:latin typeface="Arial" panose="020B0604020202020204" pitchFamily="34" charset="0"/>
              </a:rPr>
              <a:t>Egyszerűbb lekérdezések</a:t>
            </a:r>
          </a:p>
          <a:p>
            <a:pPr marL="0" marR="0" lvl="0" indent="0" defTabSz="914400" rtl="0" eaLnBrk="0" fontAlgn="base" latinLnBrk="0" hangingPunct="0">
              <a:spcBef>
                <a:spcPct val="0"/>
              </a:spcBef>
              <a:spcAft>
                <a:spcPts val="600"/>
              </a:spcAft>
              <a:buClrTx/>
              <a:buSzTx/>
              <a:buFontTx/>
              <a:buChar char="•"/>
              <a:tabLst/>
            </a:pPr>
            <a:r>
              <a:rPr kumimoji="0" lang="hu-HU" altLang="hu-HU" sz="2000" b="0" i="0" u="none" strike="noStrike" cap="none" normalizeH="0" baseline="0">
                <a:ln>
                  <a:noFill/>
                </a:ln>
                <a:effectLst/>
                <a:latin typeface="Arial" panose="020B0604020202020204" pitchFamily="34" charset="0"/>
              </a:rPr>
              <a:t>Jogosultságok és állapotok kezelése</a:t>
            </a:r>
          </a:p>
          <a:p>
            <a:pPr marL="0" marR="0" lvl="0" indent="0" defTabSz="914400" rtl="0" eaLnBrk="0" fontAlgn="base" latinLnBrk="0" hangingPunct="0">
              <a:spcBef>
                <a:spcPct val="0"/>
              </a:spcBef>
              <a:spcAft>
                <a:spcPts val="600"/>
              </a:spcAft>
              <a:buClrTx/>
              <a:buSzTx/>
              <a:buFontTx/>
              <a:buChar char="•"/>
              <a:tabLst/>
            </a:pPr>
            <a:r>
              <a:rPr kumimoji="0" lang="hu-HU" altLang="hu-HU" sz="2000" b="0" i="0" u="none" strike="noStrike" cap="none" normalizeH="0" baseline="0">
                <a:ln>
                  <a:noFill/>
                </a:ln>
                <a:effectLst/>
                <a:latin typeface="Arial" panose="020B0604020202020204" pitchFamily="34" charset="0"/>
              </a:rPr>
              <a:t>Bővíthetőség</a:t>
            </a:r>
          </a:p>
          <a:p>
            <a:pPr marL="0" marR="0" lvl="0" indent="0" defTabSz="914400" rtl="0" eaLnBrk="0" fontAlgn="base" latinLnBrk="0" hangingPunct="0">
              <a:spcBef>
                <a:spcPct val="0"/>
              </a:spcBef>
              <a:spcAft>
                <a:spcPts val="600"/>
              </a:spcAft>
              <a:buClrTx/>
              <a:buSzTx/>
              <a:buFontTx/>
              <a:buChar char="•"/>
              <a:tabLst/>
            </a:pPr>
            <a:r>
              <a:rPr kumimoji="0" lang="hu-HU" altLang="hu-HU" sz="2000" b="0" i="0" u="none" strike="noStrike" cap="none" normalizeH="0" baseline="0">
                <a:ln>
                  <a:noFill/>
                </a:ln>
                <a:effectLst/>
                <a:latin typeface="Arial" panose="020B0604020202020204" pitchFamily="34" charset="0"/>
              </a:rPr>
              <a:t>Közösségi funkciók támogatása</a:t>
            </a:r>
          </a:p>
        </p:txBody>
      </p:sp>
      <p:sp>
        <p:nvSpPr>
          <p:cNvPr id="13" name="Rectangle 12">
            <a:extLst>
              <a:ext uri="{FF2B5EF4-FFF2-40B4-BE49-F238E27FC236}">
                <a16:creationId xmlns:a16="http://schemas.microsoft.com/office/drawing/2014/main" id="{6F3B7728-0C26-4662-B285-85C64552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53319"/>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C367AD-9838-470A-87EF-678609CC8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70606" y="3396997"/>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0CF1642-4E76-4223-A010-6334380A2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4236"/>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Kép 5">
            <a:extLst>
              <a:ext uri="{FF2B5EF4-FFF2-40B4-BE49-F238E27FC236}">
                <a16:creationId xmlns:a16="http://schemas.microsoft.com/office/drawing/2014/main" id="{89859A2F-F052-6CD9-84A4-217E3AA847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62" y="5306558"/>
            <a:ext cx="1749972" cy="1749972"/>
          </a:xfrm>
          <a:prstGeom prst="rect">
            <a:avLst/>
          </a:prstGeom>
        </p:spPr>
      </p:pic>
      <p:pic>
        <p:nvPicPr>
          <p:cNvPr id="7" name="Picture 2" descr="Budapesti Gazdasági Szakképzési Centrum Pestszentlőrinci Technikum | EDIR">
            <a:extLst>
              <a:ext uri="{FF2B5EF4-FFF2-40B4-BE49-F238E27FC236}">
                <a16:creationId xmlns:a16="http://schemas.microsoft.com/office/drawing/2014/main" id="{01A56FBC-DF23-DAA2-1198-340A78F38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91972" y="5723948"/>
            <a:ext cx="1796980" cy="1179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747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3DE34D-54B9-0F0E-CFF6-62AB7BA0F1F9}"/>
              </a:ext>
            </a:extLst>
          </p:cNvPr>
          <p:cNvPicPr>
            <a:picLocks noChangeAspect="1"/>
          </p:cNvPicPr>
          <p:nvPr/>
        </p:nvPicPr>
        <p:blipFill>
          <a:blip r:embed="rId3">
            <a:duotone>
              <a:schemeClr val="bg2">
                <a:shade val="45000"/>
                <a:satMod val="135000"/>
              </a:schemeClr>
              <a:prstClr val="white"/>
            </a:duotone>
          </a:blip>
          <a:srcRect t="5055" b="10675"/>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BF82E039-7C8F-44F2-97A1-7B28A8959866}"/>
              </a:ext>
            </a:extLst>
          </p:cNvPr>
          <p:cNvSpPr>
            <a:spLocks noGrp="1"/>
          </p:cNvSpPr>
          <p:nvPr>
            <p:ph type="title"/>
          </p:nvPr>
        </p:nvSpPr>
        <p:spPr>
          <a:xfrm>
            <a:off x="838200" y="365125"/>
            <a:ext cx="10515600" cy="1325563"/>
          </a:xfrm>
        </p:spPr>
        <p:txBody>
          <a:bodyPr>
            <a:normAutofit/>
          </a:bodyPr>
          <a:lstStyle/>
          <a:p>
            <a:r>
              <a:rPr lang="hu-HU" dirty="0"/>
              <a:t>Összegzés és továbbfejlesztés</a:t>
            </a:r>
          </a:p>
        </p:txBody>
      </p:sp>
      <p:graphicFrame>
        <p:nvGraphicFramePr>
          <p:cNvPr id="6" name="Rectangle 1">
            <a:extLst>
              <a:ext uri="{FF2B5EF4-FFF2-40B4-BE49-F238E27FC236}">
                <a16:creationId xmlns:a16="http://schemas.microsoft.com/office/drawing/2014/main" id="{ED3C2EA8-9573-C5BD-2AFD-B2307349EF2A}"/>
              </a:ext>
            </a:extLst>
          </p:cNvPr>
          <p:cNvGraphicFramePr>
            <a:graphicFrameLocks noGrp="1"/>
          </p:cNvGraphicFramePr>
          <p:nvPr>
            <p:ph idx="1"/>
            <p:extLst>
              <p:ext uri="{D42A27DB-BD31-4B8C-83A1-F6EECF244321}">
                <p14:modId xmlns:p14="http://schemas.microsoft.com/office/powerpoint/2010/main" val="411308850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 name="Picture 2" descr="Budapesti Gazdasági Szakképzési Centrum Pestszentlőrinci Technikum | EDIR">
            <a:extLst>
              <a:ext uri="{FF2B5EF4-FFF2-40B4-BE49-F238E27FC236}">
                <a16:creationId xmlns:a16="http://schemas.microsoft.com/office/drawing/2014/main" id="{73C18238-D6FF-5E43-C49B-2C199BDA05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95000" y="5587146"/>
            <a:ext cx="1796980" cy="1179631"/>
          </a:xfrm>
          <a:prstGeom prst="rect">
            <a:avLst/>
          </a:prstGeom>
          <a:noFill/>
          <a:extLst>
            <a:ext uri="{909E8E84-426E-40DD-AFC4-6F175D3DCCD1}">
              <a14:hiddenFill xmlns:a14="http://schemas.microsoft.com/office/drawing/2010/main">
                <a:solidFill>
                  <a:srgbClr val="FFFFFF"/>
                </a:solidFill>
              </a14:hiddenFill>
            </a:ext>
          </a:extLst>
        </p:spPr>
      </p:pic>
      <p:pic>
        <p:nvPicPr>
          <p:cNvPr id="8" name="Kép 7">
            <a:extLst>
              <a:ext uri="{FF2B5EF4-FFF2-40B4-BE49-F238E27FC236}">
                <a16:creationId xmlns:a16="http://schemas.microsoft.com/office/drawing/2014/main" id="{6099188D-A973-3E9C-B6F4-3CC452C642B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6796" y="5301976"/>
            <a:ext cx="1749972" cy="1749972"/>
          </a:xfrm>
          <a:prstGeom prst="rect">
            <a:avLst/>
          </a:prstGeom>
        </p:spPr>
      </p:pic>
    </p:spTree>
    <p:extLst>
      <p:ext uri="{BB962C8B-B14F-4D97-AF65-F5344CB8AC3E}">
        <p14:creationId xmlns:p14="http://schemas.microsoft.com/office/powerpoint/2010/main" val="2063393909"/>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1973</TotalTime>
  <Words>1433</Words>
  <Application>Microsoft Office PowerPoint</Application>
  <PresentationFormat>Szélesvásznú</PresentationFormat>
  <Paragraphs>155</Paragraphs>
  <Slides>20</Slides>
  <Notes>20</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20</vt:i4>
      </vt:variant>
    </vt:vector>
  </HeadingPairs>
  <TitlesOfParts>
    <vt:vector size="24" baseType="lpstr">
      <vt:lpstr>Arial</vt:lpstr>
      <vt:lpstr>Calibri</vt:lpstr>
      <vt:lpstr>Calibri Light</vt:lpstr>
      <vt:lpstr>Office-téma</vt:lpstr>
      <vt:lpstr>MakettMester</vt:lpstr>
      <vt:lpstr>Problem &amp; Solution</vt:lpstr>
      <vt:lpstr>Project Goal</vt:lpstr>
      <vt:lpstr>Használt alkalmazások</vt:lpstr>
      <vt:lpstr>Frontend</vt:lpstr>
      <vt:lpstr>Frontend felépítése</vt:lpstr>
      <vt:lpstr>Profil, fórum, építési napló,</vt:lpstr>
      <vt:lpstr>Dizájn és reszponzivitás</vt:lpstr>
      <vt:lpstr>PowerPoint-bemutató</vt:lpstr>
      <vt:lpstr>újra hasznosított komponensek</vt:lpstr>
      <vt:lpstr>Backend</vt:lpstr>
      <vt:lpstr>Backend architektúra</vt:lpstr>
      <vt:lpstr>API funkciók</vt:lpstr>
      <vt:lpstr>Saját makettek listázása backend oldalon</vt:lpstr>
      <vt:lpstr>Adatbázis</vt:lpstr>
      <vt:lpstr>Adatbázis-tervezés</vt:lpstr>
      <vt:lpstr>Fő táblák</vt:lpstr>
      <vt:lpstr>Fő táblák</vt:lpstr>
      <vt:lpstr>Miért így terveztük az adatbázist?</vt:lpstr>
      <vt:lpstr>Összegzés és továbbfejlesztés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MakettMester</dc:title>
  <dc:creator>Claus Patrik 420</dc:creator>
  <cp:lastModifiedBy>O365 felhasználó</cp:lastModifiedBy>
  <cp:revision>48</cp:revision>
  <dcterms:created xsi:type="dcterms:W3CDTF">2026-03-18T07:19:38Z</dcterms:created>
  <dcterms:modified xsi:type="dcterms:W3CDTF">2026-05-31T14:47:46Z</dcterms:modified>
</cp:coreProperties>
</file>