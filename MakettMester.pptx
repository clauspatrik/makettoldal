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5678" autoAdjust="0"/>
  </p:normalViewPr>
  <p:slideViewPr>
    <p:cSldViewPr snapToGrid="0">
      <p:cViewPr>
        <p:scale>
          <a:sx n="80" d="100"/>
          <a:sy n="80" d="100"/>
        </p:scale>
        <p:origin x="78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4F195F-7F2C-40F3-B247-AEA4312FB65B}" type="datetimeFigureOut">
              <a:rPr lang="hu-HU" smtClean="0"/>
              <a:t>2026. 03. 18.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4B2AB52-DE3E-44E0-AFFD-20264D14388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15443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„A projektünk neve </a:t>
            </a:r>
            <a:r>
              <a:rPr lang="hu-HU" dirty="0" err="1"/>
              <a:t>MakettMester</a:t>
            </a:r>
            <a:r>
              <a:rPr lang="hu-HU" dirty="0"/>
              <a:t>. Ez egy olyan webalkalmazás, amely a makettezés köré épülő közösségi platformot valósít meg. A rendszerben a felhasználók maketteket böngészhetnek, véleményezhetnek, kedvencek közé menthetnek, fórumot használhatnak, valamint saját építési naplót is vezethetnek. A bemutatót három részre osztottuk: frontend, backend és adatbázis.”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B2AB52-DE3E-44E0-AFFD-20264D143888}" type="slidenum">
              <a:rPr lang="hu-HU" smtClean="0"/>
              <a:t>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157629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projekt célja az volt, hogy létrehozzunk egy olyan egységes felületet, ahol a makettezés iránt érdeklődők nemcsak nézelődni tudnak, hanem aktívan részt is vehetnek a közösségben. Fontos volt számunkra, hogy lehessen saját makettet beküldeni, véleményt írni, fórumtémát indítani, illetve a rendszer kezelje a különböző jogosultsági szinteket is. Emellett az is cél volt, hogy az alkalmazás modern és reszponzív legyen.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B2AB52-DE3E-44E0-AFFD-20264D143888}" type="slidenum">
              <a:rPr lang="hu-HU" smtClean="0"/>
              <a:t>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81590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rendszer három fő részből áll. A frontend </a:t>
            </a:r>
            <a:r>
              <a:rPr lang="hu-HU" dirty="0" err="1"/>
              <a:t>Reactben</a:t>
            </a:r>
            <a:r>
              <a:rPr lang="hu-HU" dirty="0"/>
              <a:t> készült, komponensekre bontva. A backend Node.js és Express alapú REST API, amely kezeli a kéréseket, az üzleti logikát és az adatbázissal való kapcsolatot. Az adatokat </a:t>
            </a:r>
            <a:r>
              <a:rPr lang="hu-HU" dirty="0" err="1"/>
              <a:t>MySQL</a:t>
            </a:r>
            <a:r>
              <a:rPr lang="hu-HU" dirty="0"/>
              <a:t> adatbázisban tároljuk. A frontend és a backend JSON formátumú HTTP-kérésekkel kommunikál egymással. A bejelentkezett állapotot JWT </a:t>
            </a:r>
            <a:r>
              <a:rPr lang="hu-HU" dirty="0" err="1"/>
              <a:t>tokennel</a:t>
            </a:r>
            <a:r>
              <a:rPr lang="hu-HU" dirty="0"/>
              <a:t> kezeljük.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B2AB52-DE3E-44E0-AFFD-20264D143888}" type="slidenum">
              <a:rPr lang="hu-HU" smtClean="0"/>
              <a:t>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8918733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rendszer funkcionalitása elég összetett. Van regisztráció és bejelentkezés, makettek listázása, szűrése és keresése, véleményezési lehetőség csillagos értékeléssel, kedvencek kezelése, fórumrendszer, valamint építési napló funkció is. Ezen kívül elkészítettünk egy </a:t>
            </a:r>
            <a:r>
              <a:rPr lang="hu-HU" dirty="0" err="1"/>
              <a:t>admin</a:t>
            </a:r>
            <a:r>
              <a:rPr lang="hu-HU" dirty="0"/>
              <a:t> felületet a beküldött makettek jóváhagyására és a felhasználók kezelésére, valamint egy AI chat modult is beépítettünk.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B2AB52-DE3E-44E0-AFFD-20264D143888}" type="slidenum">
              <a:rPr lang="hu-HU" smtClean="0"/>
              <a:t>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033860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Az adatbázist relációs szemlélettel terveztük meg. Törekedtünk arra, hogy minden nagyobb funkció külön táblát kapjon, így átláthatóbb és könnyebben kezelhető lett a szerkezet. A táblák között elsődleges és idegen kulcsos kapcsolatokat hoztunk létre. Több helyen ON DELETE CASCADE megoldást használunk, mert így a kapcsolódó rekordok automatikusan törlődnek, ha a szülő rekord megszűnik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B2AB52-DE3E-44E0-AFFD-20264D143888}" type="slidenum">
              <a:rPr lang="hu-HU" smtClean="0"/>
              <a:t>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7898332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legfontosabb táblák a felhasználók, a makettek és a vélemények táblái. Emellett külön táblát kapott a kedvencek funkció, a fórum témái és hozzászólásai, az építési napló, valamint az építési tippek naplója és annak blokkjai. Van külön üzenetek tábla a kapcsolatfelvételhez, illetve aktivitásnapló is, amely az </a:t>
            </a:r>
            <a:r>
              <a:rPr lang="hu-HU" dirty="0" err="1"/>
              <a:t>admin</a:t>
            </a:r>
            <a:r>
              <a:rPr lang="hu-HU" dirty="0"/>
              <a:t> műveletek és más események követését segíti.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B2AB52-DE3E-44E0-AFFD-20264D143888}" type="slidenum">
              <a:rPr lang="hu-HU" smtClean="0"/>
              <a:t>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608141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kapcsolatok közül az egyik legfontosabb, hogy egy maketthez több vélemény is tartozhat, és egy felhasználónak több kedvence is lehet. A fórum esetében egy téma több üzenetet tartalmaz. Az építési tippeknél egy napló több blokkra van bontva, így a felhasználó lépésekre bontva tudja rögzíteni a munkáját. A makett tábla állapotmezőt is tartalmaz, mert a beküldött makettek először jóváhagyásra várnak, és csak </a:t>
            </a:r>
            <a:r>
              <a:rPr lang="hu-HU" dirty="0" err="1"/>
              <a:t>admin</a:t>
            </a:r>
            <a:r>
              <a:rPr lang="hu-HU" dirty="0"/>
              <a:t> ellenőrzés után jelennek meg publikus listában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B2AB52-DE3E-44E0-AFFD-20264D143888}" type="slidenum">
              <a:rPr lang="hu-HU" smtClean="0"/>
              <a:t>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6988178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Az adatbázist azért terveztük így, mert szerettük volna elkerülni az adatismétlést, és különválasztani a funkciókat. Így a rendszer később is könnyebben bővíthető marad. Például a fórum, a kedvencek vagy az építési tippek külön táblákat kaptak, mert ezek önálló funkcionális egységek. Az állapotkezelés és a szerepköralapú működés miatt is előnyös volt a részletesebb adatmodell.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B2AB52-DE3E-44E0-AFFD-20264D143888}" type="slidenum">
              <a:rPr lang="hu-HU" smtClean="0"/>
              <a:t>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537972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backend Expressre épül. A </a:t>
            </a:r>
            <a:r>
              <a:rPr lang="hu-HU" dirty="0" err="1"/>
              <a:t>route-okat</a:t>
            </a:r>
            <a:r>
              <a:rPr lang="hu-HU" dirty="0"/>
              <a:t> külön </a:t>
            </a:r>
            <a:r>
              <a:rPr lang="hu-HU" dirty="0" err="1"/>
              <a:t>fájlakba</a:t>
            </a:r>
            <a:r>
              <a:rPr lang="hu-HU" dirty="0"/>
              <a:t> szerveztük, például </a:t>
            </a:r>
            <a:r>
              <a:rPr lang="hu-HU" dirty="0" err="1"/>
              <a:t>auth</a:t>
            </a:r>
            <a:r>
              <a:rPr lang="hu-HU" dirty="0"/>
              <a:t>, makettek, fórum, </a:t>
            </a:r>
            <a:r>
              <a:rPr lang="hu-HU" dirty="0" err="1"/>
              <a:t>admin</a:t>
            </a:r>
            <a:r>
              <a:rPr lang="hu-HU" dirty="0"/>
              <a:t> és AI </a:t>
            </a:r>
            <a:r>
              <a:rPr lang="hu-HU" dirty="0" err="1"/>
              <a:t>route</a:t>
            </a:r>
            <a:r>
              <a:rPr lang="hu-HU" dirty="0"/>
              <a:t>-okba. A közös függvényeket és eszközöket, például az </a:t>
            </a:r>
            <a:r>
              <a:rPr lang="hu-HU" dirty="0" err="1"/>
              <a:t>adatbázislekérdezést</a:t>
            </a:r>
            <a:r>
              <a:rPr lang="hu-HU" dirty="0"/>
              <a:t>, </a:t>
            </a:r>
            <a:r>
              <a:rPr lang="hu-HU" dirty="0" err="1"/>
              <a:t>middleware-eket</a:t>
            </a:r>
            <a:r>
              <a:rPr lang="hu-HU" dirty="0"/>
              <a:t>, a JWT-kezelést, a feltöltést és a naplózást egy közös context objektumon keresztül adjuk át a </a:t>
            </a:r>
            <a:r>
              <a:rPr lang="hu-HU" dirty="0" err="1"/>
              <a:t>route</a:t>
            </a:r>
            <a:r>
              <a:rPr lang="hu-HU" dirty="0"/>
              <a:t>-moduloknak. Ez modulárisabbá és átláthatóbbá teszi a szervert.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B2AB52-DE3E-44E0-AFFD-20264D143888}" type="slidenum">
              <a:rPr lang="hu-HU" smtClean="0"/>
              <a:t>9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2671374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regisztrációnál a jelszót nem sima szövegként tároljuk, hanem </a:t>
            </a:r>
            <a:r>
              <a:rPr lang="hu-HU" dirty="0" err="1"/>
              <a:t>bcrypt</a:t>
            </a:r>
            <a:r>
              <a:rPr lang="hu-HU" dirty="0"/>
              <a:t> segítségével </a:t>
            </a:r>
            <a:r>
              <a:rPr lang="hu-HU" dirty="0" err="1"/>
              <a:t>hash-eljük</a:t>
            </a:r>
            <a:r>
              <a:rPr lang="hu-HU" dirty="0"/>
              <a:t>. Bejelentkezéskor a rendszer JWT </a:t>
            </a:r>
            <a:r>
              <a:rPr lang="hu-HU" dirty="0" err="1"/>
              <a:t>tokent</a:t>
            </a:r>
            <a:r>
              <a:rPr lang="hu-HU" dirty="0"/>
              <a:t> generál, amit a frontend eltárol, és minden védett kérésnél elküld. Az </a:t>
            </a:r>
            <a:r>
              <a:rPr lang="hu-HU" dirty="0" err="1"/>
              <a:t>authMiddleware</a:t>
            </a:r>
            <a:r>
              <a:rPr lang="hu-HU" dirty="0"/>
              <a:t> ellenőrzi a </a:t>
            </a:r>
            <a:r>
              <a:rPr lang="hu-HU" dirty="0" err="1"/>
              <a:t>token</a:t>
            </a:r>
            <a:r>
              <a:rPr lang="hu-HU" dirty="0"/>
              <a:t> érvényességét és betölti a felhasználó aktuális adatait az adatbázisból. Az </a:t>
            </a:r>
            <a:r>
              <a:rPr lang="hu-HU" dirty="0" err="1"/>
              <a:t>adminMiddleware</a:t>
            </a:r>
            <a:r>
              <a:rPr lang="hu-HU" dirty="0"/>
              <a:t> csak </a:t>
            </a:r>
            <a:r>
              <a:rPr lang="hu-HU" dirty="0" err="1"/>
              <a:t>admin</a:t>
            </a:r>
            <a:r>
              <a:rPr lang="hu-HU" dirty="0"/>
              <a:t> szerepkörnél enged tovább. Külön figyeltünk arra is, hogy a tiltott felhasználók ne tudjanak belépni, illetve ideiglenes tiltás esetén automatikus feloldás is történjen a megadott idő után.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B2AB52-DE3E-44E0-AFFD-20264D143888}" type="slidenum">
              <a:rPr lang="hu-HU" smtClean="0"/>
              <a:t>10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4996542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backend egyik legfontosabb feladata az API biztosítása. A makettek </a:t>
            </a:r>
            <a:r>
              <a:rPr lang="hu-HU" dirty="0" err="1"/>
              <a:t>route</a:t>
            </a:r>
            <a:r>
              <a:rPr lang="hu-HU" dirty="0"/>
              <a:t> kezeli a listázást, a szűrést, a keresést és az átlagértékelések számolását SQL oldalon. A véleményeknél külön CRUD műveletek vannak. A kedvencek </a:t>
            </a:r>
            <a:r>
              <a:rPr lang="hu-HU" dirty="0" err="1"/>
              <a:t>route</a:t>
            </a:r>
            <a:r>
              <a:rPr lang="hu-HU" dirty="0"/>
              <a:t> a felhasználó saját kedvenceit kezeli. A fórum </a:t>
            </a:r>
            <a:r>
              <a:rPr lang="hu-HU" dirty="0" err="1"/>
              <a:t>route</a:t>
            </a:r>
            <a:r>
              <a:rPr lang="hu-HU" dirty="0"/>
              <a:t> külön témákat és üzeneteket szolgál ki. A profil </a:t>
            </a:r>
            <a:r>
              <a:rPr lang="hu-HU" dirty="0" err="1"/>
              <a:t>route</a:t>
            </a:r>
            <a:r>
              <a:rPr lang="hu-HU" dirty="0"/>
              <a:t> lehetővé teszi a profiladatok és a profilkép módosítását. Az </a:t>
            </a:r>
            <a:r>
              <a:rPr lang="hu-HU" dirty="0" err="1"/>
              <a:t>admin</a:t>
            </a:r>
            <a:r>
              <a:rPr lang="hu-HU" dirty="0"/>
              <a:t> </a:t>
            </a:r>
            <a:r>
              <a:rPr lang="hu-HU" dirty="0" err="1"/>
              <a:t>route</a:t>
            </a:r>
            <a:r>
              <a:rPr lang="hu-HU" dirty="0"/>
              <a:t> pedig a makettek jóváhagyásáért és a felhasználók kezeléséért felel.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B2AB52-DE3E-44E0-AFFD-20264D143888}" type="slidenum">
              <a:rPr lang="hu-HU" smtClean="0"/>
              <a:t>11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531090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backendnél azért választottuk a </a:t>
            </a:r>
            <a:r>
              <a:rPr lang="hu-HU" dirty="0" err="1"/>
              <a:t>route</a:t>
            </a:r>
            <a:r>
              <a:rPr lang="hu-HU" dirty="0"/>
              <a:t>-okra bontott megoldást, mert így könnyebb követni, hogy melyik funkció hol van megvalósítva. Ez hibakeresésnél és továbbfejlesztésnél is előnyös. A jogosultságkezelés </a:t>
            </a:r>
            <a:r>
              <a:rPr lang="hu-HU" dirty="0" err="1"/>
              <a:t>middleware-ekbe</a:t>
            </a:r>
            <a:r>
              <a:rPr lang="hu-HU" dirty="0"/>
              <a:t> került, mert így nem kell minden </a:t>
            </a:r>
            <a:r>
              <a:rPr lang="hu-HU" dirty="0" err="1"/>
              <a:t>endpointban</a:t>
            </a:r>
            <a:r>
              <a:rPr lang="hu-HU" dirty="0"/>
              <a:t> újra leírni ugyanazt az ellenőrzést. REST szemléletet követtünk, mert ez a frontenddel való kommunikációt is egyszerűbbé teszi.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B2AB52-DE3E-44E0-AFFD-20264D143888}" type="slidenum">
              <a:rPr lang="hu-HU" smtClean="0"/>
              <a:t>12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3170203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Több extra backend funkciót is beépítettünk. A képfeltöltést a </a:t>
            </a:r>
            <a:r>
              <a:rPr lang="hu-HU" dirty="0" err="1"/>
              <a:t>multer</a:t>
            </a:r>
            <a:r>
              <a:rPr lang="hu-HU" dirty="0"/>
              <a:t> kezeli, a statikus fájlokat az </a:t>
            </a:r>
            <a:r>
              <a:rPr lang="hu-HU" dirty="0" err="1"/>
              <a:t>uploads</a:t>
            </a:r>
            <a:r>
              <a:rPr lang="hu-HU" dirty="0"/>
              <a:t> mappából szolgáljuk ki. A CORS beállításokra szükség volt, hogy a frontend biztonságosan elérhesse az API-t. </a:t>
            </a:r>
            <a:r>
              <a:rPr lang="hu-HU" dirty="0" err="1"/>
              <a:t>Rate</a:t>
            </a:r>
            <a:r>
              <a:rPr lang="hu-HU" dirty="0"/>
              <a:t> limitet alkalmaztunk a login és AI végpontokon, hogy csökkentsük a túlterhelés és visszaélés lehetőségét. Az üzenetküldésnél e-mail értesítés is megoldható, ha a környezeti változók be vannak állítva. Emellett aktivitásnaplózást is beépítettünk, valamint külön AI </a:t>
            </a:r>
            <a:r>
              <a:rPr lang="hu-HU" dirty="0" err="1"/>
              <a:t>route-on</a:t>
            </a:r>
            <a:r>
              <a:rPr lang="hu-HU" dirty="0"/>
              <a:t> keresztül </a:t>
            </a:r>
            <a:r>
              <a:rPr lang="hu-HU" dirty="0" err="1"/>
              <a:t>OpenAI</a:t>
            </a:r>
            <a:r>
              <a:rPr lang="hu-HU" dirty="0"/>
              <a:t>-alapú chat funkciót is biztosítunk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B2AB52-DE3E-44E0-AFFD-20264D143888}" type="slidenum">
              <a:rPr lang="hu-HU" smtClean="0"/>
              <a:t>13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53310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frontendet </a:t>
            </a:r>
            <a:r>
              <a:rPr lang="hu-HU" dirty="0" err="1"/>
              <a:t>Reactben</a:t>
            </a:r>
            <a:r>
              <a:rPr lang="hu-HU" dirty="0"/>
              <a:t> készítettük el, komponens alapú felépítéssel. Az oldalak, például a Makettek, Profil, Fórum vagy Építési napló külön komponensek, emellett több újrahasznosítható elem is készült, például a makettkártya, a </a:t>
            </a:r>
            <a:r>
              <a:rPr lang="hu-HU" dirty="0" err="1"/>
              <a:t>modál</a:t>
            </a:r>
            <a:r>
              <a:rPr lang="hu-HU" dirty="0"/>
              <a:t> ablak vagy a csillagos értékelő. A globális állapotkezelést a </a:t>
            </a:r>
            <a:r>
              <a:rPr lang="hu-HU" dirty="0" err="1"/>
              <a:t>useAuth</a:t>
            </a:r>
            <a:r>
              <a:rPr lang="hu-HU" dirty="0"/>
              <a:t> és </a:t>
            </a:r>
            <a:r>
              <a:rPr lang="hu-HU" dirty="0" err="1"/>
              <a:t>useAdat</a:t>
            </a:r>
            <a:r>
              <a:rPr lang="hu-HU" dirty="0"/>
              <a:t> context segítségével oldottuk meg. A navigáció reszponzív, mobilon hamburger menü jelenik meg, és a felhasználó szerepkörétől függően más menüpontok jelennek meg.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B2AB52-DE3E-44E0-AFFD-20264D143888}" type="slidenum">
              <a:rPr lang="hu-HU" smtClean="0"/>
              <a:t>14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0494973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Makettek oldalon a felhasználó kereshet név vagy gyártó alapján, szűrhet kategóriára és skálára, valamint rendezhet is. A makettek kártyás megjelenítésben jelennek meg, és minden kártyán látható az átlagértékelés. Innen elérhető a kedvencekhez adás, a vélemények megtekintése és a részletes </a:t>
            </a:r>
            <a:r>
              <a:rPr lang="hu-HU" dirty="0" err="1"/>
              <a:t>modal</a:t>
            </a:r>
            <a:r>
              <a:rPr lang="hu-HU" dirty="0"/>
              <a:t> is. A részletes nézetben további funkciók érhetők el, például </a:t>
            </a:r>
            <a:r>
              <a:rPr lang="hu-HU" dirty="0" err="1"/>
              <a:t>admin</a:t>
            </a:r>
            <a:r>
              <a:rPr lang="hu-HU" dirty="0"/>
              <a:t> szerkesztés, véleménykezelés vagy építési tippek.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B2AB52-DE3E-44E0-AFFD-20264D143888}" type="slidenum">
              <a:rPr lang="hu-HU" smtClean="0"/>
              <a:t>15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3991175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frontend több összetettebb oldalt is tartalmaz. A Profil oldalon lehet név- és profilkép-módosítást végezni. A Fórum oldalon témák és hozzászólások jelennek meg, szerkesztési és törlési jogosultságokkal. Az Építési napló oldalon a felhasználó blokkokra bontva tudja vezetni a folyamatot. Az AI chat </a:t>
            </a:r>
            <a:r>
              <a:rPr lang="hu-HU" dirty="0" err="1"/>
              <a:t>widget</a:t>
            </a:r>
            <a:r>
              <a:rPr lang="hu-HU" dirty="0"/>
              <a:t> lebegő gombként jelenik meg, és rövid </a:t>
            </a:r>
            <a:r>
              <a:rPr lang="hu-HU" dirty="0" err="1"/>
              <a:t>makettezési</a:t>
            </a:r>
            <a:r>
              <a:rPr lang="hu-HU" dirty="0"/>
              <a:t> segítséget ad. A felület több pontján a felhasználó szerepkörétől függően más elemek látszanak.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B2AB52-DE3E-44E0-AFFD-20264D143888}" type="slidenum">
              <a:rPr lang="hu-HU" smtClean="0"/>
              <a:t>16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8257982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dizájnnál egy sötét, modern megjelenést választottunk, mert ez jobban illik a témához és vizuálisan is letisztultabb. CSS változókat használtunk a színek egységes kezeléséhez. Az egész rendszer </a:t>
            </a:r>
            <a:r>
              <a:rPr lang="hu-HU" dirty="0" err="1"/>
              <a:t>card</a:t>
            </a:r>
            <a:r>
              <a:rPr lang="hu-HU" dirty="0"/>
              <a:t> alapú elrendezésre épül, több </a:t>
            </a:r>
            <a:r>
              <a:rPr lang="hu-HU" dirty="0" err="1"/>
              <a:t>hover</a:t>
            </a:r>
            <a:r>
              <a:rPr lang="hu-HU" dirty="0"/>
              <a:t> effektussal, státuszjelölő elemmel és reszponzív törésponttal. Mobil nézetben a </a:t>
            </a:r>
            <a:r>
              <a:rPr lang="hu-HU" dirty="0" err="1"/>
              <a:t>grid</a:t>
            </a:r>
            <a:r>
              <a:rPr lang="hu-HU" dirty="0"/>
              <a:t> és a navigáció is átrendeződik.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B2AB52-DE3E-44E0-AFFD-20264D143888}" type="slidenum">
              <a:rPr lang="hu-HU" smtClean="0"/>
              <a:t>17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5192285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Összességében a </a:t>
            </a:r>
            <a:r>
              <a:rPr lang="hu-HU" dirty="0" err="1"/>
              <a:t>MakettMester</a:t>
            </a:r>
            <a:r>
              <a:rPr lang="hu-HU" dirty="0"/>
              <a:t> egy teljes </a:t>
            </a:r>
            <a:r>
              <a:rPr lang="hu-HU" dirty="0" err="1"/>
              <a:t>full-stack</a:t>
            </a:r>
            <a:r>
              <a:rPr lang="hu-HU" dirty="0"/>
              <a:t> alkalmazás lett, amely valós közösségi funkciókat valósít meg. A projekt során külön figyeltünk a moduláris felépítésre, a biztonságra, a bővíthetőségre és a felhasználói élményre. A rendszer jelenlegi állapotában is jól használható, de továbbfejleszthető például fejlettebb kereséssel, statisztikákkal, még jobb mobilélménnyel vagy összetettebb AI segítséggel.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B2AB52-DE3E-44E0-AFFD-20264D143888}" type="slidenum">
              <a:rPr lang="hu-HU" smtClean="0"/>
              <a:t>18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090054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17024A5-78B2-4CAC-9AF4-1BBD929D74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FE6A1FC1-4498-4C15-ABDC-3145DAA2C1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0FE50CE0-7FB0-4D86-B553-D94922B649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265F0-9B0B-43BF-8579-E8996E214BEE}" type="datetimeFigureOut">
              <a:rPr lang="hu-HU" smtClean="0"/>
              <a:t>2026. 03. 18.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063167C6-0D15-4C99-AAED-FFA2444B3A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D745A0B-ED26-459A-BFDB-E551BC2399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71BAE-1E04-4F19-ABDD-76D9870951C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41599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131F9CB-0FF3-4BF5-AF8C-0A0CC98AC1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E647CE2-C7A0-46DD-95E7-4408E85950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26EFBC0A-6958-4E9A-9997-144EC53BB2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265F0-9B0B-43BF-8579-E8996E214BEE}" type="datetimeFigureOut">
              <a:rPr lang="hu-HU" smtClean="0"/>
              <a:t>2026. 03. 18.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AAFB7426-3DCD-4C12-9D57-DEFEC623B3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74B9A37C-1ABC-4EA3-BFE8-3FCDC2F5D2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71BAE-1E04-4F19-ABDD-76D9870951C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804888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29EF486-DC13-4818-B1E3-ECEB2648D7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77CA0232-200C-43BF-8819-77B3F83F3A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57DA921-60FA-4647-AB7B-450EA949AF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265F0-9B0B-43BF-8579-E8996E214BEE}" type="datetimeFigureOut">
              <a:rPr lang="hu-HU" smtClean="0"/>
              <a:t>2026. 03. 18.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012E155A-5958-44BA-992F-F9E0201619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CB03E3F6-5357-45BA-9AF5-86FA37E9EC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71BAE-1E04-4F19-ABDD-76D9870951C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87293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1C18ED6-CF97-4525-8A20-EA24C3DC12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36A3428-72AD-4111-8FE9-1E32681BFC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AEC86ECA-4AA1-4DF8-A359-81A055A14F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CC561BE8-40A4-4494-A2AD-9B97F559D2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265F0-9B0B-43BF-8579-E8996E214BEE}" type="datetimeFigureOut">
              <a:rPr lang="hu-HU" smtClean="0"/>
              <a:t>2026. 03. 18.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8B03E71E-B1A4-4C69-9B71-683A9600A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7E0BD70B-B9A2-4CD2-ADF0-515B1A5777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71BAE-1E04-4F19-ABDD-76D9870951C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628790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BED0C35-7464-40A9-B2F2-E2D00F707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F04C678B-430F-47FB-9A06-5A76269AAD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D0EBEA39-E9DD-4881-9B1E-8D4AF802F9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A409A72D-046D-4EDA-8245-0FE6658397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89876705-D40D-4047-B3EC-09D46FC1BB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E9A8B9DC-8850-4CAA-A29F-239C213ADA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265F0-9B0B-43BF-8579-E8996E214BEE}" type="datetimeFigureOut">
              <a:rPr lang="hu-HU" smtClean="0"/>
              <a:t>2026. 03. 18.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645AF9E7-C51E-452D-92C6-1B32F90079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566BB048-3331-4373-B2D2-38F24AFBB5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71BAE-1E04-4F19-ABDD-76D9870951C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493811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C80374A-D5DB-428A-BB8C-B9F4E855AB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DF61564A-6401-4FFE-A3B0-DE0A62020C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265F0-9B0B-43BF-8579-E8996E214BEE}" type="datetimeFigureOut">
              <a:rPr lang="hu-HU" smtClean="0"/>
              <a:t>2026. 03. 18.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40C03574-A8B2-4567-9BF2-F97DF5D12E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74B1C648-4C4E-41CD-AE5A-AB5E95303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71BAE-1E04-4F19-ABDD-76D9870951C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923510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1A4BFAFF-E7D4-4941-A76A-87FC6E2842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265F0-9B0B-43BF-8579-E8996E214BEE}" type="datetimeFigureOut">
              <a:rPr lang="hu-HU" smtClean="0"/>
              <a:t>2026. 03. 18.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4E3AC517-40B3-4142-859B-86BFE22397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47E101A5-4BF0-4E0D-96ED-0066628D6F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71BAE-1E04-4F19-ABDD-76D9870951C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297838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89E3809-C28B-44BF-9178-67968E04DB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E72BE06-D16D-4FB7-81DC-A154953080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5193BA7A-A9BD-44F5-9CC6-D13C201417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448BD076-35C9-4373-931E-3D0A35059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265F0-9B0B-43BF-8579-E8996E214BEE}" type="datetimeFigureOut">
              <a:rPr lang="hu-HU" smtClean="0"/>
              <a:t>2026. 03. 18.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CC512C3E-4119-44F0-8A6A-2A463F70E6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CA326714-E23E-4624-95EE-01E2983B16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71BAE-1E04-4F19-ABDD-76D9870951C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429873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488D39F-2A6B-4227-A7D4-1197EE549C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D8B16A98-E3B3-4715-9BA9-53559FB0318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956DAD35-D9CF-46BD-95E7-BB5347993B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AB23FE9A-50C1-4D7D-8E7B-7A6D1404BE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265F0-9B0B-43BF-8579-E8996E214BEE}" type="datetimeFigureOut">
              <a:rPr lang="hu-HU" smtClean="0"/>
              <a:t>2026. 03. 18.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2D778FBB-A793-4753-8EC8-6CD85C7889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A9C78228-B7E9-4A9A-BED3-591D9CAF0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71BAE-1E04-4F19-ABDD-76D9870951C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519177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87A1AB7-6D8A-4A3E-BBD1-E9095E95F0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259EE59B-2FDB-414A-BF95-88611AFF675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B580B53-6FB6-43EC-BF5A-442B920811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265F0-9B0B-43BF-8579-E8996E214BEE}" type="datetimeFigureOut">
              <a:rPr lang="hu-HU" smtClean="0"/>
              <a:t>2026. 03. 18.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B1E5F777-65FB-41E0-9958-638E8047F5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A634D98F-7FE2-4A27-97BB-09CCD0275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71BAE-1E04-4F19-ABDD-76D9870951C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099190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9BDE829A-56F5-4129-81A1-50671762D12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FFC123AE-CB57-4E9A-9682-DE13314F00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26116BAA-F217-474F-BBE5-81FDF5BA4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265F0-9B0B-43BF-8579-E8996E214BEE}" type="datetimeFigureOut">
              <a:rPr lang="hu-HU" smtClean="0"/>
              <a:t>2026. 03. 18.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6C38FF3C-8BAA-4E59-8680-C8FD59D431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AF1866A5-C7A0-4565-8518-4242ACB540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71BAE-1E04-4F19-ABDD-76D9870951C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882504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B74F7312-427E-426D-9FFA-71AFBAC4C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1F4550D6-FE4C-49BE-9175-5BF7D5F6BF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9F40C42-7DAE-4CB5-8669-476FF04D31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C265F0-9B0B-43BF-8579-E8996E214BEE}" type="datetimeFigureOut">
              <a:rPr lang="hu-HU" smtClean="0"/>
              <a:t>2026. 03. 18.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D01DAB7A-E1E0-4F9D-9F65-BECE323739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396535E-F28D-49C9-990B-A5682C7A385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B71BAE-1E04-4F19-ABDD-76D9870951C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544509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7F4BBEA-F639-407A-9870-0CBE76807DC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 err="1"/>
              <a:t>MakettMester</a:t>
            </a:r>
            <a:endParaRPr lang="hu-HU" dirty="0"/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D43602BE-5026-4683-913E-188D17BE8DF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/>
              <a:t>Készítette: Claus Patrik, </a:t>
            </a:r>
            <a:r>
              <a:rPr lang="hu-HU" dirty="0" err="1"/>
              <a:t>Hohn</a:t>
            </a:r>
            <a:r>
              <a:rPr lang="hu-HU" dirty="0"/>
              <a:t> Márton, Szabados Bendegúz Henrik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4454745B-C5F0-42AF-98CE-706C9CB2A3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6400" y="4114800"/>
            <a:ext cx="27432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25242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21A2965-105D-4BDA-ADFB-DC68805933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 projekt célja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368667E-24E0-408D-BD55-8E818951334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2293461"/>
            <a:ext cx="4981575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Egységes makettező platform létrehozása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Közösségi funkciók biztosítása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Saját tartalom feltöltése és kezelése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Modern, reszponzív felület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Jogosultságkezelés és admin funkciók</a:t>
            </a:r>
          </a:p>
        </p:txBody>
      </p:sp>
    </p:spTree>
    <p:extLst>
      <p:ext uri="{BB962C8B-B14F-4D97-AF65-F5344CB8AC3E}">
        <p14:creationId xmlns:p14="http://schemas.microsoft.com/office/powerpoint/2010/main" val="1662762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01104D1-954B-499A-A0C7-A862BD8FE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 rendszer áttekintése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F9869F36-FE59-4DB9-B482-70E4E1D0730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2512536"/>
            <a:ext cx="5257800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Frontend:</a:t>
            </a: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React, komponens alapú felépítés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Backend:</a:t>
            </a: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Node.js + Express REST API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Adatbázis:</a:t>
            </a: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MySQL / MariaDB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Kommunikáció:</a:t>
            </a: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JSON alapú HTTP kérések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Hitelesítés:</a:t>
            </a: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JWT token</a:t>
            </a:r>
          </a:p>
        </p:txBody>
      </p:sp>
    </p:spTree>
    <p:extLst>
      <p:ext uri="{BB962C8B-B14F-4D97-AF65-F5344CB8AC3E}">
        <p14:creationId xmlns:p14="http://schemas.microsoft.com/office/powerpoint/2010/main" val="841979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13DA8B6-E7BC-4D9F-90C0-7FAADC977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Fő funkciók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995AF54-6AA2-406B-B79C-D61426CC772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Regisztráció, bejelentkezés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Makettlista, keresés, szűrés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Vélemények és csillagos értékelés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Kedvencek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Fórum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Építési napló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Admin jóváhagyás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AI chat</a:t>
            </a:r>
          </a:p>
        </p:txBody>
      </p:sp>
    </p:spTree>
    <p:extLst>
      <p:ext uri="{BB962C8B-B14F-4D97-AF65-F5344CB8AC3E}">
        <p14:creationId xmlns:p14="http://schemas.microsoft.com/office/powerpoint/2010/main" val="21147825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655ECCE-1ACE-490F-92E6-2567A3488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Adatbázis-tervezés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3DC66E9-0D8C-4FBD-9170-80281BAB23A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2255361"/>
            <a:ext cx="4381500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Relációs adatbázis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Táblák külön funkciókhoz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Primary key és foreign key kapcsolatok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Kaszkád törlés több kapcsolatnál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Állapotkezelés a maketteknél</a:t>
            </a:r>
          </a:p>
        </p:txBody>
      </p:sp>
    </p:spTree>
    <p:extLst>
      <p:ext uri="{BB962C8B-B14F-4D97-AF65-F5344CB8AC3E}">
        <p14:creationId xmlns:p14="http://schemas.microsoft.com/office/powerpoint/2010/main" val="25859812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38A9F8F-C102-4DBC-A04D-EDDE8BDDB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Fő táblák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6130E69-2275-49FD-B40E-14C637086B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5663201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30FD143-F919-4DEA-BB0D-87FC691287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Kapcsolatok és logika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E3FDBF8E-B491-4081-842C-5B4ADA18CF1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 felhasználó → több makett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 makett → több vélemény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 felhasználó ↔ több kedvenc makett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 téma → több fórumüzenet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 napló → több blokk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Makett állapot: várakozik / jóváhagyva / elutasítva</a:t>
            </a:r>
          </a:p>
        </p:txBody>
      </p:sp>
    </p:spTree>
    <p:extLst>
      <p:ext uri="{BB962C8B-B14F-4D97-AF65-F5344CB8AC3E}">
        <p14:creationId xmlns:p14="http://schemas.microsoft.com/office/powerpoint/2010/main" val="15064347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7D8C6D9-7496-48C7-A28D-CF19A75026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Miért így terveztük az adatbázist?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12F3397-1552-4A30-BFC9-5533FDE01A7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2364899"/>
            <a:ext cx="4124325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Redundancia csökkentése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Egyszerűbb lekérdezések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Jogosultságok és állapotok kezelése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Bővíthetőség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Közösségi funkciók támogatása</a:t>
            </a:r>
          </a:p>
        </p:txBody>
      </p:sp>
    </p:spTree>
    <p:extLst>
      <p:ext uri="{BB962C8B-B14F-4D97-AF65-F5344CB8AC3E}">
        <p14:creationId xmlns:p14="http://schemas.microsoft.com/office/powerpoint/2010/main" val="36307477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13CED2E-8263-4A50-BD76-202E6B3371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Backend architektúra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D560AA97-470D-452D-86F3-3751CD1F1F6C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3048704"/>
            <a:ext cx="3532762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Express szerver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Route</a:t>
            </a: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-modulokra bontott felépítés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Middleware</a:t>
            </a: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-ek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MySQL</a:t>
            </a: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kapcsolat </a:t>
            </a:r>
            <a:r>
              <a:rPr kumimoji="0" lang="hu-HU" altLang="hu-HU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poolon</a:t>
            </a: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keresztül</a:t>
            </a:r>
          </a:p>
        </p:txBody>
      </p:sp>
    </p:spTree>
    <p:extLst>
      <p:ext uri="{BB962C8B-B14F-4D97-AF65-F5344CB8AC3E}">
        <p14:creationId xmlns:p14="http://schemas.microsoft.com/office/powerpoint/2010/main" val="25444467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3E97E77-40B9-4F8D-9934-4E93BE8B2B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Hitelesítés és jogosultság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AC952FCA-ED37-4ED7-ADE2-49E5C0C3600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3262630"/>
            <a:ext cx="3239990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Regisztráció </a:t>
            </a:r>
            <a:r>
              <a:rPr kumimoji="0" lang="hu-HU" altLang="hu-HU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bcrypt</a:t>
            </a: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hu-HU" altLang="hu-HU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hash-eléssel</a:t>
            </a:r>
            <a:endParaRPr kumimoji="0" lang="hu-HU" altLang="hu-H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Bejelentkezés JWT </a:t>
            </a:r>
            <a:r>
              <a:rPr kumimoji="0" lang="hu-HU" altLang="hu-HU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tokennel</a:t>
            </a:r>
            <a:endParaRPr kumimoji="0" lang="hu-HU" altLang="hu-H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authMiddleware</a:t>
            </a:r>
            <a:endParaRPr kumimoji="0" lang="hu-HU" altLang="hu-H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adminMiddleware</a:t>
            </a:r>
            <a:endParaRPr kumimoji="0" lang="hu-HU" altLang="hu-H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Tiltás kezelése login közben is</a:t>
            </a:r>
          </a:p>
        </p:txBody>
      </p:sp>
    </p:spTree>
    <p:extLst>
      <p:ext uri="{BB962C8B-B14F-4D97-AF65-F5344CB8AC3E}">
        <p14:creationId xmlns:p14="http://schemas.microsoft.com/office/powerpoint/2010/main" val="12418130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FCBDB15-0752-4DAB-8ED8-E057DF2B00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API funkciók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5BBE91F-9D2F-4F6C-94F7-71C61621B23C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Makettek listázása, szűrése, átlagértékelés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Vélemények CRUD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Kedvencek kezelése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Fórum témák és üzenetek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Profil frissítés és képfeltöltés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Admin jóváhagyás és felhasználókezelés</a:t>
            </a:r>
          </a:p>
        </p:txBody>
      </p:sp>
    </p:spTree>
    <p:extLst>
      <p:ext uri="{BB962C8B-B14F-4D97-AF65-F5344CB8AC3E}">
        <p14:creationId xmlns:p14="http://schemas.microsoft.com/office/powerpoint/2010/main" val="17476246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408EA59-A08C-4E1D-BC1F-811AFD7558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Miért ilyen backend megoldásokat választottunk?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D531B123-B302-466D-8E48-E9D9A0DCE88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Külön route minden funkcióhoz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Könnyebb hibakeresés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Új funkciók egyszerűbb bővítése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Biztonságosabb jogosultságkezelés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REST szemlélet</a:t>
            </a:r>
          </a:p>
        </p:txBody>
      </p:sp>
    </p:spTree>
    <p:extLst>
      <p:ext uri="{BB962C8B-B14F-4D97-AF65-F5344CB8AC3E}">
        <p14:creationId xmlns:p14="http://schemas.microsoft.com/office/powerpoint/2010/main" val="26821569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B7EEF1B-A8A1-434C-9308-C40B735DF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Extra backend funkciók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87050F8-E587-45AD-B8D2-F967925A7DC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3124131"/>
            <a:ext cx="3483711" cy="17543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Fájlfeltöltés multer-rel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CORS beállítás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Rate limit a login és AI route-okon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E-mail értesítés üzenetnél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Aktivitásnaplózás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AI chat OpenAI kapcsolattal</a:t>
            </a:r>
          </a:p>
        </p:txBody>
      </p:sp>
    </p:spTree>
    <p:extLst>
      <p:ext uri="{BB962C8B-B14F-4D97-AF65-F5344CB8AC3E}">
        <p14:creationId xmlns:p14="http://schemas.microsoft.com/office/powerpoint/2010/main" val="11898538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B3178A5-1042-42B3-8ABD-3054DA7764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Frontend felépítése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9C0DE1F-142B-4110-A2A5-FD91448D06B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3262630"/>
            <a:ext cx="4842992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React</a:t>
            </a: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komponens alapú rendszer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Külön oldalak és újrahasznosítható komponensek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useAuth</a:t>
            </a: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és </a:t>
            </a:r>
            <a:r>
              <a:rPr kumimoji="0" lang="hu-HU" altLang="hu-HU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useAdat</a:t>
            </a: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context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Modalok</a:t>
            </a: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kártyák, csillagos értékelés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Reszponzív </a:t>
            </a:r>
            <a:r>
              <a:rPr kumimoji="0" lang="hu-HU" altLang="hu-HU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navbar</a:t>
            </a: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és mobil menü</a:t>
            </a:r>
          </a:p>
        </p:txBody>
      </p:sp>
    </p:spTree>
    <p:extLst>
      <p:ext uri="{BB962C8B-B14F-4D97-AF65-F5344CB8AC3E}">
        <p14:creationId xmlns:p14="http://schemas.microsoft.com/office/powerpoint/2010/main" val="31029471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39B42FA-CCBF-46EB-B5B4-48D2859301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Makett oldal és felhasználói élmény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1ACEFAC-05DD-4A31-944C-1DBD4B48DB5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Keresés, szűrés, rendezés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Vélemények megtekintése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Kedvencek kezelése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Részletes modal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Állapotok és visszajelzések</a:t>
            </a:r>
          </a:p>
        </p:txBody>
      </p:sp>
    </p:spTree>
    <p:extLst>
      <p:ext uri="{BB962C8B-B14F-4D97-AF65-F5344CB8AC3E}">
        <p14:creationId xmlns:p14="http://schemas.microsoft.com/office/powerpoint/2010/main" val="11223804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0261417-5FF9-4AC4-BBE8-4F4A2BB66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Profil, fórum, építési napló, AI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58F1C48D-BBE6-4F2C-9A15-513A8CE06741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Profil szerkesztése, profilkép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Fórum témák és hozzászólások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Építési napló blokkokkal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AI chat widget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Szerepkörfüggő felület</a:t>
            </a:r>
          </a:p>
        </p:txBody>
      </p:sp>
    </p:spTree>
    <p:extLst>
      <p:ext uri="{BB962C8B-B14F-4D97-AF65-F5344CB8AC3E}">
        <p14:creationId xmlns:p14="http://schemas.microsoft.com/office/powerpoint/2010/main" val="10244400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8AC334C-391E-4020-930B-6C0BC96A76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Dizájn és </a:t>
            </a:r>
            <a:r>
              <a:rPr lang="hu-HU" dirty="0" err="1"/>
              <a:t>reszponzivitás</a:t>
            </a:r>
            <a:endParaRPr lang="hu-HU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500F63E-F9AC-4151-96D8-22843F496C51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Sötét, modern megjelenés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CSS változók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Card alapú layout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Hover effektek, státusz-pill-ek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Mobil nézet támogatása</a:t>
            </a:r>
          </a:p>
        </p:txBody>
      </p:sp>
    </p:spTree>
    <p:extLst>
      <p:ext uri="{BB962C8B-B14F-4D97-AF65-F5344CB8AC3E}">
        <p14:creationId xmlns:p14="http://schemas.microsoft.com/office/powerpoint/2010/main" val="16938647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F82E039-7C8F-44F2-97A1-7B28A89598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Összegzés és továbbfejlesztés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F80B407A-DF2C-4E98-90FB-400F10406AC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Teljes full-stack rendszer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Valós közösségi funkciók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Biztonságos és bővíthető felépítés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Jövőbeli lehetőségek: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még jobb keresés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több admin statisztika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fejlettebb AI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kényelmesebb mobil használat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hu-HU" altLang="hu-HU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633939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</TotalTime>
  <Words>1590</Words>
  <Application>Microsoft Office PowerPoint</Application>
  <PresentationFormat>Szélesvásznú</PresentationFormat>
  <Paragraphs>143</Paragraphs>
  <Slides>18</Slides>
  <Notes>18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18</vt:i4>
      </vt:variant>
    </vt:vector>
  </HeadingPairs>
  <TitlesOfParts>
    <vt:vector size="23" baseType="lpstr">
      <vt:lpstr>Arial</vt:lpstr>
      <vt:lpstr>Calibri</vt:lpstr>
      <vt:lpstr>Calibri Light</vt:lpstr>
      <vt:lpstr>Times New Roman</vt:lpstr>
      <vt:lpstr>Office-téma</vt:lpstr>
      <vt:lpstr>MakettMester</vt:lpstr>
      <vt:lpstr>A projekt célja</vt:lpstr>
      <vt:lpstr>A rendszer áttekintése</vt:lpstr>
      <vt:lpstr>Fő funkciók</vt:lpstr>
      <vt:lpstr>Adatbázis-tervezés</vt:lpstr>
      <vt:lpstr>Fő táblák</vt:lpstr>
      <vt:lpstr>Kapcsolatok és logika</vt:lpstr>
      <vt:lpstr>Miért így terveztük az adatbázist?</vt:lpstr>
      <vt:lpstr>Backend architektúra</vt:lpstr>
      <vt:lpstr>Hitelesítés és jogosultság</vt:lpstr>
      <vt:lpstr>API funkciók</vt:lpstr>
      <vt:lpstr>Miért ilyen backend megoldásokat választottunk?</vt:lpstr>
      <vt:lpstr>Extra backend funkciók</vt:lpstr>
      <vt:lpstr>Frontend felépítése</vt:lpstr>
      <vt:lpstr>Makett oldal és felhasználói élmény</vt:lpstr>
      <vt:lpstr>Profil, fórum, építési napló, AI</vt:lpstr>
      <vt:lpstr>Dizájn és reszponzivitás</vt:lpstr>
      <vt:lpstr>Összegzés és továbbfejlesztés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MakettMester</dc:title>
  <dc:creator>Claus Patrik 420</dc:creator>
  <cp:lastModifiedBy>Claus Patrik 420</cp:lastModifiedBy>
  <cp:revision>3</cp:revision>
  <dcterms:created xsi:type="dcterms:W3CDTF">2026-03-18T07:19:38Z</dcterms:created>
  <dcterms:modified xsi:type="dcterms:W3CDTF">2026-03-18T08:37:42Z</dcterms:modified>
</cp:coreProperties>
</file>