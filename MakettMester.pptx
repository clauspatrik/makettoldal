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2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6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7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18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5678" autoAdjust="0"/>
  </p:normalViewPr>
  <p:slideViewPr>
    <p:cSldViewPr snapToGrid="0">
      <p:cViewPr varScale="1">
        <p:scale>
          <a:sx n="95" d="100"/>
          <a:sy n="95" d="100"/>
        </p:scale>
        <p:origin x="19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84AE8F1-D5A7-4EBC-8786-521D12DC7C46}" type="doc">
      <dgm:prSet loTypeId="urn:microsoft.com/office/officeart/2005/8/layout/list1" loCatId="list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F3D4B32B-06C4-4756-8E02-38B07FD5B4B3}">
      <dgm:prSet/>
      <dgm:spPr/>
      <dgm:t>
        <a:bodyPr/>
        <a:lstStyle/>
        <a:p>
          <a:r>
            <a:rPr lang="hu-HU" b="0" i="0" baseline="0"/>
            <a:t>Egységes makettező platform létrehozása</a:t>
          </a:r>
          <a:endParaRPr lang="en-US"/>
        </a:p>
      </dgm:t>
    </dgm:pt>
    <dgm:pt modelId="{C3AAE96E-A860-4A3E-9305-811A25E439AC}" type="parTrans" cxnId="{CD5C334A-C366-4DB0-8190-A53D1F71134E}">
      <dgm:prSet/>
      <dgm:spPr/>
      <dgm:t>
        <a:bodyPr/>
        <a:lstStyle/>
        <a:p>
          <a:endParaRPr lang="en-US"/>
        </a:p>
      </dgm:t>
    </dgm:pt>
    <dgm:pt modelId="{D4C19082-C4D8-4575-89DC-9A0BB5387C2D}" type="sibTrans" cxnId="{CD5C334A-C366-4DB0-8190-A53D1F71134E}">
      <dgm:prSet/>
      <dgm:spPr/>
      <dgm:t>
        <a:bodyPr/>
        <a:lstStyle/>
        <a:p>
          <a:endParaRPr lang="en-US"/>
        </a:p>
      </dgm:t>
    </dgm:pt>
    <dgm:pt modelId="{D9D21656-6EF1-4A34-B99C-CFB0E901392B}">
      <dgm:prSet/>
      <dgm:spPr/>
      <dgm:t>
        <a:bodyPr/>
        <a:lstStyle/>
        <a:p>
          <a:r>
            <a:rPr lang="hu-HU" b="0" i="0" baseline="0"/>
            <a:t>Közösségi funkciók biztosítása</a:t>
          </a:r>
          <a:endParaRPr lang="en-US"/>
        </a:p>
      </dgm:t>
    </dgm:pt>
    <dgm:pt modelId="{374414F1-DC5A-4070-B920-E0442E7EF169}" type="parTrans" cxnId="{7FB37ABB-5A5F-447F-BEED-4EC76E5F1E9C}">
      <dgm:prSet/>
      <dgm:spPr/>
      <dgm:t>
        <a:bodyPr/>
        <a:lstStyle/>
        <a:p>
          <a:endParaRPr lang="en-US"/>
        </a:p>
      </dgm:t>
    </dgm:pt>
    <dgm:pt modelId="{C011848E-D7C9-4F10-A65E-1CFE5A6ECCB1}" type="sibTrans" cxnId="{7FB37ABB-5A5F-447F-BEED-4EC76E5F1E9C}">
      <dgm:prSet/>
      <dgm:spPr/>
      <dgm:t>
        <a:bodyPr/>
        <a:lstStyle/>
        <a:p>
          <a:endParaRPr lang="en-US"/>
        </a:p>
      </dgm:t>
    </dgm:pt>
    <dgm:pt modelId="{94A67B27-11A6-453C-B2B0-4EFDBE68D89D}">
      <dgm:prSet/>
      <dgm:spPr/>
      <dgm:t>
        <a:bodyPr/>
        <a:lstStyle/>
        <a:p>
          <a:r>
            <a:rPr lang="hu-HU" b="0" i="0" baseline="0"/>
            <a:t>Saját tartalom feltöltése és kezelése</a:t>
          </a:r>
          <a:endParaRPr lang="en-US"/>
        </a:p>
      </dgm:t>
    </dgm:pt>
    <dgm:pt modelId="{77F2AAEC-4D58-446A-AB0C-DA1C70AD36D4}" type="parTrans" cxnId="{217E4C5F-43A8-4826-A803-561A54C15952}">
      <dgm:prSet/>
      <dgm:spPr/>
      <dgm:t>
        <a:bodyPr/>
        <a:lstStyle/>
        <a:p>
          <a:endParaRPr lang="en-US"/>
        </a:p>
      </dgm:t>
    </dgm:pt>
    <dgm:pt modelId="{65D08A04-4A9A-471D-AAC6-3BA9E9ECA963}" type="sibTrans" cxnId="{217E4C5F-43A8-4826-A803-561A54C15952}">
      <dgm:prSet/>
      <dgm:spPr/>
      <dgm:t>
        <a:bodyPr/>
        <a:lstStyle/>
        <a:p>
          <a:endParaRPr lang="en-US"/>
        </a:p>
      </dgm:t>
    </dgm:pt>
    <dgm:pt modelId="{E25684DA-7E1E-4FE4-A507-7CCA2736CDBE}">
      <dgm:prSet/>
      <dgm:spPr/>
      <dgm:t>
        <a:bodyPr/>
        <a:lstStyle/>
        <a:p>
          <a:r>
            <a:rPr lang="hu-HU" b="0" i="0" baseline="0"/>
            <a:t>Modern, reszponzív felület</a:t>
          </a:r>
          <a:endParaRPr lang="en-US"/>
        </a:p>
      </dgm:t>
    </dgm:pt>
    <dgm:pt modelId="{E30E55D5-24CE-44A4-96EF-81092F68222E}" type="parTrans" cxnId="{C7046D98-32B0-49A8-8C11-2FC4FCFF795C}">
      <dgm:prSet/>
      <dgm:spPr/>
      <dgm:t>
        <a:bodyPr/>
        <a:lstStyle/>
        <a:p>
          <a:endParaRPr lang="en-US"/>
        </a:p>
      </dgm:t>
    </dgm:pt>
    <dgm:pt modelId="{F6E3BE21-E330-4EA7-BAE7-819CC6803D3D}" type="sibTrans" cxnId="{C7046D98-32B0-49A8-8C11-2FC4FCFF795C}">
      <dgm:prSet/>
      <dgm:spPr/>
      <dgm:t>
        <a:bodyPr/>
        <a:lstStyle/>
        <a:p>
          <a:endParaRPr lang="en-US"/>
        </a:p>
      </dgm:t>
    </dgm:pt>
    <dgm:pt modelId="{F74F727A-65E6-4C30-9397-5F64D09F4F32}">
      <dgm:prSet/>
      <dgm:spPr/>
      <dgm:t>
        <a:bodyPr/>
        <a:lstStyle/>
        <a:p>
          <a:r>
            <a:rPr lang="hu-HU" b="0" i="0" baseline="0"/>
            <a:t>Jogosultságkezelés és admin funkciók</a:t>
          </a:r>
          <a:endParaRPr lang="en-US"/>
        </a:p>
      </dgm:t>
    </dgm:pt>
    <dgm:pt modelId="{93C0892A-45CA-4B8C-B78D-D42F01609EEB}" type="parTrans" cxnId="{03BF3A05-C001-4517-8064-56BE020534AB}">
      <dgm:prSet/>
      <dgm:spPr/>
      <dgm:t>
        <a:bodyPr/>
        <a:lstStyle/>
        <a:p>
          <a:endParaRPr lang="en-US"/>
        </a:p>
      </dgm:t>
    </dgm:pt>
    <dgm:pt modelId="{CF65D211-AEEE-4644-A937-109D85B8BA7F}" type="sibTrans" cxnId="{03BF3A05-C001-4517-8064-56BE020534AB}">
      <dgm:prSet/>
      <dgm:spPr/>
      <dgm:t>
        <a:bodyPr/>
        <a:lstStyle/>
        <a:p>
          <a:endParaRPr lang="en-US"/>
        </a:p>
      </dgm:t>
    </dgm:pt>
    <dgm:pt modelId="{65786480-FC10-4D04-B8DA-61A4B0A5DCA7}" type="pres">
      <dgm:prSet presAssocID="{184AE8F1-D5A7-4EBC-8786-521D12DC7C46}" presName="linear" presStyleCnt="0">
        <dgm:presLayoutVars>
          <dgm:dir/>
          <dgm:animLvl val="lvl"/>
          <dgm:resizeHandles val="exact"/>
        </dgm:presLayoutVars>
      </dgm:prSet>
      <dgm:spPr/>
    </dgm:pt>
    <dgm:pt modelId="{889310CA-A885-45C0-9851-C1EACADB214E}" type="pres">
      <dgm:prSet presAssocID="{F3D4B32B-06C4-4756-8E02-38B07FD5B4B3}" presName="parentLin" presStyleCnt="0"/>
      <dgm:spPr/>
    </dgm:pt>
    <dgm:pt modelId="{B3F778FF-F24E-41B8-944F-FC2163AADA1C}" type="pres">
      <dgm:prSet presAssocID="{F3D4B32B-06C4-4756-8E02-38B07FD5B4B3}" presName="parentLeftMargin" presStyleLbl="node1" presStyleIdx="0" presStyleCnt="5"/>
      <dgm:spPr/>
    </dgm:pt>
    <dgm:pt modelId="{2D91D6CE-CD80-4125-946A-F7B0A0AEF25B}" type="pres">
      <dgm:prSet presAssocID="{F3D4B32B-06C4-4756-8E02-38B07FD5B4B3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C23F7D1E-C756-45F5-89BB-5646335B247B}" type="pres">
      <dgm:prSet presAssocID="{F3D4B32B-06C4-4756-8E02-38B07FD5B4B3}" presName="negativeSpace" presStyleCnt="0"/>
      <dgm:spPr/>
    </dgm:pt>
    <dgm:pt modelId="{A04A89F5-7919-4BB0-A8F6-53859609605A}" type="pres">
      <dgm:prSet presAssocID="{F3D4B32B-06C4-4756-8E02-38B07FD5B4B3}" presName="childText" presStyleLbl="conFgAcc1" presStyleIdx="0" presStyleCnt="5">
        <dgm:presLayoutVars>
          <dgm:bulletEnabled val="1"/>
        </dgm:presLayoutVars>
      </dgm:prSet>
      <dgm:spPr/>
    </dgm:pt>
    <dgm:pt modelId="{A598B64E-A365-4E3E-B092-DA24A703829F}" type="pres">
      <dgm:prSet presAssocID="{D4C19082-C4D8-4575-89DC-9A0BB5387C2D}" presName="spaceBetweenRectangles" presStyleCnt="0"/>
      <dgm:spPr/>
    </dgm:pt>
    <dgm:pt modelId="{CC5F51C6-9E6D-45F5-9EC1-F0A480248BC6}" type="pres">
      <dgm:prSet presAssocID="{D9D21656-6EF1-4A34-B99C-CFB0E901392B}" presName="parentLin" presStyleCnt="0"/>
      <dgm:spPr/>
    </dgm:pt>
    <dgm:pt modelId="{86D6F01E-4384-44E7-99D8-FA6196493A40}" type="pres">
      <dgm:prSet presAssocID="{D9D21656-6EF1-4A34-B99C-CFB0E901392B}" presName="parentLeftMargin" presStyleLbl="node1" presStyleIdx="0" presStyleCnt="5"/>
      <dgm:spPr/>
    </dgm:pt>
    <dgm:pt modelId="{1494A803-555B-4D58-8BB5-609312EBE53F}" type="pres">
      <dgm:prSet presAssocID="{D9D21656-6EF1-4A34-B99C-CFB0E901392B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E1C51929-A4CA-41C5-A714-0A0DF9D33AF5}" type="pres">
      <dgm:prSet presAssocID="{D9D21656-6EF1-4A34-B99C-CFB0E901392B}" presName="negativeSpace" presStyleCnt="0"/>
      <dgm:spPr/>
    </dgm:pt>
    <dgm:pt modelId="{714043A1-0692-490B-8FA7-0EB7D7429743}" type="pres">
      <dgm:prSet presAssocID="{D9D21656-6EF1-4A34-B99C-CFB0E901392B}" presName="childText" presStyleLbl="conFgAcc1" presStyleIdx="1" presStyleCnt="5">
        <dgm:presLayoutVars>
          <dgm:bulletEnabled val="1"/>
        </dgm:presLayoutVars>
      </dgm:prSet>
      <dgm:spPr/>
    </dgm:pt>
    <dgm:pt modelId="{52918490-9EED-42FA-B63F-27EE051174F2}" type="pres">
      <dgm:prSet presAssocID="{C011848E-D7C9-4F10-A65E-1CFE5A6ECCB1}" presName="spaceBetweenRectangles" presStyleCnt="0"/>
      <dgm:spPr/>
    </dgm:pt>
    <dgm:pt modelId="{7993A57C-BD8E-4E85-9EBE-652EDDB0D39A}" type="pres">
      <dgm:prSet presAssocID="{94A67B27-11A6-453C-B2B0-4EFDBE68D89D}" presName="parentLin" presStyleCnt="0"/>
      <dgm:spPr/>
    </dgm:pt>
    <dgm:pt modelId="{92689CE6-742A-4F18-901D-B5294D843C9D}" type="pres">
      <dgm:prSet presAssocID="{94A67B27-11A6-453C-B2B0-4EFDBE68D89D}" presName="parentLeftMargin" presStyleLbl="node1" presStyleIdx="1" presStyleCnt="5"/>
      <dgm:spPr/>
    </dgm:pt>
    <dgm:pt modelId="{DD2C6DB5-2F6B-457B-AB9D-9A86DB2B2F51}" type="pres">
      <dgm:prSet presAssocID="{94A67B27-11A6-453C-B2B0-4EFDBE68D89D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5A1D11C9-DE3B-4F17-98E4-8ABFA545BC0A}" type="pres">
      <dgm:prSet presAssocID="{94A67B27-11A6-453C-B2B0-4EFDBE68D89D}" presName="negativeSpace" presStyleCnt="0"/>
      <dgm:spPr/>
    </dgm:pt>
    <dgm:pt modelId="{74625971-222A-4497-8CAE-AEF7556CEA36}" type="pres">
      <dgm:prSet presAssocID="{94A67B27-11A6-453C-B2B0-4EFDBE68D89D}" presName="childText" presStyleLbl="conFgAcc1" presStyleIdx="2" presStyleCnt="5">
        <dgm:presLayoutVars>
          <dgm:bulletEnabled val="1"/>
        </dgm:presLayoutVars>
      </dgm:prSet>
      <dgm:spPr/>
    </dgm:pt>
    <dgm:pt modelId="{53057C39-F2D4-4491-9377-7D6D5E28B34E}" type="pres">
      <dgm:prSet presAssocID="{65D08A04-4A9A-471D-AAC6-3BA9E9ECA963}" presName="spaceBetweenRectangles" presStyleCnt="0"/>
      <dgm:spPr/>
    </dgm:pt>
    <dgm:pt modelId="{A2A4B2A4-2CE0-4B4C-A609-6D9872874580}" type="pres">
      <dgm:prSet presAssocID="{E25684DA-7E1E-4FE4-A507-7CCA2736CDBE}" presName="parentLin" presStyleCnt="0"/>
      <dgm:spPr/>
    </dgm:pt>
    <dgm:pt modelId="{D91C0145-05DB-4286-B926-925310C17292}" type="pres">
      <dgm:prSet presAssocID="{E25684DA-7E1E-4FE4-A507-7CCA2736CDBE}" presName="parentLeftMargin" presStyleLbl="node1" presStyleIdx="2" presStyleCnt="5"/>
      <dgm:spPr/>
    </dgm:pt>
    <dgm:pt modelId="{44314C4A-6CDB-48F2-9FA4-214458D2D758}" type="pres">
      <dgm:prSet presAssocID="{E25684DA-7E1E-4FE4-A507-7CCA2736CDBE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E96E2007-0218-49BD-BD57-E746A26F7D47}" type="pres">
      <dgm:prSet presAssocID="{E25684DA-7E1E-4FE4-A507-7CCA2736CDBE}" presName="negativeSpace" presStyleCnt="0"/>
      <dgm:spPr/>
    </dgm:pt>
    <dgm:pt modelId="{00C1891F-0781-44ED-93C0-78FAE83B02F1}" type="pres">
      <dgm:prSet presAssocID="{E25684DA-7E1E-4FE4-A507-7CCA2736CDBE}" presName="childText" presStyleLbl="conFgAcc1" presStyleIdx="3" presStyleCnt="5">
        <dgm:presLayoutVars>
          <dgm:bulletEnabled val="1"/>
        </dgm:presLayoutVars>
      </dgm:prSet>
      <dgm:spPr/>
    </dgm:pt>
    <dgm:pt modelId="{EFDA3DD3-BB8F-4A59-AAAD-6C0237361C19}" type="pres">
      <dgm:prSet presAssocID="{F6E3BE21-E330-4EA7-BAE7-819CC6803D3D}" presName="spaceBetweenRectangles" presStyleCnt="0"/>
      <dgm:spPr/>
    </dgm:pt>
    <dgm:pt modelId="{9A608697-4C62-4D07-8220-85A9E0AC6F2C}" type="pres">
      <dgm:prSet presAssocID="{F74F727A-65E6-4C30-9397-5F64D09F4F32}" presName="parentLin" presStyleCnt="0"/>
      <dgm:spPr/>
    </dgm:pt>
    <dgm:pt modelId="{630674B2-D1FE-43F3-9811-DA37E10777AE}" type="pres">
      <dgm:prSet presAssocID="{F74F727A-65E6-4C30-9397-5F64D09F4F32}" presName="parentLeftMargin" presStyleLbl="node1" presStyleIdx="3" presStyleCnt="5"/>
      <dgm:spPr/>
    </dgm:pt>
    <dgm:pt modelId="{A2A8BB46-5578-4709-A541-4EDE3CC198E2}" type="pres">
      <dgm:prSet presAssocID="{F74F727A-65E6-4C30-9397-5F64D09F4F32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9AD22CFE-C557-4BB3-8CCD-07B80F389C5F}" type="pres">
      <dgm:prSet presAssocID="{F74F727A-65E6-4C30-9397-5F64D09F4F32}" presName="negativeSpace" presStyleCnt="0"/>
      <dgm:spPr/>
    </dgm:pt>
    <dgm:pt modelId="{C9A4A968-1E08-4854-B136-9680E32934A6}" type="pres">
      <dgm:prSet presAssocID="{F74F727A-65E6-4C30-9397-5F64D09F4F32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03BF3A05-C001-4517-8064-56BE020534AB}" srcId="{184AE8F1-D5A7-4EBC-8786-521D12DC7C46}" destId="{F74F727A-65E6-4C30-9397-5F64D09F4F32}" srcOrd="4" destOrd="0" parTransId="{93C0892A-45CA-4B8C-B78D-D42F01609EEB}" sibTransId="{CF65D211-AEEE-4644-A937-109D85B8BA7F}"/>
    <dgm:cxn modelId="{9E6E760E-EB65-4E34-B013-62F91EA2F62E}" type="presOf" srcId="{184AE8F1-D5A7-4EBC-8786-521D12DC7C46}" destId="{65786480-FC10-4D04-B8DA-61A4B0A5DCA7}" srcOrd="0" destOrd="0" presId="urn:microsoft.com/office/officeart/2005/8/layout/list1"/>
    <dgm:cxn modelId="{0E167536-42B2-4BF7-B5BB-2210EED9D73A}" type="presOf" srcId="{F74F727A-65E6-4C30-9397-5F64D09F4F32}" destId="{630674B2-D1FE-43F3-9811-DA37E10777AE}" srcOrd="0" destOrd="0" presId="urn:microsoft.com/office/officeart/2005/8/layout/list1"/>
    <dgm:cxn modelId="{217E4C5F-43A8-4826-A803-561A54C15952}" srcId="{184AE8F1-D5A7-4EBC-8786-521D12DC7C46}" destId="{94A67B27-11A6-453C-B2B0-4EFDBE68D89D}" srcOrd="2" destOrd="0" parTransId="{77F2AAEC-4D58-446A-AB0C-DA1C70AD36D4}" sibTransId="{65D08A04-4A9A-471D-AAC6-3BA9E9ECA963}"/>
    <dgm:cxn modelId="{B3D72162-7665-4F0A-8919-9528DDAA1248}" type="presOf" srcId="{E25684DA-7E1E-4FE4-A507-7CCA2736CDBE}" destId="{D91C0145-05DB-4286-B926-925310C17292}" srcOrd="0" destOrd="0" presId="urn:microsoft.com/office/officeart/2005/8/layout/list1"/>
    <dgm:cxn modelId="{CD5C334A-C366-4DB0-8190-A53D1F71134E}" srcId="{184AE8F1-D5A7-4EBC-8786-521D12DC7C46}" destId="{F3D4B32B-06C4-4756-8E02-38B07FD5B4B3}" srcOrd="0" destOrd="0" parTransId="{C3AAE96E-A860-4A3E-9305-811A25E439AC}" sibTransId="{D4C19082-C4D8-4575-89DC-9A0BB5387C2D}"/>
    <dgm:cxn modelId="{06EF956D-58AC-468A-B02E-B42843FAAF26}" type="presOf" srcId="{94A67B27-11A6-453C-B2B0-4EFDBE68D89D}" destId="{92689CE6-742A-4F18-901D-B5294D843C9D}" srcOrd="0" destOrd="0" presId="urn:microsoft.com/office/officeart/2005/8/layout/list1"/>
    <dgm:cxn modelId="{1CD97376-977B-4463-8C64-8E58BC8E58FE}" type="presOf" srcId="{D9D21656-6EF1-4A34-B99C-CFB0E901392B}" destId="{86D6F01E-4384-44E7-99D8-FA6196493A40}" srcOrd="0" destOrd="0" presId="urn:microsoft.com/office/officeart/2005/8/layout/list1"/>
    <dgm:cxn modelId="{9F82E858-3969-4CBC-853B-B6DEDCFC3DB7}" type="presOf" srcId="{F3D4B32B-06C4-4756-8E02-38B07FD5B4B3}" destId="{2D91D6CE-CD80-4125-946A-F7B0A0AEF25B}" srcOrd="1" destOrd="0" presId="urn:microsoft.com/office/officeart/2005/8/layout/list1"/>
    <dgm:cxn modelId="{7D262885-BC85-4BCD-8F1B-E115B4CACD95}" type="presOf" srcId="{94A67B27-11A6-453C-B2B0-4EFDBE68D89D}" destId="{DD2C6DB5-2F6B-457B-AB9D-9A86DB2B2F51}" srcOrd="1" destOrd="0" presId="urn:microsoft.com/office/officeart/2005/8/layout/list1"/>
    <dgm:cxn modelId="{C7046D98-32B0-49A8-8C11-2FC4FCFF795C}" srcId="{184AE8F1-D5A7-4EBC-8786-521D12DC7C46}" destId="{E25684DA-7E1E-4FE4-A507-7CCA2736CDBE}" srcOrd="3" destOrd="0" parTransId="{E30E55D5-24CE-44A4-96EF-81092F68222E}" sibTransId="{F6E3BE21-E330-4EA7-BAE7-819CC6803D3D}"/>
    <dgm:cxn modelId="{5893599D-2A91-4BA9-AE60-9E6A90C1D927}" type="presOf" srcId="{D9D21656-6EF1-4A34-B99C-CFB0E901392B}" destId="{1494A803-555B-4D58-8BB5-609312EBE53F}" srcOrd="1" destOrd="0" presId="urn:microsoft.com/office/officeart/2005/8/layout/list1"/>
    <dgm:cxn modelId="{18EBE2B2-4787-405C-8BEB-C687360C3924}" type="presOf" srcId="{E25684DA-7E1E-4FE4-A507-7CCA2736CDBE}" destId="{44314C4A-6CDB-48F2-9FA4-214458D2D758}" srcOrd="1" destOrd="0" presId="urn:microsoft.com/office/officeart/2005/8/layout/list1"/>
    <dgm:cxn modelId="{7FB37ABB-5A5F-447F-BEED-4EC76E5F1E9C}" srcId="{184AE8F1-D5A7-4EBC-8786-521D12DC7C46}" destId="{D9D21656-6EF1-4A34-B99C-CFB0E901392B}" srcOrd="1" destOrd="0" parTransId="{374414F1-DC5A-4070-B920-E0442E7EF169}" sibTransId="{C011848E-D7C9-4F10-A65E-1CFE5A6ECCB1}"/>
    <dgm:cxn modelId="{7FD947C3-62E7-44A5-BBED-232B04F0297B}" type="presOf" srcId="{F74F727A-65E6-4C30-9397-5F64D09F4F32}" destId="{A2A8BB46-5578-4709-A541-4EDE3CC198E2}" srcOrd="1" destOrd="0" presId="urn:microsoft.com/office/officeart/2005/8/layout/list1"/>
    <dgm:cxn modelId="{A95118DE-094D-4814-9898-5689001F0821}" type="presOf" srcId="{F3D4B32B-06C4-4756-8E02-38B07FD5B4B3}" destId="{B3F778FF-F24E-41B8-944F-FC2163AADA1C}" srcOrd="0" destOrd="0" presId="urn:microsoft.com/office/officeart/2005/8/layout/list1"/>
    <dgm:cxn modelId="{77CC22FD-F418-4D85-9796-2F94ACCADF25}" type="presParOf" srcId="{65786480-FC10-4D04-B8DA-61A4B0A5DCA7}" destId="{889310CA-A885-45C0-9851-C1EACADB214E}" srcOrd="0" destOrd="0" presId="urn:microsoft.com/office/officeart/2005/8/layout/list1"/>
    <dgm:cxn modelId="{BA708801-6425-4BF5-A3A1-5AB955FDA011}" type="presParOf" srcId="{889310CA-A885-45C0-9851-C1EACADB214E}" destId="{B3F778FF-F24E-41B8-944F-FC2163AADA1C}" srcOrd="0" destOrd="0" presId="urn:microsoft.com/office/officeart/2005/8/layout/list1"/>
    <dgm:cxn modelId="{C8C6E81C-D9B4-4340-B8F8-9797C5A32B8B}" type="presParOf" srcId="{889310CA-A885-45C0-9851-C1EACADB214E}" destId="{2D91D6CE-CD80-4125-946A-F7B0A0AEF25B}" srcOrd="1" destOrd="0" presId="urn:microsoft.com/office/officeart/2005/8/layout/list1"/>
    <dgm:cxn modelId="{AC5127FB-B314-4DEE-841A-BD8ACB303E13}" type="presParOf" srcId="{65786480-FC10-4D04-B8DA-61A4B0A5DCA7}" destId="{C23F7D1E-C756-45F5-89BB-5646335B247B}" srcOrd="1" destOrd="0" presId="urn:microsoft.com/office/officeart/2005/8/layout/list1"/>
    <dgm:cxn modelId="{706B0808-8BBE-41E2-AB91-5BC742E79FCB}" type="presParOf" srcId="{65786480-FC10-4D04-B8DA-61A4B0A5DCA7}" destId="{A04A89F5-7919-4BB0-A8F6-53859609605A}" srcOrd="2" destOrd="0" presId="urn:microsoft.com/office/officeart/2005/8/layout/list1"/>
    <dgm:cxn modelId="{102D76FB-1998-496E-8B09-313B8CF02E9E}" type="presParOf" srcId="{65786480-FC10-4D04-B8DA-61A4B0A5DCA7}" destId="{A598B64E-A365-4E3E-B092-DA24A703829F}" srcOrd="3" destOrd="0" presId="urn:microsoft.com/office/officeart/2005/8/layout/list1"/>
    <dgm:cxn modelId="{2BDF7D2A-0912-4A3E-AF05-F707CBA5FD49}" type="presParOf" srcId="{65786480-FC10-4D04-B8DA-61A4B0A5DCA7}" destId="{CC5F51C6-9E6D-45F5-9EC1-F0A480248BC6}" srcOrd="4" destOrd="0" presId="urn:microsoft.com/office/officeart/2005/8/layout/list1"/>
    <dgm:cxn modelId="{3DBAD85E-34B6-4C51-B777-6242B1A74E1D}" type="presParOf" srcId="{CC5F51C6-9E6D-45F5-9EC1-F0A480248BC6}" destId="{86D6F01E-4384-44E7-99D8-FA6196493A40}" srcOrd="0" destOrd="0" presId="urn:microsoft.com/office/officeart/2005/8/layout/list1"/>
    <dgm:cxn modelId="{ED8C9A4A-5BDF-44B6-BB8F-A619CF9BDE62}" type="presParOf" srcId="{CC5F51C6-9E6D-45F5-9EC1-F0A480248BC6}" destId="{1494A803-555B-4D58-8BB5-609312EBE53F}" srcOrd="1" destOrd="0" presId="urn:microsoft.com/office/officeart/2005/8/layout/list1"/>
    <dgm:cxn modelId="{99CF9F36-D483-401E-B914-A8A701FF2F07}" type="presParOf" srcId="{65786480-FC10-4D04-B8DA-61A4B0A5DCA7}" destId="{E1C51929-A4CA-41C5-A714-0A0DF9D33AF5}" srcOrd="5" destOrd="0" presId="urn:microsoft.com/office/officeart/2005/8/layout/list1"/>
    <dgm:cxn modelId="{E38FFB00-24C9-49A1-B52A-867AA74EA51E}" type="presParOf" srcId="{65786480-FC10-4D04-B8DA-61A4B0A5DCA7}" destId="{714043A1-0692-490B-8FA7-0EB7D7429743}" srcOrd="6" destOrd="0" presId="urn:microsoft.com/office/officeart/2005/8/layout/list1"/>
    <dgm:cxn modelId="{62B52CCB-AF37-4DA0-9224-84BA1E8B911B}" type="presParOf" srcId="{65786480-FC10-4D04-B8DA-61A4B0A5DCA7}" destId="{52918490-9EED-42FA-B63F-27EE051174F2}" srcOrd="7" destOrd="0" presId="urn:microsoft.com/office/officeart/2005/8/layout/list1"/>
    <dgm:cxn modelId="{A0600DA0-EC89-4B37-A7DB-6703FD6D2E69}" type="presParOf" srcId="{65786480-FC10-4D04-B8DA-61A4B0A5DCA7}" destId="{7993A57C-BD8E-4E85-9EBE-652EDDB0D39A}" srcOrd="8" destOrd="0" presId="urn:microsoft.com/office/officeart/2005/8/layout/list1"/>
    <dgm:cxn modelId="{8313AF24-329D-445E-B66C-24529018536E}" type="presParOf" srcId="{7993A57C-BD8E-4E85-9EBE-652EDDB0D39A}" destId="{92689CE6-742A-4F18-901D-B5294D843C9D}" srcOrd="0" destOrd="0" presId="urn:microsoft.com/office/officeart/2005/8/layout/list1"/>
    <dgm:cxn modelId="{D83B2AC1-1555-475C-8EBC-E6D9DAB27A61}" type="presParOf" srcId="{7993A57C-BD8E-4E85-9EBE-652EDDB0D39A}" destId="{DD2C6DB5-2F6B-457B-AB9D-9A86DB2B2F51}" srcOrd="1" destOrd="0" presId="urn:microsoft.com/office/officeart/2005/8/layout/list1"/>
    <dgm:cxn modelId="{72158C74-372C-449F-9332-03FFAA5E40E5}" type="presParOf" srcId="{65786480-FC10-4D04-B8DA-61A4B0A5DCA7}" destId="{5A1D11C9-DE3B-4F17-98E4-8ABFA545BC0A}" srcOrd="9" destOrd="0" presId="urn:microsoft.com/office/officeart/2005/8/layout/list1"/>
    <dgm:cxn modelId="{7D392BA5-4E58-4795-9E63-C1E3652EB05E}" type="presParOf" srcId="{65786480-FC10-4D04-B8DA-61A4B0A5DCA7}" destId="{74625971-222A-4497-8CAE-AEF7556CEA36}" srcOrd="10" destOrd="0" presId="urn:microsoft.com/office/officeart/2005/8/layout/list1"/>
    <dgm:cxn modelId="{2404D687-0EAF-4B7C-809C-2D54722AD1A3}" type="presParOf" srcId="{65786480-FC10-4D04-B8DA-61A4B0A5DCA7}" destId="{53057C39-F2D4-4491-9377-7D6D5E28B34E}" srcOrd="11" destOrd="0" presId="urn:microsoft.com/office/officeart/2005/8/layout/list1"/>
    <dgm:cxn modelId="{6D311D53-0C4A-4FD6-92E5-B4DD2440B073}" type="presParOf" srcId="{65786480-FC10-4D04-B8DA-61A4B0A5DCA7}" destId="{A2A4B2A4-2CE0-4B4C-A609-6D9872874580}" srcOrd="12" destOrd="0" presId="urn:microsoft.com/office/officeart/2005/8/layout/list1"/>
    <dgm:cxn modelId="{5F02C7FE-5889-4848-B30D-0EC2BE13B741}" type="presParOf" srcId="{A2A4B2A4-2CE0-4B4C-A609-6D9872874580}" destId="{D91C0145-05DB-4286-B926-925310C17292}" srcOrd="0" destOrd="0" presId="urn:microsoft.com/office/officeart/2005/8/layout/list1"/>
    <dgm:cxn modelId="{64DBAD2C-9CBC-4102-8A24-E0BFEC4F62B5}" type="presParOf" srcId="{A2A4B2A4-2CE0-4B4C-A609-6D9872874580}" destId="{44314C4A-6CDB-48F2-9FA4-214458D2D758}" srcOrd="1" destOrd="0" presId="urn:microsoft.com/office/officeart/2005/8/layout/list1"/>
    <dgm:cxn modelId="{28AADD44-8FF7-406D-B606-E5AD56A3A5B1}" type="presParOf" srcId="{65786480-FC10-4D04-B8DA-61A4B0A5DCA7}" destId="{E96E2007-0218-49BD-BD57-E746A26F7D47}" srcOrd="13" destOrd="0" presId="urn:microsoft.com/office/officeart/2005/8/layout/list1"/>
    <dgm:cxn modelId="{DCE85E77-A397-472A-B0A6-10A2CA6E6B4C}" type="presParOf" srcId="{65786480-FC10-4D04-B8DA-61A4B0A5DCA7}" destId="{00C1891F-0781-44ED-93C0-78FAE83B02F1}" srcOrd="14" destOrd="0" presId="urn:microsoft.com/office/officeart/2005/8/layout/list1"/>
    <dgm:cxn modelId="{BC7CAA4F-BE31-44EA-B891-040BB724F796}" type="presParOf" srcId="{65786480-FC10-4D04-B8DA-61A4B0A5DCA7}" destId="{EFDA3DD3-BB8F-4A59-AAAD-6C0237361C19}" srcOrd="15" destOrd="0" presId="urn:microsoft.com/office/officeart/2005/8/layout/list1"/>
    <dgm:cxn modelId="{A67939FE-DF8E-430F-B19C-031A1C754211}" type="presParOf" srcId="{65786480-FC10-4D04-B8DA-61A4B0A5DCA7}" destId="{9A608697-4C62-4D07-8220-85A9E0AC6F2C}" srcOrd="16" destOrd="0" presId="urn:microsoft.com/office/officeart/2005/8/layout/list1"/>
    <dgm:cxn modelId="{25F69043-3581-493D-B9D1-825ACCA5917F}" type="presParOf" srcId="{9A608697-4C62-4D07-8220-85A9E0AC6F2C}" destId="{630674B2-D1FE-43F3-9811-DA37E10777AE}" srcOrd="0" destOrd="0" presId="urn:microsoft.com/office/officeart/2005/8/layout/list1"/>
    <dgm:cxn modelId="{09965C66-77CD-480D-A34D-402BFBDFACC0}" type="presParOf" srcId="{9A608697-4C62-4D07-8220-85A9E0AC6F2C}" destId="{A2A8BB46-5578-4709-A541-4EDE3CC198E2}" srcOrd="1" destOrd="0" presId="urn:microsoft.com/office/officeart/2005/8/layout/list1"/>
    <dgm:cxn modelId="{BE15F938-0769-4C49-90F1-0B45FE2808C7}" type="presParOf" srcId="{65786480-FC10-4D04-B8DA-61A4B0A5DCA7}" destId="{9AD22CFE-C557-4BB3-8CCD-07B80F389C5F}" srcOrd="17" destOrd="0" presId="urn:microsoft.com/office/officeart/2005/8/layout/list1"/>
    <dgm:cxn modelId="{7D4F4077-7C6C-4E04-8BB7-5A34693A7D96}" type="presParOf" srcId="{65786480-FC10-4D04-B8DA-61A4B0A5DCA7}" destId="{C9A4A968-1E08-4854-B136-9680E32934A6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CCBB1A8-C620-4843-A855-65AF0FD3EBA3}" type="doc">
      <dgm:prSet loTypeId="urn:microsoft.com/office/officeart/2008/layout/LinedList" loCatId="list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A45E59C6-6248-4CD8-9514-5018B821035C}">
      <dgm:prSet/>
      <dgm:spPr/>
      <dgm:t>
        <a:bodyPr/>
        <a:lstStyle/>
        <a:p>
          <a:r>
            <a:rPr lang="hu-HU" b="0" i="0" baseline="0"/>
            <a:t>Regisztráció, bejelentkezés</a:t>
          </a:r>
          <a:endParaRPr lang="en-US"/>
        </a:p>
      </dgm:t>
    </dgm:pt>
    <dgm:pt modelId="{28F85EE5-FE5C-4124-989E-A5A13026100B}" type="parTrans" cxnId="{583CE1D4-D56A-432B-AAFB-4534B5651E75}">
      <dgm:prSet/>
      <dgm:spPr/>
      <dgm:t>
        <a:bodyPr/>
        <a:lstStyle/>
        <a:p>
          <a:endParaRPr lang="en-US"/>
        </a:p>
      </dgm:t>
    </dgm:pt>
    <dgm:pt modelId="{B2958EED-BB9B-43BD-9057-0F7431C778F7}" type="sibTrans" cxnId="{583CE1D4-D56A-432B-AAFB-4534B5651E75}">
      <dgm:prSet/>
      <dgm:spPr/>
      <dgm:t>
        <a:bodyPr/>
        <a:lstStyle/>
        <a:p>
          <a:endParaRPr lang="en-US"/>
        </a:p>
      </dgm:t>
    </dgm:pt>
    <dgm:pt modelId="{BD6FCE86-8CC1-4B84-AB49-2A2D1B0DD6FA}">
      <dgm:prSet/>
      <dgm:spPr/>
      <dgm:t>
        <a:bodyPr/>
        <a:lstStyle/>
        <a:p>
          <a:r>
            <a:rPr lang="hu-HU" b="0" i="0" baseline="0"/>
            <a:t>Makettlista, keresés, szűrés</a:t>
          </a:r>
          <a:endParaRPr lang="en-US"/>
        </a:p>
      </dgm:t>
    </dgm:pt>
    <dgm:pt modelId="{47A903D1-7D2F-4623-983B-61D4F98BB90B}" type="parTrans" cxnId="{F3CE398F-4621-4307-B6CD-E2265EF20C53}">
      <dgm:prSet/>
      <dgm:spPr/>
      <dgm:t>
        <a:bodyPr/>
        <a:lstStyle/>
        <a:p>
          <a:endParaRPr lang="en-US"/>
        </a:p>
      </dgm:t>
    </dgm:pt>
    <dgm:pt modelId="{CEBF265E-A5F7-43F5-9423-C2FB34676EFF}" type="sibTrans" cxnId="{F3CE398F-4621-4307-B6CD-E2265EF20C53}">
      <dgm:prSet/>
      <dgm:spPr/>
      <dgm:t>
        <a:bodyPr/>
        <a:lstStyle/>
        <a:p>
          <a:endParaRPr lang="en-US"/>
        </a:p>
      </dgm:t>
    </dgm:pt>
    <dgm:pt modelId="{1EDD4356-5ACA-4EC2-91F9-B60AE93A70A5}">
      <dgm:prSet/>
      <dgm:spPr/>
      <dgm:t>
        <a:bodyPr/>
        <a:lstStyle/>
        <a:p>
          <a:r>
            <a:rPr lang="hu-HU" b="0" i="0" baseline="0"/>
            <a:t>Vélemények és csillagos értékelés</a:t>
          </a:r>
          <a:endParaRPr lang="en-US"/>
        </a:p>
      </dgm:t>
    </dgm:pt>
    <dgm:pt modelId="{C134A0DB-CE67-4838-B3B2-FE22F0F03E2E}" type="parTrans" cxnId="{A54DB0F9-323E-4063-89DA-48B39F69DCD4}">
      <dgm:prSet/>
      <dgm:spPr/>
      <dgm:t>
        <a:bodyPr/>
        <a:lstStyle/>
        <a:p>
          <a:endParaRPr lang="en-US"/>
        </a:p>
      </dgm:t>
    </dgm:pt>
    <dgm:pt modelId="{74558A93-7C7C-44C9-9EDF-847D79F01005}" type="sibTrans" cxnId="{A54DB0F9-323E-4063-89DA-48B39F69DCD4}">
      <dgm:prSet/>
      <dgm:spPr/>
      <dgm:t>
        <a:bodyPr/>
        <a:lstStyle/>
        <a:p>
          <a:endParaRPr lang="en-US"/>
        </a:p>
      </dgm:t>
    </dgm:pt>
    <dgm:pt modelId="{BB1A0EF1-6C31-43B6-B08C-955C91BB328A}">
      <dgm:prSet/>
      <dgm:spPr/>
      <dgm:t>
        <a:bodyPr/>
        <a:lstStyle/>
        <a:p>
          <a:r>
            <a:rPr lang="hu-HU" b="0" i="0" baseline="0"/>
            <a:t>Kedvencek</a:t>
          </a:r>
          <a:endParaRPr lang="en-US"/>
        </a:p>
      </dgm:t>
    </dgm:pt>
    <dgm:pt modelId="{9DF70956-644B-4CC1-8CE2-8FC568E88D0A}" type="parTrans" cxnId="{CA6B25D7-7491-4B48-B4C5-277BA41214FC}">
      <dgm:prSet/>
      <dgm:spPr/>
      <dgm:t>
        <a:bodyPr/>
        <a:lstStyle/>
        <a:p>
          <a:endParaRPr lang="en-US"/>
        </a:p>
      </dgm:t>
    </dgm:pt>
    <dgm:pt modelId="{A7190411-EE23-4BCA-A547-7BB7F03A1C24}" type="sibTrans" cxnId="{CA6B25D7-7491-4B48-B4C5-277BA41214FC}">
      <dgm:prSet/>
      <dgm:spPr/>
      <dgm:t>
        <a:bodyPr/>
        <a:lstStyle/>
        <a:p>
          <a:endParaRPr lang="en-US"/>
        </a:p>
      </dgm:t>
    </dgm:pt>
    <dgm:pt modelId="{D31757B0-E413-4EAF-8948-2DBFE46E3A38}">
      <dgm:prSet/>
      <dgm:spPr/>
      <dgm:t>
        <a:bodyPr/>
        <a:lstStyle/>
        <a:p>
          <a:r>
            <a:rPr lang="hu-HU" b="0" i="0" baseline="0"/>
            <a:t>Fórum</a:t>
          </a:r>
          <a:endParaRPr lang="en-US"/>
        </a:p>
      </dgm:t>
    </dgm:pt>
    <dgm:pt modelId="{1A533C18-F3B8-4E32-A42B-DAC62F3E1D30}" type="parTrans" cxnId="{7241FE9F-C59C-43D0-863F-2DCFBEAA0731}">
      <dgm:prSet/>
      <dgm:spPr/>
      <dgm:t>
        <a:bodyPr/>
        <a:lstStyle/>
        <a:p>
          <a:endParaRPr lang="en-US"/>
        </a:p>
      </dgm:t>
    </dgm:pt>
    <dgm:pt modelId="{44A769B0-4B3D-4B85-A3C0-D7BFD23D7704}" type="sibTrans" cxnId="{7241FE9F-C59C-43D0-863F-2DCFBEAA0731}">
      <dgm:prSet/>
      <dgm:spPr/>
      <dgm:t>
        <a:bodyPr/>
        <a:lstStyle/>
        <a:p>
          <a:endParaRPr lang="en-US"/>
        </a:p>
      </dgm:t>
    </dgm:pt>
    <dgm:pt modelId="{BD6266F3-64BF-4C42-8294-75F2A6A47BCF}">
      <dgm:prSet/>
      <dgm:spPr/>
      <dgm:t>
        <a:bodyPr/>
        <a:lstStyle/>
        <a:p>
          <a:r>
            <a:rPr lang="hu-HU" b="0" i="0" baseline="0"/>
            <a:t>Építési napló</a:t>
          </a:r>
          <a:endParaRPr lang="en-US"/>
        </a:p>
      </dgm:t>
    </dgm:pt>
    <dgm:pt modelId="{FA673638-97C6-4EF4-82BB-2915BC099BCA}" type="parTrans" cxnId="{E5A9B875-9E03-4D4B-83D8-6ACDB79C4311}">
      <dgm:prSet/>
      <dgm:spPr/>
      <dgm:t>
        <a:bodyPr/>
        <a:lstStyle/>
        <a:p>
          <a:endParaRPr lang="en-US"/>
        </a:p>
      </dgm:t>
    </dgm:pt>
    <dgm:pt modelId="{F6211160-355E-4685-979B-304363AA7A5C}" type="sibTrans" cxnId="{E5A9B875-9E03-4D4B-83D8-6ACDB79C4311}">
      <dgm:prSet/>
      <dgm:spPr/>
      <dgm:t>
        <a:bodyPr/>
        <a:lstStyle/>
        <a:p>
          <a:endParaRPr lang="en-US"/>
        </a:p>
      </dgm:t>
    </dgm:pt>
    <dgm:pt modelId="{4F00EC3E-8124-403C-A4E4-91ABC0E2E0DD}">
      <dgm:prSet/>
      <dgm:spPr/>
      <dgm:t>
        <a:bodyPr/>
        <a:lstStyle/>
        <a:p>
          <a:r>
            <a:rPr lang="hu-HU" b="0" i="0" baseline="0"/>
            <a:t>Admin jóváhagyás</a:t>
          </a:r>
          <a:endParaRPr lang="en-US"/>
        </a:p>
      </dgm:t>
    </dgm:pt>
    <dgm:pt modelId="{B8411006-0F8D-4802-BA5A-5A7CE5ACBDCE}" type="parTrans" cxnId="{21BF7C7E-5164-4E1B-940B-C6414FA37F2D}">
      <dgm:prSet/>
      <dgm:spPr/>
      <dgm:t>
        <a:bodyPr/>
        <a:lstStyle/>
        <a:p>
          <a:endParaRPr lang="en-US"/>
        </a:p>
      </dgm:t>
    </dgm:pt>
    <dgm:pt modelId="{6D599837-5BDC-4688-B4F8-2B91CDDA41D3}" type="sibTrans" cxnId="{21BF7C7E-5164-4E1B-940B-C6414FA37F2D}">
      <dgm:prSet/>
      <dgm:spPr/>
      <dgm:t>
        <a:bodyPr/>
        <a:lstStyle/>
        <a:p>
          <a:endParaRPr lang="en-US"/>
        </a:p>
      </dgm:t>
    </dgm:pt>
    <dgm:pt modelId="{772337D9-F3D4-490D-B5B3-565A7523741F}">
      <dgm:prSet/>
      <dgm:spPr/>
      <dgm:t>
        <a:bodyPr/>
        <a:lstStyle/>
        <a:p>
          <a:r>
            <a:rPr lang="hu-HU" b="0" i="0" baseline="0"/>
            <a:t>AI chat</a:t>
          </a:r>
          <a:endParaRPr lang="en-US"/>
        </a:p>
      </dgm:t>
    </dgm:pt>
    <dgm:pt modelId="{77C283D8-9644-4701-9B84-B224093E4C5E}" type="parTrans" cxnId="{F6954B96-AA26-48A9-814F-CDA330C51287}">
      <dgm:prSet/>
      <dgm:spPr/>
      <dgm:t>
        <a:bodyPr/>
        <a:lstStyle/>
        <a:p>
          <a:endParaRPr lang="en-US"/>
        </a:p>
      </dgm:t>
    </dgm:pt>
    <dgm:pt modelId="{E500C57D-833D-4264-A61C-C59DA7887434}" type="sibTrans" cxnId="{F6954B96-AA26-48A9-814F-CDA330C51287}">
      <dgm:prSet/>
      <dgm:spPr/>
      <dgm:t>
        <a:bodyPr/>
        <a:lstStyle/>
        <a:p>
          <a:endParaRPr lang="en-US"/>
        </a:p>
      </dgm:t>
    </dgm:pt>
    <dgm:pt modelId="{B2BAF63B-4253-4F30-AA8B-4219367FEFF3}" type="pres">
      <dgm:prSet presAssocID="{6CCBB1A8-C620-4843-A855-65AF0FD3EBA3}" presName="vert0" presStyleCnt="0">
        <dgm:presLayoutVars>
          <dgm:dir/>
          <dgm:animOne val="branch"/>
          <dgm:animLvl val="lvl"/>
        </dgm:presLayoutVars>
      </dgm:prSet>
      <dgm:spPr/>
    </dgm:pt>
    <dgm:pt modelId="{62C2322C-C2F7-4DB1-9CE5-9401FB5363B7}" type="pres">
      <dgm:prSet presAssocID="{A45E59C6-6248-4CD8-9514-5018B821035C}" presName="thickLine" presStyleLbl="alignNode1" presStyleIdx="0" presStyleCnt="8"/>
      <dgm:spPr/>
    </dgm:pt>
    <dgm:pt modelId="{890635DF-5358-46D2-8173-4C571C6FA7E0}" type="pres">
      <dgm:prSet presAssocID="{A45E59C6-6248-4CD8-9514-5018B821035C}" presName="horz1" presStyleCnt="0"/>
      <dgm:spPr/>
    </dgm:pt>
    <dgm:pt modelId="{FB2EEBCB-A8BB-4773-9F36-12FF5639072F}" type="pres">
      <dgm:prSet presAssocID="{A45E59C6-6248-4CD8-9514-5018B821035C}" presName="tx1" presStyleLbl="revTx" presStyleIdx="0" presStyleCnt="8"/>
      <dgm:spPr/>
    </dgm:pt>
    <dgm:pt modelId="{1A3F8480-B2B1-4D5A-9427-D395BDE1BAF5}" type="pres">
      <dgm:prSet presAssocID="{A45E59C6-6248-4CD8-9514-5018B821035C}" presName="vert1" presStyleCnt="0"/>
      <dgm:spPr/>
    </dgm:pt>
    <dgm:pt modelId="{C4156F3C-CEBE-4696-B137-80556259652F}" type="pres">
      <dgm:prSet presAssocID="{BD6FCE86-8CC1-4B84-AB49-2A2D1B0DD6FA}" presName="thickLine" presStyleLbl="alignNode1" presStyleIdx="1" presStyleCnt="8"/>
      <dgm:spPr/>
    </dgm:pt>
    <dgm:pt modelId="{2D947719-ED66-4421-A5D2-3C32607A8040}" type="pres">
      <dgm:prSet presAssocID="{BD6FCE86-8CC1-4B84-AB49-2A2D1B0DD6FA}" presName="horz1" presStyleCnt="0"/>
      <dgm:spPr/>
    </dgm:pt>
    <dgm:pt modelId="{0362A650-CD91-4235-89B2-F98CD769A7FA}" type="pres">
      <dgm:prSet presAssocID="{BD6FCE86-8CC1-4B84-AB49-2A2D1B0DD6FA}" presName="tx1" presStyleLbl="revTx" presStyleIdx="1" presStyleCnt="8"/>
      <dgm:spPr/>
    </dgm:pt>
    <dgm:pt modelId="{B78A87EC-D7E7-4F24-A58A-78E102F6852F}" type="pres">
      <dgm:prSet presAssocID="{BD6FCE86-8CC1-4B84-AB49-2A2D1B0DD6FA}" presName="vert1" presStyleCnt="0"/>
      <dgm:spPr/>
    </dgm:pt>
    <dgm:pt modelId="{A2C97ECD-99A9-416A-B220-9EF2441C669A}" type="pres">
      <dgm:prSet presAssocID="{1EDD4356-5ACA-4EC2-91F9-B60AE93A70A5}" presName="thickLine" presStyleLbl="alignNode1" presStyleIdx="2" presStyleCnt="8"/>
      <dgm:spPr/>
    </dgm:pt>
    <dgm:pt modelId="{3444FF17-618C-4BDF-875B-636DE70A36BA}" type="pres">
      <dgm:prSet presAssocID="{1EDD4356-5ACA-4EC2-91F9-B60AE93A70A5}" presName="horz1" presStyleCnt="0"/>
      <dgm:spPr/>
    </dgm:pt>
    <dgm:pt modelId="{725F56B4-FC09-4C0F-B52B-483F0FEDE0ED}" type="pres">
      <dgm:prSet presAssocID="{1EDD4356-5ACA-4EC2-91F9-B60AE93A70A5}" presName="tx1" presStyleLbl="revTx" presStyleIdx="2" presStyleCnt="8"/>
      <dgm:spPr/>
    </dgm:pt>
    <dgm:pt modelId="{0E6FF5B0-C5FD-4554-ACD6-55E7C322DB35}" type="pres">
      <dgm:prSet presAssocID="{1EDD4356-5ACA-4EC2-91F9-B60AE93A70A5}" presName="vert1" presStyleCnt="0"/>
      <dgm:spPr/>
    </dgm:pt>
    <dgm:pt modelId="{7707AE79-8AA5-47D8-99C1-1DA0D002B453}" type="pres">
      <dgm:prSet presAssocID="{BB1A0EF1-6C31-43B6-B08C-955C91BB328A}" presName="thickLine" presStyleLbl="alignNode1" presStyleIdx="3" presStyleCnt="8"/>
      <dgm:spPr/>
    </dgm:pt>
    <dgm:pt modelId="{0C541E08-DA4A-41F2-B11D-9AD1ED3E516E}" type="pres">
      <dgm:prSet presAssocID="{BB1A0EF1-6C31-43B6-B08C-955C91BB328A}" presName="horz1" presStyleCnt="0"/>
      <dgm:spPr/>
    </dgm:pt>
    <dgm:pt modelId="{33FB09CB-C850-447D-9A56-07CE2E6640BA}" type="pres">
      <dgm:prSet presAssocID="{BB1A0EF1-6C31-43B6-B08C-955C91BB328A}" presName="tx1" presStyleLbl="revTx" presStyleIdx="3" presStyleCnt="8"/>
      <dgm:spPr/>
    </dgm:pt>
    <dgm:pt modelId="{81B8C399-A764-44C4-9607-DFECEE2882C2}" type="pres">
      <dgm:prSet presAssocID="{BB1A0EF1-6C31-43B6-B08C-955C91BB328A}" presName="vert1" presStyleCnt="0"/>
      <dgm:spPr/>
    </dgm:pt>
    <dgm:pt modelId="{0D1F7B4C-7B72-4A60-AE75-DF7B05546C99}" type="pres">
      <dgm:prSet presAssocID="{D31757B0-E413-4EAF-8948-2DBFE46E3A38}" presName="thickLine" presStyleLbl="alignNode1" presStyleIdx="4" presStyleCnt="8"/>
      <dgm:spPr/>
    </dgm:pt>
    <dgm:pt modelId="{892EA73D-D253-43B2-960F-B8F79CC1B9E3}" type="pres">
      <dgm:prSet presAssocID="{D31757B0-E413-4EAF-8948-2DBFE46E3A38}" presName="horz1" presStyleCnt="0"/>
      <dgm:spPr/>
    </dgm:pt>
    <dgm:pt modelId="{EAB87415-1119-4517-8865-04308247FE2B}" type="pres">
      <dgm:prSet presAssocID="{D31757B0-E413-4EAF-8948-2DBFE46E3A38}" presName="tx1" presStyleLbl="revTx" presStyleIdx="4" presStyleCnt="8"/>
      <dgm:spPr/>
    </dgm:pt>
    <dgm:pt modelId="{431F8921-B029-49F2-B5B2-97169229987E}" type="pres">
      <dgm:prSet presAssocID="{D31757B0-E413-4EAF-8948-2DBFE46E3A38}" presName="vert1" presStyleCnt="0"/>
      <dgm:spPr/>
    </dgm:pt>
    <dgm:pt modelId="{9D0EB8C1-2B9A-4F22-9FBF-EE2F03E37EDF}" type="pres">
      <dgm:prSet presAssocID="{BD6266F3-64BF-4C42-8294-75F2A6A47BCF}" presName="thickLine" presStyleLbl="alignNode1" presStyleIdx="5" presStyleCnt="8"/>
      <dgm:spPr/>
    </dgm:pt>
    <dgm:pt modelId="{A687EF40-5529-4DE7-BC83-C04D87BF7A3E}" type="pres">
      <dgm:prSet presAssocID="{BD6266F3-64BF-4C42-8294-75F2A6A47BCF}" presName="horz1" presStyleCnt="0"/>
      <dgm:spPr/>
    </dgm:pt>
    <dgm:pt modelId="{27F1DD4F-4A1E-434A-B1F8-A95795ABDDAE}" type="pres">
      <dgm:prSet presAssocID="{BD6266F3-64BF-4C42-8294-75F2A6A47BCF}" presName="tx1" presStyleLbl="revTx" presStyleIdx="5" presStyleCnt="8"/>
      <dgm:spPr/>
    </dgm:pt>
    <dgm:pt modelId="{8A68FB23-6144-40E1-A76B-61FCA5F6B4C4}" type="pres">
      <dgm:prSet presAssocID="{BD6266F3-64BF-4C42-8294-75F2A6A47BCF}" presName="vert1" presStyleCnt="0"/>
      <dgm:spPr/>
    </dgm:pt>
    <dgm:pt modelId="{72CD79F2-1268-4C58-B04B-D5837A1EFE01}" type="pres">
      <dgm:prSet presAssocID="{4F00EC3E-8124-403C-A4E4-91ABC0E2E0DD}" presName="thickLine" presStyleLbl="alignNode1" presStyleIdx="6" presStyleCnt="8"/>
      <dgm:spPr/>
    </dgm:pt>
    <dgm:pt modelId="{64103204-6545-46C6-AC64-9906425C752B}" type="pres">
      <dgm:prSet presAssocID="{4F00EC3E-8124-403C-A4E4-91ABC0E2E0DD}" presName="horz1" presStyleCnt="0"/>
      <dgm:spPr/>
    </dgm:pt>
    <dgm:pt modelId="{B547400B-1F5B-46B8-8945-DD5ADCA4AB05}" type="pres">
      <dgm:prSet presAssocID="{4F00EC3E-8124-403C-A4E4-91ABC0E2E0DD}" presName="tx1" presStyleLbl="revTx" presStyleIdx="6" presStyleCnt="8"/>
      <dgm:spPr/>
    </dgm:pt>
    <dgm:pt modelId="{31F695D2-CF09-4F4A-9A1F-09C9F20CF0AC}" type="pres">
      <dgm:prSet presAssocID="{4F00EC3E-8124-403C-A4E4-91ABC0E2E0DD}" presName="vert1" presStyleCnt="0"/>
      <dgm:spPr/>
    </dgm:pt>
    <dgm:pt modelId="{CDF96F61-5D81-4FEE-879C-7FCD0601F4AF}" type="pres">
      <dgm:prSet presAssocID="{772337D9-F3D4-490D-B5B3-565A7523741F}" presName="thickLine" presStyleLbl="alignNode1" presStyleIdx="7" presStyleCnt="8"/>
      <dgm:spPr/>
    </dgm:pt>
    <dgm:pt modelId="{AAB012F2-24C1-4E01-9BB5-E1396A3B052F}" type="pres">
      <dgm:prSet presAssocID="{772337D9-F3D4-490D-B5B3-565A7523741F}" presName="horz1" presStyleCnt="0"/>
      <dgm:spPr/>
    </dgm:pt>
    <dgm:pt modelId="{3592AB12-95E8-42E0-B37D-D8492A015806}" type="pres">
      <dgm:prSet presAssocID="{772337D9-F3D4-490D-B5B3-565A7523741F}" presName="tx1" presStyleLbl="revTx" presStyleIdx="7" presStyleCnt="8"/>
      <dgm:spPr/>
    </dgm:pt>
    <dgm:pt modelId="{8505F43C-FDD2-4539-9AA9-13D98453FD19}" type="pres">
      <dgm:prSet presAssocID="{772337D9-F3D4-490D-B5B3-565A7523741F}" presName="vert1" presStyleCnt="0"/>
      <dgm:spPr/>
    </dgm:pt>
  </dgm:ptLst>
  <dgm:cxnLst>
    <dgm:cxn modelId="{661A3F01-A3D5-4BCA-8B72-23D7CF49669D}" type="presOf" srcId="{BD6266F3-64BF-4C42-8294-75F2A6A47BCF}" destId="{27F1DD4F-4A1E-434A-B1F8-A95795ABDDAE}" srcOrd="0" destOrd="0" presId="urn:microsoft.com/office/officeart/2008/layout/LinedList"/>
    <dgm:cxn modelId="{841DE61A-28A7-4BC3-B51E-1FE9DD499F39}" type="presOf" srcId="{BB1A0EF1-6C31-43B6-B08C-955C91BB328A}" destId="{33FB09CB-C850-447D-9A56-07CE2E6640BA}" srcOrd="0" destOrd="0" presId="urn:microsoft.com/office/officeart/2008/layout/LinedList"/>
    <dgm:cxn modelId="{3454E723-EEC5-4A8D-A56D-E38B7FA4A289}" type="presOf" srcId="{4F00EC3E-8124-403C-A4E4-91ABC0E2E0DD}" destId="{B547400B-1F5B-46B8-8945-DD5ADCA4AB05}" srcOrd="0" destOrd="0" presId="urn:microsoft.com/office/officeart/2008/layout/LinedList"/>
    <dgm:cxn modelId="{B848502E-853E-458F-989F-0A1858F1E9FB}" type="presOf" srcId="{772337D9-F3D4-490D-B5B3-565A7523741F}" destId="{3592AB12-95E8-42E0-B37D-D8492A015806}" srcOrd="0" destOrd="0" presId="urn:microsoft.com/office/officeart/2008/layout/LinedList"/>
    <dgm:cxn modelId="{3D3B4545-D6AA-4984-B36C-5AFF6BB4204A}" type="presOf" srcId="{D31757B0-E413-4EAF-8948-2DBFE46E3A38}" destId="{EAB87415-1119-4517-8865-04308247FE2B}" srcOrd="0" destOrd="0" presId="urn:microsoft.com/office/officeart/2008/layout/LinedList"/>
    <dgm:cxn modelId="{96F08D4C-E86B-4240-9D85-A41314510323}" type="presOf" srcId="{6CCBB1A8-C620-4843-A855-65AF0FD3EBA3}" destId="{B2BAF63B-4253-4F30-AA8B-4219367FEFF3}" srcOrd="0" destOrd="0" presId="urn:microsoft.com/office/officeart/2008/layout/LinedList"/>
    <dgm:cxn modelId="{E5A9B875-9E03-4D4B-83D8-6ACDB79C4311}" srcId="{6CCBB1A8-C620-4843-A855-65AF0FD3EBA3}" destId="{BD6266F3-64BF-4C42-8294-75F2A6A47BCF}" srcOrd="5" destOrd="0" parTransId="{FA673638-97C6-4EF4-82BB-2915BC099BCA}" sibTransId="{F6211160-355E-4685-979B-304363AA7A5C}"/>
    <dgm:cxn modelId="{48BEA476-E283-44E1-B16C-EB48359E8107}" type="presOf" srcId="{BD6FCE86-8CC1-4B84-AB49-2A2D1B0DD6FA}" destId="{0362A650-CD91-4235-89B2-F98CD769A7FA}" srcOrd="0" destOrd="0" presId="urn:microsoft.com/office/officeart/2008/layout/LinedList"/>
    <dgm:cxn modelId="{21BF7C7E-5164-4E1B-940B-C6414FA37F2D}" srcId="{6CCBB1A8-C620-4843-A855-65AF0FD3EBA3}" destId="{4F00EC3E-8124-403C-A4E4-91ABC0E2E0DD}" srcOrd="6" destOrd="0" parTransId="{B8411006-0F8D-4802-BA5A-5A7CE5ACBDCE}" sibTransId="{6D599837-5BDC-4688-B4F8-2B91CDDA41D3}"/>
    <dgm:cxn modelId="{F07FEE80-53B0-4F28-B792-FB15F4C740BA}" type="presOf" srcId="{1EDD4356-5ACA-4EC2-91F9-B60AE93A70A5}" destId="{725F56B4-FC09-4C0F-B52B-483F0FEDE0ED}" srcOrd="0" destOrd="0" presId="urn:microsoft.com/office/officeart/2008/layout/LinedList"/>
    <dgm:cxn modelId="{F3CE398F-4621-4307-B6CD-E2265EF20C53}" srcId="{6CCBB1A8-C620-4843-A855-65AF0FD3EBA3}" destId="{BD6FCE86-8CC1-4B84-AB49-2A2D1B0DD6FA}" srcOrd="1" destOrd="0" parTransId="{47A903D1-7D2F-4623-983B-61D4F98BB90B}" sibTransId="{CEBF265E-A5F7-43F5-9423-C2FB34676EFF}"/>
    <dgm:cxn modelId="{F6954B96-AA26-48A9-814F-CDA330C51287}" srcId="{6CCBB1A8-C620-4843-A855-65AF0FD3EBA3}" destId="{772337D9-F3D4-490D-B5B3-565A7523741F}" srcOrd="7" destOrd="0" parTransId="{77C283D8-9644-4701-9B84-B224093E4C5E}" sibTransId="{E500C57D-833D-4264-A61C-C59DA7887434}"/>
    <dgm:cxn modelId="{7241FE9F-C59C-43D0-863F-2DCFBEAA0731}" srcId="{6CCBB1A8-C620-4843-A855-65AF0FD3EBA3}" destId="{D31757B0-E413-4EAF-8948-2DBFE46E3A38}" srcOrd="4" destOrd="0" parTransId="{1A533C18-F3B8-4E32-A42B-DAC62F3E1D30}" sibTransId="{44A769B0-4B3D-4B85-A3C0-D7BFD23D7704}"/>
    <dgm:cxn modelId="{98049CD4-F784-4983-A9C7-24A83AEEFD65}" type="presOf" srcId="{A45E59C6-6248-4CD8-9514-5018B821035C}" destId="{FB2EEBCB-A8BB-4773-9F36-12FF5639072F}" srcOrd="0" destOrd="0" presId="urn:microsoft.com/office/officeart/2008/layout/LinedList"/>
    <dgm:cxn modelId="{583CE1D4-D56A-432B-AAFB-4534B5651E75}" srcId="{6CCBB1A8-C620-4843-A855-65AF0FD3EBA3}" destId="{A45E59C6-6248-4CD8-9514-5018B821035C}" srcOrd="0" destOrd="0" parTransId="{28F85EE5-FE5C-4124-989E-A5A13026100B}" sibTransId="{B2958EED-BB9B-43BD-9057-0F7431C778F7}"/>
    <dgm:cxn modelId="{CA6B25D7-7491-4B48-B4C5-277BA41214FC}" srcId="{6CCBB1A8-C620-4843-A855-65AF0FD3EBA3}" destId="{BB1A0EF1-6C31-43B6-B08C-955C91BB328A}" srcOrd="3" destOrd="0" parTransId="{9DF70956-644B-4CC1-8CE2-8FC568E88D0A}" sibTransId="{A7190411-EE23-4BCA-A547-7BB7F03A1C24}"/>
    <dgm:cxn modelId="{A54DB0F9-323E-4063-89DA-48B39F69DCD4}" srcId="{6CCBB1A8-C620-4843-A855-65AF0FD3EBA3}" destId="{1EDD4356-5ACA-4EC2-91F9-B60AE93A70A5}" srcOrd="2" destOrd="0" parTransId="{C134A0DB-CE67-4838-B3B2-FE22F0F03E2E}" sibTransId="{74558A93-7C7C-44C9-9EDF-847D79F01005}"/>
    <dgm:cxn modelId="{917A2666-A8E5-4CA2-BA0B-C780DDF55BFC}" type="presParOf" srcId="{B2BAF63B-4253-4F30-AA8B-4219367FEFF3}" destId="{62C2322C-C2F7-4DB1-9CE5-9401FB5363B7}" srcOrd="0" destOrd="0" presId="urn:microsoft.com/office/officeart/2008/layout/LinedList"/>
    <dgm:cxn modelId="{D7C79C01-58B1-4998-BEA4-5CAE29B544B6}" type="presParOf" srcId="{B2BAF63B-4253-4F30-AA8B-4219367FEFF3}" destId="{890635DF-5358-46D2-8173-4C571C6FA7E0}" srcOrd="1" destOrd="0" presId="urn:microsoft.com/office/officeart/2008/layout/LinedList"/>
    <dgm:cxn modelId="{66946103-0AAE-44D7-B7F3-555DBB33685E}" type="presParOf" srcId="{890635DF-5358-46D2-8173-4C571C6FA7E0}" destId="{FB2EEBCB-A8BB-4773-9F36-12FF5639072F}" srcOrd="0" destOrd="0" presId="urn:microsoft.com/office/officeart/2008/layout/LinedList"/>
    <dgm:cxn modelId="{E90AAD45-7160-4A9C-954B-52B366E10A92}" type="presParOf" srcId="{890635DF-5358-46D2-8173-4C571C6FA7E0}" destId="{1A3F8480-B2B1-4D5A-9427-D395BDE1BAF5}" srcOrd="1" destOrd="0" presId="urn:microsoft.com/office/officeart/2008/layout/LinedList"/>
    <dgm:cxn modelId="{305C8BB4-FA49-4B94-A276-E1643192EC13}" type="presParOf" srcId="{B2BAF63B-4253-4F30-AA8B-4219367FEFF3}" destId="{C4156F3C-CEBE-4696-B137-80556259652F}" srcOrd="2" destOrd="0" presId="urn:microsoft.com/office/officeart/2008/layout/LinedList"/>
    <dgm:cxn modelId="{1DE7BDC7-91F6-45A9-9512-9B7FA5DEFEDB}" type="presParOf" srcId="{B2BAF63B-4253-4F30-AA8B-4219367FEFF3}" destId="{2D947719-ED66-4421-A5D2-3C32607A8040}" srcOrd="3" destOrd="0" presId="urn:microsoft.com/office/officeart/2008/layout/LinedList"/>
    <dgm:cxn modelId="{36A6EC70-DB00-4F89-90D6-0B8DB4BE7420}" type="presParOf" srcId="{2D947719-ED66-4421-A5D2-3C32607A8040}" destId="{0362A650-CD91-4235-89B2-F98CD769A7FA}" srcOrd="0" destOrd="0" presId="urn:microsoft.com/office/officeart/2008/layout/LinedList"/>
    <dgm:cxn modelId="{8F756132-1D1E-4B97-B110-3E7452ACB715}" type="presParOf" srcId="{2D947719-ED66-4421-A5D2-3C32607A8040}" destId="{B78A87EC-D7E7-4F24-A58A-78E102F6852F}" srcOrd="1" destOrd="0" presId="urn:microsoft.com/office/officeart/2008/layout/LinedList"/>
    <dgm:cxn modelId="{2E9DFDC8-7F97-4224-B5FD-6707C52B7C20}" type="presParOf" srcId="{B2BAF63B-4253-4F30-AA8B-4219367FEFF3}" destId="{A2C97ECD-99A9-416A-B220-9EF2441C669A}" srcOrd="4" destOrd="0" presId="urn:microsoft.com/office/officeart/2008/layout/LinedList"/>
    <dgm:cxn modelId="{0ECEAB0B-4F85-4CDE-9D8F-D980F91F4920}" type="presParOf" srcId="{B2BAF63B-4253-4F30-AA8B-4219367FEFF3}" destId="{3444FF17-618C-4BDF-875B-636DE70A36BA}" srcOrd="5" destOrd="0" presId="urn:microsoft.com/office/officeart/2008/layout/LinedList"/>
    <dgm:cxn modelId="{30B23AD9-3F9D-4F54-B829-D562981463B6}" type="presParOf" srcId="{3444FF17-618C-4BDF-875B-636DE70A36BA}" destId="{725F56B4-FC09-4C0F-B52B-483F0FEDE0ED}" srcOrd="0" destOrd="0" presId="urn:microsoft.com/office/officeart/2008/layout/LinedList"/>
    <dgm:cxn modelId="{46AC5671-0780-421F-A1ED-4F965FF0AE3F}" type="presParOf" srcId="{3444FF17-618C-4BDF-875B-636DE70A36BA}" destId="{0E6FF5B0-C5FD-4554-ACD6-55E7C322DB35}" srcOrd="1" destOrd="0" presId="urn:microsoft.com/office/officeart/2008/layout/LinedList"/>
    <dgm:cxn modelId="{85FF4E9D-D22E-4EC9-91FF-27DBC34C44A6}" type="presParOf" srcId="{B2BAF63B-4253-4F30-AA8B-4219367FEFF3}" destId="{7707AE79-8AA5-47D8-99C1-1DA0D002B453}" srcOrd="6" destOrd="0" presId="urn:microsoft.com/office/officeart/2008/layout/LinedList"/>
    <dgm:cxn modelId="{D3470A9A-403A-4929-8136-DD31404151B7}" type="presParOf" srcId="{B2BAF63B-4253-4F30-AA8B-4219367FEFF3}" destId="{0C541E08-DA4A-41F2-B11D-9AD1ED3E516E}" srcOrd="7" destOrd="0" presId="urn:microsoft.com/office/officeart/2008/layout/LinedList"/>
    <dgm:cxn modelId="{5E26A79D-6AA1-41D5-AB21-651C87F8E43E}" type="presParOf" srcId="{0C541E08-DA4A-41F2-B11D-9AD1ED3E516E}" destId="{33FB09CB-C850-447D-9A56-07CE2E6640BA}" srcOrd="0" destOrd="0" presId="urn:microsoft.com/office/officeart/2008/layout/LinedList"/>
    <dgm:cxn modelId="{E0341807-634F-488A-88E0-17CA135B4CD4}" type="presParOf" srcId="{0C541E08-DA4A-41F2-B11D-9AD1ED3E516E}" destId="{81B8C399-A764-44C4-9607-DFECEE2882C2}" srcOrd="1" destOrd="0" presId="urn:microsoft.com/office/officeart/2008/layout/LinedList"/>
    <dgm:cxn modelId="{5BFCDFC2-11E7-4766-93E8-B10834918203}" type="presParOf" srcId="{B2BAF63B-4253-4F30-AA8B-4219367FEFF3}" destId="{0D1F7B4C-7B72-4A60-AE75-DF7B05546C99}" srcOrd="8" destOrd="0" presId="urn:microsoft.com/office/officeart/2008/layout/LinedList"/>
    <dgm:cxn modelId="{12484A16-C41A-42D8-9728-D5C97E90D551}" type="presParOf" srcId="{B2BAF63B-4253-4F30-AA8B-4219367FEFF3}" destId="{892EA73D-D253-43B2-960F-B8F79CC1B9E3}" srcOrd="9" destOrd="0" presId="urn:microsoft.com/office/officeart/2008/layout/LinedList"/>
    <dgm:cxn modelId="{C2690F03-639A-44CE-98D4-10F08F37C364}" type="presParOf" srcId="{892EA73D-D253-43B2-960F-B8F79CC1B9E3}" destId="{EAB87415-1119-4517-8865-04308247FE2B}" srcOrd="0" destOrd="0" presId="urn:microsoft.com/office/officeart/2008/layout/LinedList"/>
    <dgm:cxn modelId="{AD8BC35A-3472-4B82-BE9C-8EBAC0D2737D}" type="presParOf" srcId="{892EA73D-D253-43B2-960F-B8F79CC1B9E3}" destId="{431F8921-B029-49F2-B5B2-97169229987E}" srcOrd="1" destOrd="0" presId="urn:microsoft.com/office/officeart/2008/layout/LinedList"/>
    <dgm:cxn modelId="{4A5A1511-8273-4AEC-9EA8-231EFF6334CB}" type="presParOf" srcId="{B2BAF63B-4253-4F30-AA8B-4219367FEFF3}" destId="{9D0EB8C1-2B9A-4F22-9FBF-EE2F03E37EDF}" srcOrd="10" destOrd="0" presId="urn:microsoft.com/office/officeart/2008/layout/LinedList"/>
    <dgm:cxn modelId="{15A5D3C5-F459-44B2-8E81-4E4513E971F0}" type="presParOf" srcId="{B2BAF63B-4253-4F30-AA8B-4219367FEFF3}" destId="{A687EF40-5529-4DE7-BC83-C04D87BF7A3E}" srcOrd="11" destOrd="0" presId="urn:microsoft.com/office/officeart/2008/layout/LinedList"/>
    <dgm:cxn modelId="{CED1B9BE-C936-4637-9BD3-C98326AC05C4}" type="presParOf" srcId="{A687EF40-5529-4DE7-BC83-C04D87BF7A3E}" destId="{27F1DD4F-4A1E-434A-B1F8-A95795ABDDAE}" srcOrd="0" destOrd="0" presId="urn:microsoft.com/office/officeart/2008/layout/LinedList"/>
    <dgm:cxn modelId="{054B00DF-21A0-428C-8FB9-CFFEDAC8DC8F}" type="presParOf" srcId="{A687EF40-5529-4DE7-BC83-C04D87BF7A3E}" destId="{8A68FB23-6144-40E1-A76B-61FCA5F6B4C4}" srcOrd="1" destOrd="0" presId="urn:microsoft.com/office/officeart/2008/layout/LinedList"/>
    <dgm:cxn modelId="{46C4FDE7-A7B4-4447-B341-8BD61C137AA9}" type="presParOf" srcId="{B2BAF63B-4253-4F30-AA8B-4219367FEFF3}" destId="{72CD79F2-1268-4C58-B04B-D5837A1EFE01}" srcOrd="12" destOrd="0" presId="urn:microsoft.com/office/officeart/2008/layout/LinedList"/>
    <dgm:cxn modelId="{79B2A207-74FA-4686-A478-BFCCA2D5C8FF}" type="presParOf" srcId="{B2BAF63B-4253-4F30-AA8B-4219367FEFF3}" destId="{64103204-6545-46C6-AC64-9906425C752B}" srcOrd="13" destOrd="0" presId="urn:microsoft.com/office/officeart/2008/layout/LinedList"/>
    <dgm:cxn modelId="{7DAC2651-C971-43DA-901A-1CA5B3454DE7}" type="presParOf" srcId="{64103204-6545-46C6-AC64-9906425C752B}" destId="{B547400B-1F5B-46B8-8945-DD5ADCA4AB05}" srcOrd="0" destOrd="0" presId="urn:microsoft.com/office/officeart/2008/layout/LinedList"/>
    <dgm:cxn modelId="{EFA4AB23-B7F0-4909-9E1A-365F6C8BD4EF}" type="presParOf" srcId="{64103204-6545-46C6-AC64-9906425C752B}" destId="{31F695D2-CF09-4F4A-9A1F-09C9F20CF0AC}" srcOrd="1" destOrd="0" presId="urn:microsoft.com/office/officeart/2008/layout/LinedList"/>
    <dgm:cxn modelId="{C50BD1C0-8E49-4963-94A9-4C3EF827F36C}" type="presParOf" srcId="{B2BAF63B-4253-4F30-AA8B-4219367FEFF3}" destId="{CDF96F61-5D81-4FEE-879C-7FCD0601F4AF}" srcOrd="14" destOrd="0" presId="urn:microsoft.com/office/officeart/2008/layout/LinedList"/>
    <dgm:cxn modelId="{49FD3EFA-1AD8-4EB9-B5B7-F7F2AA090E8A}" type="presParOf" srcId="{B2BAF63B-4253-4F30-AA8B-4219367FEFF3}" destId="{AAB012F2-24C1-4E01-9BB5-E1396A3B052F}" srcOrd="15" destOrd="0" presId="urn:microsoft.com/office/officeart/2008/layout/LinedList"/>
    <dgm:cxn modelId="{47D22E7C-989A-4723-8F13-18B224154D20}" type="presParOf" srcId="{AAB012F2-24C1-4E01-9BB5-E1396A3B052F}" destId="{3592AB12-95E8-42E0-B37D-D8492A015806}" srcOrd="0" destOrd="0" presId="urn:microsoft.com/office/officeart/2008/layout/LinedList"/>
    <dgm:cxn modelId="{39BC60EB-85D3-4FC1-8D1C-796E11069689}" type="presParOf" srcId="{AAB012F2-24C1-4E01-9BB5-E1396A3B052F}" destId="{8505F43C-FDD2-4539-9AA9-13D98453FD1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67AE64F-CEC1-4985-9DA0-BF3D1634EEE1}" type="doc">
      <dgm:prSet loTypeId="urn:microsoft.com/office/officeart/2005/8/layout/vList5" loCatId="list" qsTypeId="urn:microsoft.com/office/officeart/2005/8/quickstyle/simple4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B0511300-01B0-48AF-99BB-D4DCFFF3BB7F}">
      <dgm:prSet/>
      <dgm:spPr/>
      <dgm:t>
        <a:bodyPr/>
        <a:lstStyle/>
        <a:p>
          <a:r>
            <a:rPr lang="hu-HU" b="0" i="0" baseline="0"/>
            <a:t>1 felhasználó → több makett</a:t>
          </a:r>
          <a:endParaRPr lang="en-US"/>
        </a:p>
      </dgm:t>
    </dgm:pt>
    <dgm:pt modelId="{FE7DEC1F-916F-4C61-B43E-A150AA7649BD}" type="parTrans" cxnId="{199F7C80-DF04-46FB-B328-1CFE2FCB5A5D}">
      <dgm:prSet/>
      <dgm:spPr/>
      <dgm:t>
        <a:bodyPr/>
        <a:lstStyle/>
        <a:p>
          <a:endParaRPr lang="en-US"/>
        </a:p>
      </dgm:t>
    </dgm:pt>
    <dgm:pt modelId="{8912ECD0-80B6-4EBB-8BA4-7BB00B9A230D}" type="sibTrans" cxnId="{199F7C80-DF04-46FB-B328-1CFE2FCB5A5D}">
      <dgm:prSet/>
      <dgm:spPr/>
      <dgm:t>
        <a:bodyPr/>
        <a:lstStyle/>
        <a:p>
          <a:endParaRPr lang="en-US"/>
        </a:p>
      </dgm:t>
    </dgm:pt>
    <dgm:pt modelId="{8A47E812-287D-4D67-876E-2361E9C221EC}">
      <dgm:prSet/>
      <dgm:spPr/>
      <dgm:t>
        <a:bodyPr/>
        <a:lstStyle/>
        <a:p>
          <a:r>
            <a:rPr lang="hu-HU" b="0" i="0" baseline="0"/>
            <a:t>1 makett → több vélemény</a:t>
          </a:r>
          <a:endParaRPr lang="en-US"/>
        </a:p>
      </dgm:t>
    </dgm:pt>
    <dgm:pt modelId="{2FC39C1E-76C9-441C-B44F-BDFA5476325B}" type="parTrans" cxnId="{37747778-20EA-4D5F-B152-0149A7A2762D}">
      <dgm:prSet/>
      <dgm:spPr/>
      <dgm:t>
        <a:bodyPr/>
        <a:lstStyle/>
        <a:p>
          <a:endParaRPr lang="en-US"/>
        </a:p>
      </dgm:t>
    </dgm:pt>
    <dgm:pt modelId="{0CBD6481-8C6F-48A8-B391-E814D6EC1AC8}" type="sibTrans" cxnId="{37747778-20EA-4D5F-B152-0149A7A2762D}">
      <dgm:prSet/>
      <dgm:spPr/>
      <dgm:t>
        <a:bodyPr/>
        <a:lstStyle/>
        <a:p>
          <a:endParaRPr lang="en-US"/>
        </a:p>
      </dgm:t>
    </dgm:pt>
    <dgm:pt modelId="{5E6A59BD-59E3-486E-AC63-781F426D04F5}">
      <dgm:prSet/>
      <dgm:spPr/>
      <dgm:t>
        <a:bodyPr/>
        <a:lstStyle/>
        <a:p>
          <a:r>
            <a:rPr lang="hu-HU" b="0" i="0" baseline="0"/>
            <a:t>1 felhasználó ↔ több kedvenc makett</a:t>
          </a:r>
          <a:endParaRPr lang="en-US"/>
        </a:p>
      </dgm:t>
    </dgm:pt>
    <dgm:pt modelId="{0A5E7462-F2DE-4740-AAEB-8E99B71D4C0D}" type="parTrans" cxnId="{75ED6B54-33E8-4B1D-B336-FAF360FB569D}">
      <dgm:prSet/>
      <dgm:spPr/>
      <dgm:t>
        <a:bodyPr/>
        <a:lstStyle/>
        <a:p>
          <a:endParaRPr lang="en-US"/>
        </a:p>
      </dgm:t>
    </dgm:pt>
    <dgm:pt modelId="{974A0649-11FC-4E35-B6F6-C44AB17DACCC}" type="sibTrans" cxnId="{75ED6B54-33E8-4B1D-B336-FAF360FB569D}">
      <dgm:prSet/>
      <dgm:spPr/>
      <dgm:t>
        <a:bodyPr/>
        <a:lstStyle/>
        <a:p>
          <a:endParaRPr lang="en-US"/>
        </a:p>
      </dgm:t>
    </dgm:pt>
    <dgm:pt modelId="{6467133F-3EB5-4FB0-89DE-FD79F361ACFA}">
      <dgm:prSet/>
      <dgm:spPr/>
      <dgm:t>
        <a:bodyPr/>
        <a:lstStyle/>
        <a:p>
          <a:r>
            <a:rPr lang="hu-HU" b="0" i="0" baseline="0"/>
            <a:t>1 téma → több fórumüzenet</a:t>
          </a:r>
          <a:endParaRPr lang="en-US"/>
        </a:p>
      </dgm:t>
    </dgm:pt>
    <dgm:pt modelId="{10E98970-A177-42CC-B562-8F5BA9DE9805}" type="parTrans" cxnId="{6A5685FA-6D4B-4F06-A8F7-65874CBE9894}">
      <dgm:prSet/>
      <dgm:spPr/>
      <dgm:t>
        <a:bodyPr/>
        <a:lstStyle/>
        <a:p>
          <a:endParaRPr lang="en-US"/>
        </a:p>
      </dgm:t>
    </dgm:pt>
    <dgm:pt modelId="{D99DE05B-95A4-4EAA-8A09-A901CC13DD12}" type="sibTrans" cxnId="{6A5685FA-6D4B-4F06-A8F7-65874CBE9894}">
      <dgm:prSet/>
      <dgm:spPr/>
      <dgm:t>
        <a:bodyPr/>
        <a:lstStyle/>
        <a:p>
          <a:endParaRPr lang="en-US"/>
        </a:p>
      </dgm:t>
    </dgm:pt>
    <dgm:pt modelId="{B3E431A0-CCEE-40D9-948A-16AA90D7412E}">
      <dgm:prSet/>
      <dgm:spPr/>
      <dgm:t>
        <a:bodyPr/>
        <a:lstStyle/>
        <a:p>
          <a:r>
            <a:rPr lang="hu-HU" b="0" i="0" baseline="0"/>
            <a:t>1 napló → több blokk</a:t>
          </a:r>
          <a:endParaRPr lang="en-US"/>
        </a:p>
      </dgm:t>
    </dgm:pt>
    <dgm:pt modelId="{E2C0A044-F0C1-477E-BEB9-B54ED3BE51C1}" type="parTrans" cxnId="{5865D781-9822-4637-977F-67B67B4C793E}">
      <dgm:prSet/>
      <dgm:spPr/>
      <dgm:t>
        <a:bodyPr/>
        <a:lstStyle/>
        <a:p>
          <a:endParaRPr lang="en-US"/>
        </a:p>
      </dgm:t>
    </dgm:pt>
    <dgm:pt modelId="{51F2B45E-4576-4B3E-B2EB-EE35784DF6BF}" type="sibTrans" cxnId="{5865D781-9822-4637-977F-67B67B4C793E}">
      <dgm:prSet/>
      <dgm:spPr/>
      <dgm:t>
        <a:bodyPr/>
        <a:lstStyle/>
        <a:p>
          <a:endParaRPr lang="en-US"/>
        </a:p>
      </dgm:t>
    </dgm:pt>
    <dgm:pt modelId="{1F73A5F3-757D-45D9-BB41-DA54292775F1}">
      <dgm:prSet/>
      <dgm:spPr/>
      <dgm:t>
        <a:bodyPr/>
        <a:lstStyle/>
        <a:p>
          <a:r>
            <a:rPr lang="hu-HU" b="0" i="0" baseline="0"/>
            <a:t>Makett állapot: várakozik / jóváhagyva / elutasítva</a:t>
          </a:r>
          <a:endParaRPr lang="en-US"/>
        </a:p>
      </dgm:t>
    </dgm:pt>
    <dgm:pt modelId="{5F923DBF-285B-449B-86D6-7DAB39F43CFB}" type="parTrans" cxnId="{948AB08C-1952-4530-98EA-AE4788FF8793}">
      <dgm:prSet/>
      <dgm:spPr/>
      <dgm:t>
        <a:bodyPr/>
        <a:lstStyle/>
        <a:p>
          <a:endParaRPr lang="en-US"/>
        </a:p>
      </dgm:t>
    </dgm:pt>
    <dgm:pt modelId="{EC850634-99A1-47B2-845C-44710E7C03D6}" type="sibTrans" cxnId="{948AB08C-1952-4530-98EA-AE4788FF8793}">
      <dgm:prSet/>
      <dgm:spPr/>
      <dgm:t>
        <a:bodyPr/>
        <a:lstStyle/>
        <a:p>
          <a:endParaRPr lang="en-US"/>
        </a:p>
      </dgm:t>
    </dgm:pt>
    <dgm:pt modelId="{5ACB8EBA-9567-49B5-BD86-5563D2C54BFC}" type="pres">
      <dgm:prSet presAssocID="{867AE64F-CEC1-4985-9DA0-BF3D1634EEE1}" presName="Name0" presStyleCnt="0">
        <dgm:presLayoutVars>
          <dgm:dir/>
          <dgm:animLvl val="lvl"/>
          <dgm:resizeHandles val="exact"/>
        </dgm:presLayoutVars>
      </dgm:prSet>
      <dgm:spPr/>
    </dgm:pt>
    <dgm:pt modelId="{15718A2E-EC4C-480B-AFF8-69A62459959D}" type="pres">
      <dgm:prSet presAssocID="{B0511300-01B0-48AF-99BB-D4DCFFF3BB7F}" presName="linNode" presStyleCnt="0"/>
      <dgm:spPr/>
    </dgm:pt>
    <dgm:pt modelId="{8B12EE78-730F-489D-8A03-B26E2A126CA1}" type="pres">
      <dgm:prSet presAssocID="{B0511300-01B0-48AF-99BB-D4DCFFF3BB7F}" presName="parentText" presStyleLbl="node1" presStyleIdx="0" presStyleCnt="6">
        <dgm:presLayoutVars>
          <dgm:chMax val="1"/>
          <dgm:bulletEnabled val="1"/>
        </dgm:presLayoutVars>
      </dgm:prSet>
      <dgm:spPr/>
    </dgm:pt>
    <dgm:pt modelId="{95CAF812-3BD2-4DBF-A453-88359467CA25}" type="pres">
      <dgm:prSet presAssocID="{8912ECD0-80B6-4EBB-8BA4-7BB00B9A230D}" presName="sp" presStyleCnt="0"/>
      <dgm:spPr/>
    </dgm:pt>
    <dgm:pt modelId="{18FC258F-19C7-4B53-8B7E-D449F1171B0D}" type="pres">
      <dgm:prSet presAssocID="{8A47E812-287D-4D67-876E-2361E9C221EC}" presName="linNode" presStyleCnt="0"/>
      <dgm:spPr/>
    </dgm:pt>
    <dgm:pt modelId="{1C6003A6-E8A1-4B89-BB89-9CD399C97345}" type="pres">
      <dgm:prSet presAssocID="{8A47E812-287D-4D67-876E-2361E9C221EC}" presName="parentText" presStyleLbl="node1" presStyleIdx="1" presStyleCnt="6">
        <dgm:presLayoutVars>
          <dgm:chMax val="1"/>
          <dgm:bulletEnabled val="1"/>
        </dgm:presLayoutVars>
      </dgm:prSet>
      <dgm:spPr/>
    </dgm:pt>
    <dgm:pt modelId="{C99A0C6A-16ED-4A8F-BB38-A8B220A2167A}" type="pres">
      <dgm:prSet presAssocID="{0CBD6481-8C6F-48A8-B391-E814D6EC1AC8}" presName="sp" presStyleCnt="0"/>
      <dgm:spPr/>
    </dgm:pt>
    <dgm:pt modelId="{0EBB7CEC-553E-4F05-8128-C2B8CB06A98E}" type="pres">
      <dgm:prSet presAssocID="{5E6A59BD-59E3-486E-AC63-781F426D04F5}" presName="linNode" presStyleCnt="0"/>
      <dgm:spPr/>
    </dgm:pt>
    <dgm:pt modelId="{3DE41EF6-B3B4-48E2-9B04-11919BB8BDE8}" type="pres">
      <dgm:prSet presAssocID="{5E6A59BD-59E3-486E-AC63-781F426D04F5}" presName="parentText" presStyleLbl="node1" presStyleIdx="2" presStyleCnt="6">
        <dgm:presLayoutVars>
          <dgm:chMax val="1"/>
          <dgm:bulletEnabled val="1"/>
        </dgm:presLayoutVars>
      </dgm:prSet>
      <dgm:spPr/>
    </dgm:pt>
    <dgm:pt modelId="{1CBE3946-FCF9-46E6-B0FE-2BB95E372BC0}" type="pres">
      <dgm:prSet presAssocID="{974A0649-11FC-4E35-B6F6-C44AB17DACCC}" presName="sp" presStyleCnt="0"/>
      <dgm:spPr/>
    </dgm:pt>
    <dgm:pt modelId="{87634B8F-E914-4175-A85D-1605755EDB31}" type="pres">
      <dgm:prSet presAssocID="{6467133F-3EB5-4FB0-89DE-FD79F361ACFA}" presName="linNode" presStyleCnt="0"/>
      <dgm:spPr/>
    </dgm:pt>
    <dgm:pt modelId="{F093BCB3-856E-4DAA-B848-71C6DF2A2B83}" type="pres">
      <dgm:prSet presAssocID="{6467133F-3EB5-4FB0-89DE-FD79F361ACFA}" presName="parentText" presStyleLbl="node1" presStyleIdx="3" presStyleCnt="6">
        <dgm:presLayoutVars>
          <dgm:chMax val="1"/>
          <dgm:bulletEnabled val="1"/>
        </dgm:presLayoutVars>
      </dgm:prSet>
      <dgm:spPr/>
    </dgm:pt>
    <dgm:pt modelId="{2CA39953-F8C4-4329-BD6E-39594AEF8536}" type="pres">
      <dgm:prSet presAssocID="{D99DE05B-95A4-4EAA-8A09-A901CC13DD12}" presName="sp" presStyleCnt="0"/>
      <dgm:spPr/>
    </dgm:pt>
    <dgm:pt modelId="{A1ECF08D-BF21-4339-B9BF-75628556F612}" type="pres">
      <dgm:prSet presAssocID="{B3E431A0-CCEE-40D9-948A-16AA90D7412E}" presName="linNode" presStyleCnt="0"/>
      <dgm:spPr/>
    </dgm:pt>
    <dgm:pt modelId="{BB85247C-6A1E-4FB5-8379-9D9A66D5F376}" type="pres">
      <dgm:prSet presAssocID="{B3E431A0-CCEE-40D9-948A-16AA90D7412E}" presName="parentText" presStyleLbl="node1" presStyleIdx="4" presStyleCnt="6">
        <dgm:presLayoutVars>
          <dgm:chMax val="1"/>
          <dgm:bulletEnabled val="1"/>
        </dgm:presLayoutVars>
      </dgm:prSet>
      <dgm:spPr/>
    </dgm:pt>
    <dgm:pt modelId="{05C4479F-D399-4940-AAD7-5EDC80DB1054}" type="pres">
      <dgm:prSet presAssocID="{51F2B45E-4576-4B3E-B2EB-EE35784DF6BF}" presName="sp" presStyleCnt="0"/>
      <dgm:spPr/>
    </dgm:pt>
    <dgm:pt modelId="{246CEA0C-C445-4AC6-BDB2-4A28FE2046D4}" type="pres">
      <dgm:prSet presAssocID="{1F73A5F3-757D-45D9-BB41-DA54292775F1}" presName="linNode" presStyleCnt="0"/>
      <dgm:spPr/>
    </dgm:pt>
    <dgm:pt modelId="{96ECD6D1-838B-424A-A66F-97FE0DA88473}" type="pres">
      <dgm:prSet presAssocID="{1F73A5F3-757D-45D9-BB41-DA54292775F1}" presName="parentText" presStyleLbl="node1" presStyleIdx="5" presStyleCnt="6">
        <dgm:presLayoutVars>
          <dgm:chMax val="1"/>
          <dgm:bulletEnabled val="1"/>
        </dgm:presLayoutVars>
      </dgm:prSet>
      <dgm:spPr/>
    </dgm:pt>
  </dgm:ptLst>
  <dgm:cxnLst>
    <dgm:cxn modelId="{05BEA702-E2E5-4F46-8C01-3F85E1B8E0CB}" type="presOf" srcId="{1F73A5F3-757D-45D9-BB41-DA54292775F1}" destId="{96ECD6D1-838B-424A-A66F-97FE0DA88473}" srcOrd="0" destOrd="0" presId="urn:microsoft.com/office/officeart/2005/8/layout/vList5"/>
    <dgm:cxn modelId="{DD055705-FE0D-4715-A6F2-C7EA56A586B6}" type="presOf" srcId="{B3E431A0-CCEE-40D9-948A-16AA90D7412E}" destId="{BB85247C-6A1E-4FB5-8379-9D9A66D5F376}" srcOrd="0" destOrd="0" presId="urn:microsoft.com/office/officeart/2005/8/layout/vList5"/>
    <dgm:cxn modelId="{8EDABD30-16CE-4966-895C-859833CF179C}" type="presOf" srcId="{8A47E812-287D-4D67-876E-2361E9C221EC}" destId="{1C6003A6-E8A1-4B89-BB89-9CD399C97345}" srcOrd="0" destOrd="0" presId="urn:microsoft.com/office/officeart/2005/8/layout/vList5"/>
    <dgm:cxn modelId="{6FE7686F-1319-4BB5-8614-1EDC631AE813}" type="presOf" srcId="{6467133F-3EB5-4FB0-89DE-FD79F361ACFA}" destId="{F093BCB3-856E-4DAA-B848-71C6DF2A2B83}" srcOrd="0" destOrd="0" presId="urn:microsoft.com/office/officeart/2005/8/layout/vList5"/>
    <dgm:cxn modelId="{75ED6B54-33E8-4B1D-B336-FAF360FB569D}" srcId="{867AE64F-CEC1-4985-9DA0-BF3D1634EEE1}" destId="{5E6A59BD-59E3-486E-AC63-781F426D04F5}" srcOrd="2" destOrd="0" parTransId="{0A5E7462-F2DE-4740-AAEB-8E99B71D4C0D}" sibTransId="{974A0649-11FC-4E35-B6F6-C44AB17DACCC}"/>
    <dgm:cxn modelId="{37747778-20EA-4D5F-B152-0149A7A2762D}" srcId="{867AE64F-CEC1-4985-9DA0-BF3D1634EEE1}" destId="{8A47E812-287D-4D67-876E-2361E9C221EC}" srcOrd="1" destOrd="0" parTransId="{2FC39C1E-76C9-441C-B44F-BDFA5476325B}" sibTransId="{0CBD6481-8C6F-48A8-B391-E814D6EC1AC8}"/>
    <dgm:cxn modelId="{199F7C80-DF04-46FB-B328-1CFE2FCB5A5D}" srcId="{867AE64F-CEC1-4985-9DA0-BF3D1634EEE1}" destId="{B0511300-01B0-48AF-99BB-D4DCFFF3BB7F}" srcOrd="0" destOrd="0" parTransId="{FE7DEC1F-916F-4C61-B43E-A150AA7649BD}" sibTransId="{8912ECD0-80B6-4EBB-8BA4-7BB00B9A230D}"/>
    <dgm:cxn modelId="{5865D781-9822-4637-977F-67B67B4C793E}" srcId="{867AE64F-CEC1-4985-9DA0-BF3D1634EEE1}" destId="{B3E431A0-CCEE-40D9-948A-16AA90D7412E}" srcOrd="4" destOrd="0" parTransId="{E2C0A044-F0C1-477E-BEB9-B54ED3BE51C1}" sibTransId="{51F2B45E-4576-4B3E-B2EB-EE35784DF6BF}"/>
    <dgm:cxn modelId="{0720FA87-FF54-4AD5-A200-E709D10F58D1}" type="presOf" srcId="{867AE64F-CEC1-4985-9DA0-BF3D1634EEE1}" destId="{5ACB8EBA-9567-49B5-BD86-5563D2C54BFC}" srcOrd="0" destOrd="0" presId="urn:microsoft.com/office/officeart/2005/8/layout/vList5"/>
    <dgm:cxn modelId="{948AB08C-1952-4530-98EA-AE4788FF8793}" srcId="{867AE64F-CEC1-4985-9DA0-BF3D1634EEE1}" destId="{1F73A5F3-757D-45D9-BB41-DA54292775F1}" srcOrd="5" destOrd="0" parTransId="{5F923DBF-285B-449B-86D6-7DAB39F43CFB}" sibTransId="{EC850634-99A1-47B2-845C-44710E7C03D6}"/>
    <dgm:cxn modelId="{EA8EA7CA-ABBA-4878-9674-A51127A2EBAB}" type="presOf" srcId="{5E6A59BD-59E3-486E-AC63-781F426D04F5}" destId="{3DE41EF6-B3B4-48E2-9B04-11919BB8BDE8}" srcOrd="0" destOrd="0" presId="urn:microsoft.com/office/officeart/2005/8/layout/vList5"/>
    <dgm:cxn modelId="{6A5685FA-6D4B-4F06-A8F7-65874CBE9894}" srcId="{867AE64F-CEC1-4985-9DA0-BF3D1634EEE1}" destId="{6467133F-3EB5-4FB0-89DE-FD79F361ACFA}" srcOrd="3" destOrd="0" parTransId="{10E98970-A177-42CC-B562-8F5BA9DE9805}" sibTransId="{D99DE05B-95A4-4EAA-8A09-A901CC13DD12}"/>
    <dgm:cxn modelId="{FAAFC8FB-3CE2-4363-8B1D-0D0B903226C4}" type="presOf" srcId="{B0511300-01B0-48AF-99BB-D4DCFFF3BB7F}" destId="{8B12EE78-730F-489D-8A03-B26E2A126CA1}" srcOrd="0" destOrd="0" presId="urn:microsoft.com/office/officeart/2005/8/layout/vList5"/>
    <dgm:cxn modelId="{A4B23FE4-1B89-415B-9004-67993A19DE80}" type="presParOf" srcId="{5ACB8EBA-9567-49B5-BD86-5563D2C54BFC}" destId="{15718A2E-EC4C-480B-AFF8-69A62459959D}" srcOrd="0" destOrd="0" presId="urn:microsoft.com/office/officeart/2005/8/layout/vList5"/>
    <dgm:cxn modelId="{BAD78E4C-4252-4718-A355-4A56E7F00881}" type="presParOf" srcId="{15718A2E-EC4C-480B-AFF8-69A62459959D}" destId="{8B12EE78-730F-489D-8A03-B26E2A126CA1}" srcOrd="0" destOrd="0" presId="urn:microsoft.com/office/officeart/2005/8/layout/vList5"/>
    <dgm:cxn modelId="{DF7F972D-F400-427F-8F25-DFC15F288FD3}" type="presParOf" srcId="{5ACB8EBA-9567-49B5-BD86-5563D2C54BFC}" destId="{95CAF812-3BD2-4DBF-A453-88359467CA25}" srcOrd="1" destOrd="0" presId="urn:microsoft.com/office/officeart/2005/8/layout/vList5"/>
    <dgm:cxn modelId="{CF8DB0FB-1CB8-4FCE-9295-420DB9B650E2}" type="presParOf" srcId="{5ACB8EBA-9567-49B5-BD86-5563D2C54BFC}" destId="{18FC258F-19C7-4B53-8B7E-D449F1171B0D}" srcOrd="2" destOrd="0" presId="urn:microsoft.com/office/officeart/2005/8/layout/vList5"/>
    <dgm:cxn modelId="{80013A20-F61E-4D21-9AC7-27BF8A7A4AC3}" type="presParOf" srcId="{18FC258F-19C7-4B53-8B7E-D449F1171B0D}" destId="{1C6003A6-E8A1-4B89-BB89-9CD399C97345}" srcOrd="0" destOrd="0" presId="urn:microsoft.com/office/officeart/2005/8/layout/vList5"/>
    <dgm:cxn modelId="{BACD1C9D-B34A-4BAF-A8B7-651674CCA7A6}" type="presParOf" srcId="{5ACB8EBA-9567-49B5-BD86-5563D2C54BFC}" destId="{C99A0C6A-16ED-4A8F-BB38-A8B220A2167A}" srcOrd="3" destOrd="0" presId="urn:microsoft.com/office/officeart/2005/8/layout/vList5"/>
    <dgm:cxn modelId="{FFD0D029-2001-4445-A45D-E0726D433274}" type="presParOf" srcId="{5ACB8EBA-9567-49B5-BD86-5563D2C54BFC}" destId="{0EBB7CEC-553E-4F05-8128-C2B8CB06A98E}" srcOrd="4" destOrd="0" presId="urn:microsoft.com/office/officeart/2005/8/layout/vList5"/>
    <dgm:cxn modelId="{1160BC6C-CDCD-49ED-BD8E-987798694665}" type="presParOf" srcId="{0EBB7CEC-553E-4F05-8128-C2B8CB06A98E}" destId="{3DE41EF6-B3B4-48E2-9B04-11919BB8BDE8}" srcOrd="0" destOrd="0" presId="urn:microsoft.com/office/officeart/2005/8/layout/vList5"/>
    <dgm:cxn modelId="{12480458-E3AB-403C-B91F-95CF0F8814F3}" type="presParOf" srcId="{5ACB8EBA-9567-49B5-BD86-5563D2C54BFC}" destId="{1CBE3946-FCF9-46E6-B0FE-2BB95E372BC0}" srcOrd="5" destOrd="0" presId="urn:microsoft.com/office/officeart/2005/8/layout/vList5"/>
    <dgm:cxn modelId="{D835E985-8CDD-41D2-B8CC-F8A9DFFBB203}" type="presParOf" srcId="{5ACB8EBA-9567-49B5-BD86-5563D2C54BFC}" destId="{87634B8F-E914-4175-A85D-1605755EDB31}" srcOrd="6" destOrd="0" presId="urn:microsoft.com/office/officeart/2005/8/layout/vList5"/>
    <dgm:cxn modelId="{DB4A06BC-12A9-4E34-B6F7-588940ACF70E}" type="presParOf" srcId="{87634B8F-E914-4175-A85D-1605755EDB31}" destId="{F093BCB3-856E-4DAA-B848-71C6DF2A2B83}" srcOrd="0" destOrd="0" presId="urn:microsoft.com/office/officeart/2005/8/layout/vList5"/>
    <dgm:cxn modelId="{DFD06CAE-D487-43D8-B307-D9AB75661D05}" type="presParOf" srcId="{5ACB8EBA-9567-49B5-BD86-5563D2C54BFC}" destId="{2CA39953-F8C4-4329-BD6E-39594AEF8536}" srcOrd="7" destOrd="0" presId="urn:microsoft.com/office/officeart/2005/8/layout/vList5"/>
    <dgm:cxn modelId="{3149A402-B4A3-4B5A-90FA-25F19758B132}" type="presParOf" srcId="{5ACB8EBA-9567-49B5-BD86-5563D2C54BFC}" destId="{A1ECF08D-BF21-4339-B9BF-75628556F612}" srcOrd="8" destOrd="0" presId="urn:microsoft.com/office/officeart/2005/8/layout/vList5"/>
    <dgm:cxn modelId="{EEF5616D-63EF-4C4C-84F1-86757C78CE2F}" type="presParOf" srcId="{A1ECF08D-BF21-4339-B9BF-75628556F612}" destId="{BB85247C-6A1E-4FB5-8379-9D9A66D5F376}" srcOrd="0" destOrd="0" presId="urn:microsoft.com/office/officeart/2005/8/layout/vList5"/>
    <dgm:cxn modelId="{7FD6639E-F697-4DAF-8051-B395425520C6}" type="presParOf" srcId="{5ACB8EBA-9567-49B5-BD86-5563D2C54BFC}" destId="{05C4479F-D399-4940-AAD7-5EDC80DB1054}" srcOrd="9" destOrd="0" presId="urn:microsoft.com/office/officeart/2005/8/layout/vList5"/>
    <dgm:cxn modelId="{56AC146E-F014-42AA-8207-3D9082154C2F}" type="presParOf" srcId="{5ACB8EBA-9567-49B5-BD86-5563D2C54BFC}" destId="{246CEA0C-C445-4AC6-BDB2-4A28FE2046D4}" srcOrd="10" destOrd="0" presId="urn:microsoft.com/office/officeart/2005/8/layout/vList5"/>
    <dgm:cxn modelId="{DDE0CCF9-076F-4224-81FF-4C0C171B2D0F}" type="presParOf" srcId="{246CEA0C-C445-4AC6-BDB2-4A28FE2046D4}" destId="{96ECD6D1-838B-424A-A66F-97FE0DA88473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EF8D6BE-D2AC-4A36-A94B-4D4F668847B1}" type="doc">
      <dgm:prSet loTypeId="urn:microsoft.com/office/officeart/2008/layout/LinedList" loCatId="list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1BF28D47-11C3-4DFC-B75A-88D8E3E67FCF}">
      <dgm:prSet/>
      <dgm:spPr/>
      <dgm:t>
        <a:bodyPr/>
        <a:lstStyle/>
        <a:p>
          <a:r>
            <a:rPr lang="hu-HU" b="0" i="0" baseline="0"/>
            <a:t>Makettek listázása, szűrése, átlagértékelés</a:t>
          </a:r>
          <a:endParaRPr lang="en-US"/>
        </a:p>
      </dgm:t>
    </dgm:pt>
    <dgm:pt modelId="{1E17564F-1B42-4939-9148-A8074DAAE016}" type="parTrans" cxnId="{84631E66-F950-4C0B-8F44-050498688820}">
      <dgm:prSet/>
      <dgm:spPr/>
      <dgm:t>
        <a:bodyPr/>
        <a:lstStyle/>
        <a:p>
          <a:endParaRPr lang="en-US"/>
        </a:p>
      </dgm:t>
    </dgm:pt>
    <dgm:pt modelId="{CF7CA9FC-AC86-4485-AEE2-9AF7922AA324}" type="sibTrans" cxnId="{84631E66-F950-4C0B-8F44-050498688820}">
      <dgm:prSet/>
      <dgm:spPr/>
      <dgm:t>
        <a:bodyPr/>
        <a:lstStyle/>
        <a:p>
          <a:endParaRPr lang="en-US"/>
        </a:p>
      </dgm:t>
    </dgm:pt>
    <dgm:pt modelId="{889B6E63-8A27-40E5-8D28-CF1200531ABF}">
      <dgm:prSet/>
      <dgm:spPr/>
      <dgm:t>
        <a:bodyPr/>
        <a:lstStyle/>
        <a:p>
          <a:r>
            <a:rPr lang="hu-HU" b="0" i="0" baseline="0"/>
            <a:t>Vélemények CRUD</a:t>
          </a:r>
          <a:endParaRPr lang="en-US"/>
        </a:p>
      </dgm:t>
    </dgm:pt>
    <dgm:pt modelId="{C0BE2C90-CFD5-4E61-84AA-362B7A21F5E0}" type="parTrans" cxnId="{BB65A34F-0764-4808-AD66-E268BF5D9B2A}">
      <dgm:prSet/>
      <dgm:spPr/>
      <dgm:t>
        <a:bodyPr/>
        <a:lstStyle/>
        <a:p>
          <a:endParaRPr lang="en-US"/>
        </a:p>
      </dgm:t>
    </dgm:pt>
    <dgm:pt modelId="{6104B623-DF22-4B44-A35B-34FC17AF4A3F}" type="sibTrans" cxnId="{BB65A34F-0764-4808-AD66-E268BF5D9B2A}">
      <dgm:prSet/>
      <dgm:spPr/>
      <dgm:t>
        <a:bodyPr/>
        <a:lstStyle/>
        <a:p>
          <a:endParaRPr lang="en-US"/>
        </a:p>
      </dgm:t>
    </dgm:pt>
    <dgm:pt modelId="{7FBF0C56-F248-45D7-8538-22D6A0E3FFC9}">
      <dgm:prSet/>
      <dgm:spPr/>
      <dgm:t>
        <a:bodyPr/>
        <a:lstStyle/>
        <a:p>
          <a:r>
            <a:rPr lang="hu-HU" b="0" i="0" baseline="0"/>
            <a:t>Kedvencek kezelése</a:t>
          </a:r>
          <a:endParaRPr lang="en-US"/>
        </a:p>
      </dgm:t>
    </dgm:pt>
    <dgm:pt modelId="{74206E1F-8DAB-4CC1-9C57-7A4B0DA913C3}" type="parTrans" cxnId="{423928D4-8AD8-4158-8571-B3F79894FEB7}">
      <dgm:prSet/>
      <dgm:spPr/>
      <dgm:t>
        <a:bodyPr/>
        <a:lstStyle/>
        <a:p>
          <a:endParaRPr lang="en-US"/>
        </a:p>
      </dgm:t>
    </dgm:pt>
    <dgm:pt modelId="{089F2EAA-AEA1-4E8D-84CC-69B1AD9848A4}" type="sibTrans" cxnId="{423928D4-8AD8-4158-8571-B3F79894FEB7}">
      <dgm:prSet/>
      <dgm:spPr/>
      <dgm:t>
        <a:bodyPr/>
        <a:lstStyle/>
        <a:p>
          <a:endParaRPr lang="en-US"/>
        </a:p>
      </dgm:t>
    </dgm:pt>
    <dgm:pt modelId="{D350325C-8B3B-4A8E-A02D-46A491B7B3CA}">
      <dgm:prSet/>
      <dgm:spPr/>
      <dgm:t>
        <a:bodyPr/>
        <a:lstStyle/>
        <a:p>
          <a:r>
            <a:rPr lang="hu-HU" b="0" i="0" baseline="0"/>
            <a:t>Fórum témák és üzenetek</a:t>
          </a:r>
          <a:endParaRPr lang="en-US"/>
        </a:p>
      </dgm:t>
    </dgm:pt>
    <dgm:pt modelId="{47B421BE-09F7-4BD3-A459-B46E29727FFE}" type="parTrans" cxnId="{A6677A75-E53C-4F7B-82DB-545739097D8A}">
      <dgm:prSet/>
      <dgm:spPr/>
      <dgm:t>
        <a:bodyPr/>
        <a:lstStyle/>
        <a:p>
          <a:endParaRPr lang="en-US"/>
        </a:p>
      </dgm:t>
    </dgm:pt>
    <dgm:pt modelId="{4393F420-EEC5-40F7-A18E-B9F431FAF7C5}" type="sibTrans" cxnId="{A6677A75-E53C-4F7B-82DB-545739097D8A}">
      <dgm:prSet/>
      <dgm:spPr/>
      <dgm:t>
        <a:bodyPr/>
        <a:lstStyle/>
        <a:p>
          <a:endParaRPr lang="en-US"/>
        </a:p>
      </dgm:t>
    </dgm:pt>
    <dgm:pt modelId="{73837229-6E00-46FC-87FB-59ECF31AAAB5}">
      <dgm:prSet/>
      <dgm:spPr/>
      <dgm:t>
        <a:bodyPr/>
        <a:lstStyle/>
        <a:p>
          <a:r>
            <a:rPr lang="hu-HU" b="0" i="0" baseline="0"/>
            <a:t>Profil frissítés és képfeltöltés</a:t>
          </a:r>
          <a:endParaRPr lang="en-US"/>
        </a:p>
      </dgm:t>
    </dgm:pt>
    <dgm:pt modelId="{C62BA9E6-9124-4B19-BA38-6C956889DCA6}" type="parTrans" cxnId="{74A064EE-5464-4DB7-A4C2-F2DC2306DA4E}">
      <dgm:prSet/>
      <dgm:spPr/>
      <dgm:t>
        <a:bodyPr/>
        <a:lstStyle/>
        <a:p>
          <a:endParaRPr lang="en-US"/>
        </a:p>
      </dgm:t>
    </dgm:pt>
    <dgm:pt modelId="{57945546-8F20-4776-B30A-404B8D936301}" type="sibTrans" cxnId="{74A064EE-5464-4DB7-A4C2-F2DC2306DA4E}">
      <dgm:prSet/>
      <dgm:spPr/>
      <dgm:t>
        <a:bodyPr/>
        <a:lstStyle/>
        <a:p>
          <a:endParaRPr lang="en-US"/>
        </a:p>
      </dgm:t>
    </dgm:pt>
    <dgm:pt modelId="{05BFF187-D27D-484F-8964-1C7DE5DE8F84}">
      <dgm:prSet/>
      <dgm:spPr/>
      <dgm:t>
        <a:bodyPr/>
        <a:lstStyle/>
        <a:p>
          <a:r>
            <a:rPr lang="hu-HU" b="0" i="0" baseline="0"/>
            <a:t>Admin jóváhagyás és felhasználókezelés</a:t>
          </a:r>
          <a:endParaRPr lang="en-US"/>
        </a:p>
      </dgm:t>
    </dgm:pt>
    <dgm:pt modelId="{0A01A2FE-6112-4E6C-8F09-C8F03E5A28C0}" type="parTrans" cxnId="{7ABAF315-45C7-4DD6-8270-6AAF9439104E}">
      <dgm:prSet/>
      <dgm:spPr/>
      <dgm:t>
        <a:bodyPr/>
        <a:lstStyle/>
        <a:p>
          <a:endParaRPr lang="en-US"/>
        </a:p>
      </dgm:t>
    </dgm:pt>
    <dgm:pt modelId="{26FDE385-3FF1-4C1E-9C6B-5B7292326E61}" type="sibTrans" cxnId="{7ABAF315-45C7-4DD6-8270-6AAF9439104E}">
      <dgm:prSet/>
      <dgm:spPr/>
      <dgm:t>
        <a:bodyPr/>
        <a:lstStyle/>
        <a:p>
          <a:endParaRPr lang="en-US"/>
        </a:p>
      </dgm:t>
    </dgm:pt>
    <dgm:pt modelId="{E9AC01FA-C14A-47BB-ACF0-F047C534C9B0}" type="pres">
      <dgm:prSet presAssocID="{9EF8D6BE-D2AC-4A36-A94B-4D4F668847B1}" presName="vert0" presStyleCnt="0">
        <dgm:presLayoutVars>
          <dgm:dir/>
          <dgm:animOne val="branch"/>
          <dgm:animLvl val="lvl"/>
        </dgm:presLayoutVars>
      </dgm:prSet>
      <dgm:spPr/>
    </dgm:pt>
    <dgm:pt modelId="{1F2CF05C-6A8D-4EC1-96B6-AD0354E1F059}" type="pres">
      <dgm:prSet presAssocID="{1BF28D47-11C3-4DFC-B75A-88D8E3E67FCF}" presName="thickLine" presStyleLbl="alignNode1" presStyleIdx="0" presStyleCnt="6"/>
      <dgm:spPr/>
    </dgm:pt>
    <dgm:pt modelId="{4C9DCBC8-3AC8-4E72-B0DF-A713BC3F0052}" type="pres">
      <dgm:prSet presAssocID="{1BF28D47-11C3-4DFC-B75A-88D8E3E67FCF}" presName="horz1" presStyleCnt="0"/>
      <dgm:spPr/>
    </dgm:pt>
    <dgm:pt modelId="{EE0AC314-6C03-4F1B-AD41-225908DC57F0}" type="pres">
      <dgm:prSet presAssocID="{1BF28D47-11C3-4DFC-B75A-88D8E3E67FCF}" presName="tx1" presStyleLbl="revTx" presStyleIdx="0" presStyleCnt="6"/>
      <dgm:spPr/>
    </dgm:pt>
    <dgm:pt modelId="{2BCD43A3-2735-4078-B600-E360B51CD608}" type="pres">
      <dgm:prSet presAssocID="{1BF28D47-11C3-4DFC-B75A-88D8E3E67FCF}" presName="vert1" presStyleCnt="0"/>
      <dgm:spPr/>
    </dgm:pt>
    <dgm:pt modelId="{6DE9E33F-F3F2-437B-B7E5-DF90695AC6D8}" type="pres">
      <dgm:prSet presAssocID="{889B6E63-8A27-40E5-8D28-CF1200531ABF}" presName="thickLine" presStyleLbl="alignNode1" presStyleIdx="1" presStyleCnt="6"/>
      <dgm:spPr/>
    </dgm:pt>
    <dgm:pt modelId="{A82B757F-8BED-4BF7-9399-B0E6D8435031}" type="pres">
      <dgm:prSet presAssocID="{889B6E63-8A27-40E5-8D28-CF1200531ABF}" presName="horz1" presStyleCnt="0"/>
      <dgm:spPr/>
    </dgm:pt>
    <dgm:pt modelId="{2AE35576-B49B-4398-BBCA-1DD160469F83}" type="pres">
      <dgm:prSet presAssocID="{889B6E63-8A27-40E5-8D28-CF1200531ABF}" presName="tx1" presStyleLbl="revTx" presStyleIdx="1" presStyleCnt="6"/>
      <dgm:spPr/>
    </dgm:pt>
    <dgm:pt modelId="{AC9BBB56-5E78-4B65-82A1-D2C39C698285}" type="pres">
      <dgm:prSet presAssocID="{889B6E63-8A27-40E5-8D28-CF1200531ABF}" presName="vert1" presStyleCnt="0"/>
      <dgm:spPr/>
    </dgm:pt>
    <dgm:pt modelId="{904A5F32-A414-4951-BBA9-6461E45F0688}" type="pres">
      <dgm:prSet presAssocID="{7FBF0C56-F248-45D7-8538-22D6A0E3FFC9}" presName="thickLine" presStyleLbl="alignNode1" presStyleIdx="2" presStyleCnt="6"/>
      <dgm:spPr/>
    </dgm:pt>
    <dgm:pt modelId="{ADEBD7F9-6588-4D21-BB60-E1B02F1FC5DF}" type="pres">
      <dgm:prSet presAssocID="{7FBF0C56-F248-45D7-8538-22D6A0E3FFC9}" presName="horz1" presStyleCnt="0"/>
      <dgm:spPr/>
    </dgm:pt>
    <dgm:pt modelId="{EECB28EB-E161-4862-BBDC-ED6E2B0D215C}" type="pres">
      <dgm:prSet presAssocID="{7FBF0C56-F248-45D7-8538-22D6A0E3FFC9}" presName="tx1" presStyleLbl="revTx" presStyleIdx="2" presStyleCnt="6"/>
      <dgm:spPr/>
    </dgm:pt>
    <dgm:pt modelId="{CE046BB3-8392-4BDF-98F6-800B2808CC87}" type="pres">
      <dgm:prSet presAssocID="{7FBF0C56-F248-45D7-8538-22D6A0E3FFC9}" presName="vert1" presStyleCnt="0"/>
      <dgm:spPr/>
    </dgm:pt>
    <dgm:pt modelId="{8D24B6E6-1DE9-4250-A090-BCC314CEBF2E}" type="pres">
      <dgm:prSet presAssocID="{D350325C-8B3B-4A8E-A02D-46A491B7B3CA}" presName="thickLine" presStyleLbl="alignNode1" presStyleIdx="3" presStyleCnt="6"/>
      <dgm:spPr/>
    </dgm:pt>
    <dgm:pt modelId="{04D6D856-9CDD-495A-A265-7152D92FE097}" type="pres">
      <dgm:prSet presAssocID="{D350325C-8B3B-4A8E-A02D-46A491B7B3CA}" presName="horz1" presStyleCnt="0"/>
      <dgm:spPr/>
    </dgm:pt>
    <dgm:pt modelId="{AB955762-06AD-4674-9780-BA9F730DE2E3}" type="pres">
      <dgm:prSet presAssocID="{D350325C-8B3B-4A8E-A02D-46A491B7B3CA}" presName="tx1" presStyleLbl="revTx" presStyleIdx="3" presStyleCnt="6"/>
      <dgm:spPr/>
    </dgm:pt>
    <dgm:pt modelId="{D4FCA325-FF7C-4E48-8F90-DA21A9F640DF}" type="pres">
      <dgm:prSet presAssocID="{D350325C-8B3B-4A8E-A02D-46A491B7B3CA}" presName="vert1" presStyleCnt="0"/>
      <dgm:spPr/>
    </dgm:pt>
    <dgm:pt modelId="{80AB0FA2-91E1-455C-9412-F51D6D5F4FC7}" type="pres">
      <dgm:prSet presAssocID="{73837229-6E00-46FC-87FB-59ECF31AAAB5}" presName="thickLine" presStyleLbl="alignNode1" presStyleIdx="4" presStyleCnt="6"/>
      <dgm:spPr/>
    </dgm:pt>
    <dgm:pt modelId="{108A4CC2-760B-4046-9847-58BA833CCB82}" type="pres">
      <dgm:prSet presAssocID="{73837229-6E00-46FC-87FB-59ECF31AAAB5}" presName="horz1" presStyleCnt="0"/>
      <dgm:spPr/>
    </dgm:pt>
    <dgm:pt modelId="{D73E2400-1C92-4EA6-AAF0-83F159301BF9}" type="pres">
      <dgm:prSet presAssocID="{73837229-6E00-46FC-87FB-59ECF31AAAB5}" presName="tx1" presStyleLbl="revTx" presStyleIdx="4" presStyleCnt="6"/>
      <dgm:spPr/>
    </dgm:pt>
    <dgm:pt modelId="{BB1D4C72-0A0B-4072-B9DB-3310BF4BDFA7}" type="pres">
      <dgm:prSet presAssocID="{73837229-6E00-46FC-87FB-59ECF31AAAB5}" presName="vert1" presStyleCnt="0"/>
      <dgm:spPr/>
    </dgm:pt>
    <dgm:pt modelId="{1AACD170-27A5-4F5A-AA01-A3B70DFEE383}" type="pres">
      <dgm:prSet presAssocID="{05BFF187-D27D-484F-8964-1C7DE5DE8F84}" presName="thickLine" presStyleLbl="alignNode1" presStyleIdx="5" presStyleCnt="6"/>
      <dgm:spPr/>
    </dgm:pt>
    <dgm:pt modelId="{A7D32794-EDC2-4FC1-BC30-6CCCD6488B48}" type="pres">
      <dgm:prSet presAssocID="{05BFF187-D27D-484F-8964-1C7DE5DE8F84}" presName="horz1" presStyleCnt="0"/>
      <dgm:spPr/>
    </dgm:pt>
    <dgm:pt modelId="{EE69E382-CC17-4151-A13A-797B37D77F9C}" type="pres">
      <dgm:prSet presAssocID="{05BFF187-D27D-484F-8964-1C7DE5DE8F84}" presName="tx1" presStyleLbl="revTx" presStyleIdx="5" presStyleCnt="6"/>
      <dgm:spPr/>
    </dgm:pt>
    <dgm:pt modelId="{15AC99D2-76EB-4B53-ABB4-2691B6D295EA}" type="pres">
      <dgm:prSet presAssocID="{05BFF187-D27D-484F-8964-1C7DE5DE8F84}" presName="vert1" presStyleCnt="0"/>
      <dgm:spPr/>
    </dgm:pt>
  </dgm:ptLst>
  <dgm:cxnLst>
    <dgm:cxn modelId="{7ABAF315-45C7-4DD6-8270-6AAF9439104E}" srcId="{9EF8D6BE-D2AC-4A36-A94B-4D4F668847B1}" destId="{05BFF187-D27D-484F-8964-1C7DE5DE8F84}" srcOrd="5" destOrd="0" parTransId="{0A01A2FE-6112-4E6C-8F09-C8F03E5A28C0}" sibTransId="{26FDE385-3FF1-4C1E-9C6B-5B7292326E61}"/>
    <dgm:cxn modelId="{6AC2EA23-2AD8-4151-8147-F9CC37D54CC0}" type="presOf" srcId="{05BFF187-D27D-484F-8964-1C7DE5DE8F84}" destId="{EE69E382-CC17-4151-A13A-797B37D77F9C}" srcOrd="0" destOrd="0" presId="urn:microsoft.com/office/officeart/2008/layout/LinedList"/>
    <dgm:cxn modelId="{84631E66-F950-4C0B-8F44-050498688820}" srcId="{9EF8D6BE-D2AC-4A36-A94B-4D4F668847B1}" destId="{1BF28D47-11C3-4DFC-B75A-88D8E3E67FCF}" srcOrd="0" destOrd="0" parTransId="{1E17564F-1B42-4939-9148-A8074DAAE016}" sibTransId="{CF7CA9FC-AC86-4485-AEE2-9AF7922AA324}"/>
    <dgm:cxn modelId="{BB65A34F-0764-4808-AD66-E268BF5D9B2A}" srcId="{9EF8D6BE-D2AC-4A36-A94B-4D4F668847B1}" destId="{889B6E63-8A27-40E5-8D28-CF1200531ABF}" srcOrd="1" destOrd="0" parTransId="{C0BE2C90-CFD5-4E61-84AA-362B7A21F5E0}" sibTransId="{6104B623-DF22-4B44-A35B-34FC17AF4A3F}"/>
    <dgm:cxn modelId="{3641C652-D5F1-4F15-9001-706F48AC4776}" type="presOf" srcId="{1BF28D47-11C3-4DFC-B75A-88D8E3E67FCF}" destId="{EE0AC314-6C03-4F1B-AD41-225908DC57F0}" srcOrd="0" destOrd="0" presId="urn:microsoft.com/office/officeart/2008/layout/LinedList"/>
    <dgm:cxn modelId="{A6677A75-E53C-4F7B-82DB-545739097D8A}" srcId="{9EF8D6BE-D2AC-4A36-A94B-4D4F668847B1}" destId="{D350325C-8B3B-4A8E-A02D-46A491B7B3CA}" srcOrd="3" destOrd="0" parTransId="{47B421BE-09F7-4BD3-A459-B46E29727FFE}" sibTransId="{4393F420-EEC5-40F7-A18E-B9F431FAF7C5}"/>
    <dgm:cxn modelId="{7E91B08A-0AAE-4125-A0D6-6EE44C5B61FB}" type="presOf" srcId="{9EF8D6BE-D2AC-4A36-A94B-4D4F668847B1}" destId="{E9AC01FA-C14A-47BB-ACF0-F047C534C9B0}" srcOrd="0" destOrd="0" presId="urn:microsoft.com/office/officeart/2008/layout/LinedList"/>
    <dgm:cxn modelId="{07E5B58D-1F2E-41B1-AA91-F5BC85659240}" type="presOf" srcId="{D350325C-8B3B-4A8E-A02D-46A491B7B3CA}" destId="{AB955762-06AD-4674-9780-BA9F730DE2E3}" srcOrd="0" destOrd="0" presId="urn:microsoft.com/office/officeart/2008/layout/LinedList"/>
    <dgm:cxn modelId="{F15A37AC-1CEB-496C-B383-D25C70D5C0A5}" type="presOf" srcId="{7FBF0C56-F248-45D7-8538-22D6A0E3FFC9}" destId="{EECB28EB-E161-4862-BBDC-ED6E2B0D215C}" srcOrd="0" destOrd="0" presId="urn:microsoft.com/office/officeart/2008/layout/LinedList"/>
    <dgm:cxn modelId="{75D363B9-635B-4CA1-AC98-1B6C6CB37679}" type="presOf" srcId="{73837229-6E00-46FC-87FB-59ECF31AAAB5}" destId="{D73E2400-1C92-4EA6-AAF0-83F159301BF9}" srcOrd="0" destOrd="0" presId="urn:microsoft.com/office/officeart/2008/layout/LinedList"/>
    <dgm:cxn modelId="{6CEB5AC9-C2BF-4CCD-8B74-9B1EB3F8B28B}" type="presOf" srcId="{889B6E63-8A27-40E5-8D28-CF1200531ABF}" destId="{2AE35576-B49B-4398-BBCA-1DD160469F83}" srcOrd="0" destOrd="0" presId="urn:microsoft.com/office/officeart/2008/layout/LinedList"/>
    <dgm:cxn modelId="{423928D4-8AD8-4158-8571-B3F79894FEB7}" srcId="{9EF8D6BE-D2AC-4A36-A94B-4D4F668847B1}" destId="{7FBF0C56-F248-45D7-8538-22D6A0E3FFC9}" srcOrd="2" destOrd="0" parTransId="{74206E1F-8DAB-4CC1-9C57-7A4B0DA913C3}" sibTransId="{089F2EAA-AEA1-4E8D-84CC-69B1AD9848A4}"/>
    <dgm:cxn modelId="{74A064EE-5464-4DB7-A4C2-F2DC2306DA4E}" srcId="{9EF8D6BE-D2AC-4A36-A94B-4D4F668847B1}" destId="{73837229-6E00-46FC-87FB-59ECF31AAAB5}" srcOrd="4" destOrd="0" parTransId="{C62BA9E6-9124-4B19-BA38-6C956889DCA6}" sibTransId="{57945546-8F20-4776-B30A-404B8D936301}"/>
    <dgm:cxn modelId="{D6967B74-D988-470E-81FD-B39876711723}" type="presParOf" srcId="{E9AC01FA-C14A-47BB-ACF0-F047C534C9B0}" destId="{1F2CF05C-6A8D-4EC1-96B6-AD0354E1F059}" srcOrd="0" destOrd="0" presId="urn:microsoft.com/office/officeart/2008/layout/LinedList"/>
    <dgm:cxn modelId="{F50FA697-9030-4619-BFCB-3B3A5757B457}" type="presParOf" srcId="{E9AC01FA-C14A-47BB-ACF0-F047C534C9B0}" destId="{4C9DCBC8-3AC8-4E72-B0DF-A713BC3F0052}" srcOrd="1" destOrd="0" presId="urn:microsoft.com/office/officeart/2008/layout/LinedList"/>
    <dgm:cxn modelId="{F48AC665-2279-42FB-A0B6-76285D4F8193}" type="presParOf" srcId="{4C9DCBC8-3AC8-4E72-B0DF-A713BC3F0052}" destId="{EE0AC314-6C03-4F1B-AD41-225908DC57F0}" srcOrd="0" destOrd="0" presId="urn:microsoft.com/office/officeart/2008/layout/LinedList"/>
    <dgm:cxn modelId="{253AF40A-9D64-4081-8896-8757388BAA06}" type="presParOf" srcId="{4C9DCBC8-3AC8-4E72-B0DF-A713BC3F0052}" destId="{2BCD43A3-2735-4078-B600-E360B51CD608}" srcOrd="1" destOrd="0" presId="urn:microsoft.com/office/officeart/2008/layout/LinedList"/>
    <dgm:cxn modelId="{8BD2D04F-5414-457A-9B08-18CC10AF6C88}" type="presParOf" srcId="{E9AC01FA-C14A-47BB-ACF0-F047C534C9B0}" destId="{6DE9E33F-F3F2-437B-B7E5-DF90695AC6D8}" srcOrd="2" destOrd="0" presId="urn:microsoft.com/office/officeart/2008/layout/LinedList"/>
    <dgm:cxn modelId="{2409AA1A-0269-4C74-B20F-944AA1CB21B5}" type="presParOf" srcId="{E9AC01FA-C14A-47BB-ACF0-F047C534C9B0}" destId="{A82B757F-8BED-4BF7-9399-B0E6D8435031}" srcOrd="3" destOrd="0" presId="urn:microsoft.com/office/officeart/2008/layout/LinedList"/>
    <dgm:cxn modelId="{1D37D393-DFD9-410F-B88F-2F0E028103CB}" type="presParOf" srcId="{A82B757F-8BED-4BF7-9399-B0E6D8435031}" destId="{2AE35576-B49B-4398-BBCA-1DD160469F83}" srcOrd="0" destOrd="0" presId="urn:microsoft.com/office/officeart/2008/layout/LinedList"/>
    <dgm:cxn modelId="{BEF6E0BD-9635-49C4-AF8B-E9C3FD8AAD28}" type="presParOf" srcId="{A82B757F-8BED-4BF7-9399-B0E6D8435031}" destId="{AC9BBB56-5E78-4B65-82A1-D2C39C698285}" srcOrd="1" destOrd="0" presId="urn:microsoft.com/office/officeart/2008/layout/LinedList"/>
    <dgm:cxn modelId="{AE12D8E0-969F-4611-8239-5CB9F786CC33}" type="presParOf" srcId="{E9AC01FA-C14A-47BB-ACF0-F047C534C9B0}" destId="{904A5F32-A414-4951-BBA9-6461E45F0688}" srcOrd="4" destOrd="0" presId="urn:microsoft.com/office/officeart/2008/layout/LinedList"/>
    <dgm:cxn modelId="{78541FCE-EE32-4D53-9D57-C946912FDC98}" type="presParOf" srcId="{E9AC01FA-C14A-47BB-ACF0-F047C534C9B0}" destId="{ADEBD7F9-6588-4D21-BB60-E1B02F1FC5DF}" srcOrd="5" destOrd="0" presId="urn:microsoft.com/office/officeart/2008/layout/LinedList"/>
    <dgm:cxn modelId="{D8614529-FEB4-4083-A531-E1F6C735F54B}" type="presParOf" srcId="{ADEBD7F9-6588-4D21-BB60-E1B02F1FC5DF}" destId="{EECB28EB-E161-4862-BBDC-ED6E2B0D215C}" srcOrd="0" destOrd="0" presId="urn:microsoft.com/office/officeart/2008/layout/LinedList"/>
    <dgm:cxn modelId="{484062F7-8E1E-41B1-A4DE-999D8D7AC950}" type="presParOf" srcId="{ADEBD7F9-6588-4D21-BB60-E1B02F1FC5DF}" destId="{CE046BB3-8392-4BDF-98F6-800B2808CC87}" srcOrd="1" destOrd="0" presId="urn:microsoft.com/office/officeart/2008/layout/LinedList"/>
    <dgm:cxn modelId="{4A9916E8-CF23-405E-AEB0-49F4375A35CD}" type="presParOf" srcId="{E9AC01FA-C14A-47BB-ACF0-F047C534C9B0}" destId="{8D24B6E6-1DE9-4250-A090-BCC314CEBF2E}" srcOrd="6" destOrd="0" presId="urn:microsoft.com/office/officeart/2008/layout/LinedList"/>
    <dgm:cxn modelId="{A52DACD9-27DE-459A-895D-C711228967FF}" type="presParOf" srcId="{E9AC01FA-C14A-47BB-ACF0-F047C534C9B0}" destId="{04D6D856-9CDD-495A-A265-7152D92FE097}" srcOrd="7" destOrd="0" presId="urn:microsoft.com/office/officeart/2008/layout/LinedList"/>
    <dgm:cxn modelId="{ADDC0BD2-E401-4525-851D-F0A733EDDD53}" type="presParOf" srcId="{04D6D856-9CDD-495A-A265-7152D92FE097}" destId="{AB955762-06AD-4674-9780-BA9F730DE2E3}" srcOrd="0" destOrd="0" presId="urn:microsoft.com/office/officeart/2008/layout/LinedList"/>
    <dgm:cxn modelId="{893504D3-8393-4CF0-99DF-DED368531AB9}" type="presParOf" srcId="{04D6D856-9CDD-495A-A265-7152D92FE097}" destId="{D4FCA325-FF7C-4E48-8F90-DA21A9F640DF}" srcOrd="1" destOrd="0" presId="urn:microsoft.com/office/officeart/2008/layout/LinedList"/>
    <dgm:cxn modelId="{C1CA008C-AE45-49DB-862C-AA9752017AC7}" type="presParOf" srcId="{E9AC01FA-C14A-47BB-ACF0-F047C534C9B0}" destId="{80AB0FA2-91E1-455C-9412-F51D6D5F4FC7}" srcOrd="8" destOrd="0" presId="urn:microsoft.com/office/officeart/2008/layout/LinedList"/>
    <dgm:cxn modelId="{0492649A-2880-4138-A0B2-BE346A0A4699}" type="presParOf" srcId="{E9AC01FA-C14A-47BB-ACF0-F047C534C9B0}" destId="{108A4CC2-760B-4046-9847-58BA833CCB82}" srcOrd="9" destOrd="0" presId="urn:microsoft.com/office/officeart/2008/layout/LinedList"/>
    <dgm:cxn modelId="{7DFC0196-5089-4245-8FF8-24550B9CE078}" type="presParOf" srcId="{108A4CC2-760B-4046-9847-58BA833CCB82}" destId="{D73E2400-1C92-4EA6-AAF0-83F159301BF9}" srcOrd="0" destOrd="0" presId="urn:microsoft.com/office/officeart/2008/layout/LinedList"/>
    <dgm:cxn modelId="{A4B1E78D-3038-4699-AB54-20E6717C6B58}" type="presParOf" srcId="{108A4CC2-760B-4046-9847-58BA833CCB82}" destId="{BB1D4C72-0A0B-4072-B9DB-3310BF4BDFA7}" srcOrd="1" destOrd="0" presId="urn:microsoft.com/office/officeart/2008/layout/LinedList"/>
    <dgm:cxn modelId="{43B44231-BA76-4CBE-9D64-9FDFAB62F522}" type="presParOf" srcId="{E9AC01FA-C14A-47BB-ACF0-F047C534C9B0}" destId="{1AACD170-27A5-4F5A-AA01-A3B70DFEE383}" srcOrd="10" destOrd="0" presId="urn:microsoft.com/office/officeart/2008/layout/LinedList"/>
    <dgm:cxn modelId="{6B17664C-9ADA-468F-B96A-AFCFDD006A3D}" type="presParOf" srcId="{E9AC01FA-C14A-47BB-ACF0-F047C534C9B0}" destId="{A7D32794-EDC2-4FC1-BC30-6CCCD6488B48}" srcOrd="11" destOrd="0" presId="urn:microsoft.com/office/officeart/2008/layout/LinedList"/>
    <dgm:cxn modelId="{850FD18D-1AE2-47ED-B794-C6ECF07E90BB}" type="presParOf" srcId="{A7D32794-EDC2-4FC1-BC30-6CCCD6488B48}" destId="{EE69E382-CC17-4151-A13A-797B37D77F9C}" srcOrd="0" destOrd="0" presId="urn:microsoft.com/office/officeart/2008/layout/LinedList"/>
    <dgm:cxn modelId="{36F455A1-7F6C-48F5-BB3F-95623E93BE83}" type="presParOf" srcId="{A7D32794-EDC2-4FC1-BC30-6CCCD6488B48}" destId="{15AC99D2-76EB-4B53-ABB4-2691B6D295E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97E046B-1631-4E32-A14A-600DFB3CF798}" type="doc">
      <dgm:prSet loTypeId="urn:microsoft.com/office/officeart/2008/layout/LinedList" loCatId="list" qsTypeId="urn:microsoft.com/office/officeart/2005/8/quickstyle/simple4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71502DF6-A7BA-4E21-949C-E864FA0EC129}">
      <dgm:prSet/>
      <dgm:spPr/>
      <dgm:t>
        <a:bodyPr/>
        <a:lstStyle/>
        <a:p>
          <a:r>
            <a:rPr lang="hu-HU" b="0" i="0" baseline="0"/>
            <a:t>Külön route minden funkcióhoz</a:t>
          </a:r>
          <a:endParaRPr lang="en-US"/>
        </a:p>
      </dgm:t>
    </dgm:pt>
    <dgm:pt modelId="{8228DD3F-A8F1-4B38-B086-B2797539F294}" type="parTrans" cxnId="{2B572172-2E2E-4BC0-80FC-A59B0D67110E}">
      <dgm:prSet/>
      <dgm:spPr/>
      <dgm:t>
        <a:bodyPr/>
        <a:lstStyle/>
        <a:p>
          <a:endParaRPr lang="en-US"/>
        </a:p>
      </dgm:t>
    </dgm:pt>
    <dgm:pt modelId="{F629C11F-AE8A-4232-96D4-F015C4CF63E2}" type="sibTrans" cxnId="{2B572172-2E2E-4BC0-80FC-A59B0D67110E}">
      <dgm:prSet/>
      <dgm:spPr/>
      <dgm:t>
        <a:bodyPr/>
        <a:lstStyle/>
        <a:p>
          <a:endParaRPr lang="en-US"/>
        </a:p>
      </dgm:t>
    </dgm:pt>
    <dgm:pt modelId="{545045D1-09CF-4393-AB5B-0A5A94143A73}">
      <dgm:prSet/>
      <dgm:spPr/>
      <dgm:t>
        <a:bodyPr/>
        <a:lstStyle/>
        <a:p>
          <a:r>
            <a:rPr lang="hu-HU" b="0" i="0" baseline="0"/>
            <a:t>Könnyebb hibakeresés</a:t>
          </a:r>
          <a:endParaRPr lang="en-US"/>
        </a:p>
      </dgm:t>
    </dgm:pt>
    <dgm:pt modelId="{98A0DE15-E553-4BA5-BA75-C1CA183EBFEE}" type="parTrans" cxnId="{066A02D4-5864-459D-85C7-15800E4C2F09}">
      <dgm:prSet/>
      <dgm:spPr/>
      <dgm:t>
        <a:bodyPr/>
        <a:lstStyle/>
        <a:p>
          <a:endParaRPr lang="en-US"/>
        </a:p>
      </dgm:t>
    </dgm:pt>
    <dgm:pt modelId="{096ABC63-83A2-470B-BABD-0589123870B4}" type="sibTrans" cxnId="{066A02D4-5864-459D-85C7-15800E4C2F09}">
      <dgm:prSet/>
      <dgm:spPr/>
      <dgm:t>
        <a:bodyPr/>
        <a:lstStyle/>
        <a:p>
          <a:endParaRPr lang="en-US"/>
        </a:p>
      </dgm:t>
    </dgm:pt>
    <dgm:pt modelId="{52BC064F-790C-4801-9F99-196194ED148B}">
      <dgm:prSet/>
      <dgm:spPr/>
      <dgm:t>
        <a:bodyPr/>
        <a:lstStyle/>
        <a:p>
          <a:r>
            <a:rPr lang="hu-HU" b="0" i="0" baseline="0"/>
            <a:t>Új funkciók egyszerűbb bővítése</a:t>
          </a:r>
          <a:endParaRPr lang="en-US"/>
        </a:p>
      </dgm:t>
    </dgm:pt>
    <dgm:pt modelId="{A5B0ED5B-3EFD-4F1C-8DC5-A420FA42A76E}" type="parTrans" cxnId="{CC8273A2-AF33-4917-9800-CDD9214BF9D3}">
      <dgm:prSet/>
      <dgm:spPr/>
      <dgm:t>
        <a:bodyPr/>
        <a:lstStyle/>
        <a:p>
          <a:endParaRPr lang="en-US"/>
        </a:p>
      </dgm:t>
    </dgm:pt>
    <dgm:pt modelId="{A7D85825-0931-482B-86A6-657F33DF4F1F}" type="sibTrans" cxnId="{CC8273A2-AF33-4917-9800-CDD9214BF9D3}">
      <dgm:prSet/>
      <dgm:spPr/>
      <dgm:t>
        <a:bodyPr/>
        <a:lstStyle/>
        <a:p>
          <a:endParaRPr lang="en-US"/>
        </a:p>
      </dgm:t>
    </dgm:pt>
    <dgm:pt modelId="{AC3482A5-31BC-4A9B-9EB4-C99E6781D49C}">
      <dgm:prSet/>
      <dgm:spPr/>
      <dgm:t>
        <a:bodyPr/>
        <a:lstStyle/>
        <a:p>
          <a:r>
            <a:rPr lang="hu-HU" b="0" i="0" baseline="0"/>
            <a:t>Biztonságosabb jogosultságkezelés</a:t>
          </a:r>
          <a:endParaRPr lang="en-US"/>
        </a:p>
      </dgm:t>
    </dgm:pt>
    <dgm:pt modelId="{FE867AC3-A240-466D-9F44-451EFBE3A851}" type="parTrans" cxnId="{91A0974D-C5A4-460F-AF29-10E3CD95882E}">
      <dgm:prSet/>
      <dgm:spPr/>
      <dgm:t>
        <a:bodyPr/>
        <a:lstStyle/>
        <a:p>
          <a:endParaRPr lang="en-US"/>
        </a:p>
      </dgm:t>
    </dgm:pt>
    <dgm:pt modelId="{D83F5C69-57BF-46E9-8854-5366555EFDA4}" type="sibTrans" cxnId="{91A0974D-C5A4-460F-AF29-10E3CD95882E}">
      <dgm:prSet/>
      <dgm:spPr/>
      <dgm:t>
        <a:bodyPr/>
        <a:lstStyle/>
        <a:p>
          <a:endParaRPr lang="en-US"/>
        </a:p>
      </dgm:t>
    </dgm:pt>
    <dgm:pt modelId="{C7C7B9EB-FEAD-4749-9F64-451ADEA0B53F}">
      <dgm:prSet/>
      <dgm:spPr/>
      <dgm:t>
        <a:bodyPr/>
        <a:lstStyle/>
        <a:p>
          <a:r>
            <a:rPr lang="hu-HU" b="0" i="0" baseline="0"/>
            <a:t>REST szemlélet</a:t>
          </a:r>
          <a:endParaRPr lang="en-US"/>
        </a:p>
      </dgm:t>
    </dgm:pt>
    <dgm:pt modelId="{869D06D8-A37D-4A0D-9567-CA84C91A69FB}" type="parTrans" cxnId="{C9059A04-A9B5-4A71-AB1B-8EDB8D7A8A43}">
      <dgm:prSet/>
      <dgm:spPr/>
      <dgm:t>
        <a:bodyPr/>
        <a:lstStyle/>
        <a:p>
          <a:endParaRPr lang="en-US"/>
        </a:p>
      </dgm:t>
    </dgm:pt>
    <dgm:pt modelId="{40AB820C-21BC-43B1-BF2A-8C5EFB002B3D}" type="sibTrans" cxnId="{C9059A04-A9B5-4A71-AB1B-8EDB8D7A8A43}">
      <dgm:prSet/>
      <dgm:spPr/>
      <dgm:t>
        <a:bodyPr/>
        <a:lstStyle/>
        <a:p>
          <a:endParaRPr lang="en-US"/>
        </a:p>
      </dgm:t>
    </dgm:pt>
    <dgm:pt modelId="{34AAD2BE-E744-4C0B-99C7-254218441D16}" type="pres">
      <dgm:prSet presAssocID="{E97E046B-1631-4E32-A14A-600DFB3CF798}" presName="vert0" presStyleCnt="0">
        <dgm:presLayoutVars>
          <dgm:dir/>
          <dgm:animOne val="branch"/>
          <dgm:animLvl val="lvl"/>
        </dgm:presLayoutVars>
      </dgm:prSet>
      <dgm:spPr/>
    </dgm:pt>
    <dgm:pt modelId="{D0CC9E2B-94BA-42D0-880A-D4C5A738E742}" type="pres">
      <dgm:prSet presAssocID="{71502DF6-A7BA-4E21-949C-E864FA0EC129}" presName="thickLine" presStyleLbl="alignNode1" presStyleIdx="0" presStyleCnt="5"/>
      <dgm:spPr/>
    </dgm:pt>
    <dgm:pt modelId="{A25C0749-A076-474B-A91E-770781ADF69B}" type="pres">
      <dgm:prSet presAssocID="{71502DF6-A7BA-4E21-949C-E864FA0EC129}" presName="horz1" presStyleCnt="0"/>
      <dgm:spPr/>
    </dgm:pt>
    <dgm:pt modelId="{734CC7C9-B9EF-4E8E-BF15-21784DB97E29}" type="pres">
      <dgm:prSet presAssocID="{71502DF6-A7BA-4E21-949C-E864FA0EC129}" presName="tx1" presStyleLbl="revTx" presStyleIdx="0" presStyleCnt="5"/>
      <dgm:spPr/>
    </dgm:pt>
    <dgm:pt modelId="{826F74EC-5398-4BCE-8FE0-28172F7C28FC}" type="pres">
      <dgm:prSet presAssocID="{71502DF6-A7BA-4E21-949C-E864FA0EC129}" presName="vert1" presStyleCnt="0"/>
      <dgm:spPr/>
    </dgm:pt>
    <dgm:pt modelId="{73EB9212-8F2D-4DFD-B17A-BC1F98A16D17}" type="pres">
      <dgm:prSet presAssocID="{545045D1-09CF-4393-AB5B-0A5A94143A73}" presName="thickLine" presStyleLbl="alignNode1" presStyleIdx="1" presStyleCnt="5"/>
      <dgm:spPr/>
    </dgm:pt>
    <dgm:pt modelId="{7A1F8F0B-FF57-4470-AAA2-093DF7CADD74}" type="pres">
      <dgm:prSet presAssocID="{545045D1-09CF-4393-AB5B-0A5A94143A73}" presName="horz1" presStyleCnt="0"/>
      <dgm:spPr/>
    </dgm:pt>
    <dgm:pt modelId="{0E1F4FE2-1D43-4F90-9306-F1AF38D6D77F}" type="pres">
      <dgm:prSet presAssocID="{545045D1-09CF-4393-AB5B-0A5A94143A73}" presName="tx1" presStyleLbl="revTx" presStyleIdx="1" presStyleCnt="5"/>
      <dgm:spPr/>
    </dgm:pt>
    <dgm:pt modelId="{761D9603-F65D-42ED-B126-EE4C362F67C2}" type="pres">
      <dgm:prSet presAssocID="{545045D1-09CF-4393-AB5B-0A5A94143A73}" presName="vert1" presStyleCnt="0"/>
      <dgm:spPr/>
    </dgm:pt>
    <dgm:pt modelId="{8EE559E5-6D0B-4C08-B1BF-CCA9E9384AD9}" type="pres">
      <dgm:prSet presAssocID="{52BC064F-790C-4801-9F99-196194ED148B}" presName="thickLine" presStyleLbl="alignNode1" presStyleIdx="2" presStyleCnt="5"/>
      <dgm:spPr/>
    </dgm:pt>
    <dgm:pt modelId="{DD620D76-7683-4AF2-9F07-CF61D89184BD}" type="pres">
      <dgm:prSet presAssocID="{52BC064F-790C-4801-9F99-196194ED148B}" presName="horz1" presStyleCnt="0"/>
      <dgm:spPr/>
    </dgm:pt>
    <dgm:pt modelId="{142ACE0C-190D-44E2-B7FB-A5068C767883}" type="pres">
      <dgm:prSet presAssocID="{52BC064F-790C-4801-9F99-196194ED148B}" presName="tx1" presStyleLbl="revTx" presStyleIdx="2" presStyleCnt="5"/>
      <dgm:spPr/>
    </dgm:pt>
    <dgm:pt modelId="{AEC6EB4E-7043-4E40-8DFE-5D82181399E9}" type="pres">
      <dgm:prSet presAssocID="{52BC064F-790C-4801-9F99-196194ED148B}" presName="vert1" presStyleCnt="0"/>
      <dgm:spPr/>
    </dgm:pt>
    <dgm:pt modelId="{9AEB28C6-1B11-437E-A632-6AFDA90C0725}" type="pres">
      <dgm:prSet presAssocID="{AC3482A5-31BC-4A9B-9EB4-C99E6781D49C}" presName="thickLine" presStyleLbl="alignNode1" presStyleIdx="3" presStyleCnt="5"/>
      <dgm:spPr/>
    </dgm:pt>
    <dgm:pt modelId="{1D548402-1458-4FEB-97BA-5D16DD51674A}" type="pres">
      <dgm:prSet presAssocID="{AC3482A5-31BC-4A9B-9EB4-C99E6781D49C}" presName="horz1" presStyleCnt="0"/>
      <dgm:spPr/>
    </dgm:pt>
    <dgm:pt modelId="{F6EAA2C5-BBB4-4C66-905C-9C3A67A456A6}" type="pres">
      <dgm:prSet presAssocID="{AC3482A5-31BC-4A9B-9EB4-C99E6781D49C}" presName="tx1" presStyleLbl="revTx" presStyleIdx="3" presStyleCnt="5"/>
      <dgm:spPr/>
    </dgm:pt>
    <dgm:pt modelId="{CF49BFA5-580D-452F-B7AB-F20583E828C3}" type="pres">
      <dgm:prSet presAssocID="{AC3482A5-31BC-4A9B-9EB4-C99E6781D49C}" presName="vert1" presStyleCnt="0"/>
      <dgm:spPr/>
    </dgm:pt>
    <dgm:pt modelId="{D5B00D41-D2C8-4E95-A100-966F3DE12793}" type="pres">
      <dgm:prSet presAssocID="{C7C7B9EB-FEAD-4749-9F64-451ADEA0B53F}" presName="thickLine" presStyleLbl="alignNode1" presStyleIdx="4" presStyleCnt="5"/>
      <dgm:spPr/>
    </dgm:pt>
    <dgm:pt modelId="{73C1D52E-4B0D-4043-80E7-902029C51C7B}" type="pres">
      <dgm:prSet presAssocID="{C7C7B9EB-FEAD-4749-9F64-451ADEA0B53F}" presName="horz1" presStyleCnt="0"/>
      <dgm:spPr/>
    </dgm:pt>
    <dgm:pt modelId="{8E620CFF-1708-4F08-8292-B7610201615A}" type="pres">
      <dgm:prSet presAssocID="{C7C7B9EB-FEAD-4749-9F64-451ADEA0B53F}" presName="tx1" presStyleLbl="revTx" presStyleIdx="4" presStyleCnt="5"/>
      <dgm:spPr/>
    </dgm:pt>
    <dgm:pt modelId="{79F85B5C-7E14-4C00-8788-B6F477CDC71C}" type="pres">
      <dgm:prSet presAssocID="{C7C7B9EB-FEAD-4749-9F64-451ADEA0B53F}" presName="vert1" presStyleCnt="0"/>
      <dgm:spPr/>
    </dgm:pt>
  </dgm:ptLst>
  <dgm:cxnLst>
    <dgm:cxn modelId="{C9059A04-A9B5-4A71-AB1B-8EDB8D7A8A43}" srcId="{E97E046B-1631-4E32-A14A-600DFB3CF798}" destId="{C7C7B9EB-FEAD-4749-9F64-451ADEA0B53F}" srcOrd="4" destOrd="0" parTransId="{869D06D8-A37D-4A0D-9567-CA84C91A69FB}" sibTransId="{40AB820C-21BC-43B1-BF2A-8C5EFB002B3D}"/>
    <dgm:cxn modelId="{5408202F-069E-41C5-9A37-F06DE2152B05}" type="presOf" srcId="{AC3482A5-31BC-4A9B-9EB4-C99E6781D49C}" destId="{F6EAA2C5-BBB4-4C66-905C-9C3A67A456A6}" srcOrd="0" destOrd="0" presId="urn:microsoft.com/office/officeart/2008/layout/LinedList"/>
    <dgm:cxn modelId="{6F9A882F-AB75-4365-BB28-1FF06B4303EB}" type="presOf" srcId="{71502DF6-A7BA-4E21-949C-E864FA0EC129}" destId="{734CC7C9-B9EF-4E8E-BF15-21784DB97E29}" srcOrd="0" destOrd="0" presId="urn:microsoft.com/office/officeart/2008/layout/LinedList"/>
    <dgm:cxn modelId="{A1EAFA3B-3022-42FB-B98A-D078831BD08B}" type="presOf" srcId="{52BC064F-790C-4801-9F99-196194ED148B}" destId="{142ACE0C-190D-44E2-B7FB-A5068C767883}" srcOrd="0" destOrd="0" presId="urn:microsoft.com/office/officeart/2008/layout/LinedList"/>
    <dgm:cxn modelId="{91A0974D-C5A4-460F-AF29-10E3CD95882E}" srcId="{E97E046B-1631-4E32-A14A-600DFB3CF798}" destId="{AC3482A5-31BC-4A9B-9EB4-C99E6781D49C}" srcOrd="3" destOrd="0" parTransId="{FE867AC3-A240-466D-9F44-451EFBE3A851}" sibTransId="{D83F5C69-57BF-46E9-8854-5366555EFDA4}"/>
    <dgm:cxn modelId="{2B572172-2E2E-4BC0-80FC-A59B0D67110E}" srcId="{E97E046B-1631-4E32-A14A-600DFB3CF798}" destId="{71502DF6-A7BA-4E21-949C-E864FA0EC129}" srcOrd="0" destOrd="0" parTransId="{8228DD3F-A8F1-4B38-B086-B2797539F294}" sibTransId="{F629C11F-AE8A-4232-96D4-F015C4CF63E2}"/>
    <dgm:cxn modelId="{7C8F4399-A6F3-44B9-AFFD-C774917DF08F}" type="presOf" srcId="{C7C7B9EB-FEAD-4749-9F64-451ADEA0B53F}" destId="{8E620CFF-1708-4F08-8292-B7610201615A}" srcOrd="0" destOrd="0" presId="urn:microsoft.com/office/officeart/2008/layout/LinedList"/>
    <dgm:cxn modelId="{CC8273A2-AF33-4917-9800-CDD9214BF9D3}" srcId="{E97E046B-1631-4E32-A14A-600DFB3CF798}" destId="{52BC064F-790C-4801-9F99-196194ED148B}" srcOrd="2" destOrd="0" parTransId="{A5B0ED5B-3EFD-4F1C-8DC5-A420FA42A76E}" sibTransId="{A7D85825-0931-482B-86A6-657F33DF4F1F}"/>
    <dgm:cxn modelId="{066A02D4-5864-459D-85C7-15800E4C2F09}" srcId="{E97E046B-1631-4E32-A14A-600DFB3CF798}" destId="{545045D1-09CF-4393-AB5B-0A5A94143A73}" srcOrd="1" destOrd="0" parTransId="{98A0DE15-E553-4BA5-BA75-C1CA183EBFEE}" sibTransId="{096ABC63-83A2-470B-BABD-0589123870B4}"/>
    <dgm:cxn modelId="{E96619E2-39C3-4F9D-AB00-129714E40AA2}" type="presOf" srcId="{E97E046B-1631-4E32-A14A-600DFB3CF798}" destId="{34AAD2BE-E744-4C0B-99C7-254218441D16}" srcOrd="0" destOrd="0" presId="urn:microsoft.com/office/officeart/2008/layout/LinedList"/>
    <dgm:cxn modelId="{2B82EEEE-07E0-4ABF-AD67-7E4DFC0A679A}" type="presOf" srcId="{545045D1-09CF-4393-AB5B-0A5A94143A73}" destId="{0E1F4FE2-1D43-4F90-9306-F1AF38D6D77F}" srcOrd="0" destOrd="0" presId="urn:microsoft.com/office/officeart/2008/layout/LinedList"/>
    <dgm:cxn modelId="{5C35070B-C2E4-42E7-A7B4-BEF4E1476CC0}" type="presParOf" srcId="{34AAD2BE-E744-4C0B-99C7-254218441D16}" destId="{D0CC9E2B-94BA-42D0-880A-D4C5A738E742}" srcOrd="0" destOrd="0" presId="urn:microsoft.com/office/officeart/2008/layout/LinedList"/>
    <dgm:cxn modelId="{1B6090A1-C7A8-4374-9D35-785626DF0DF6}" type="presParOf" srcId="{34AAD2BE-E744-4C0B-99C7-254218441D16}" destId="{A25C0749-A076-474B-A91E-770781ADF69B}" srcOrd="1" destOrd="0" presId="urn:microsoft.com/office/officeart/2008/layout/LinedList"/>
    <dgm:cxn modelId="{0814E9AC-5FEC-49CD-87F3-A61F7A7D8726}" type="presParOf" srcId="{A25C0749-A076-474B-A91E-770781ADF69B}" destId="{734CC7C9-B9EF-4E8E-BF15-21784DB97E29}" srcOrd="0" destOrd="0" presId="urn:microsoft.com/office/officeart/2008/layout/LinedList"/>
    <dgm:cxn modelId="{351CBE7A-ACC0-4FC3-9E95-1D7E63A20EDD}" type="presParOf" srcId="{A25C0749-A076-474B-A91E-770781ADF69B}" destId="{826F74EC-5398-4BCE-8FE0-28172F7C28FC}" srcOrd="1" destOrd="0" presId="urn:microsoft.com/office/officeart/2008/layout/LinedList"/>
    <dgm:cxn modelId="{11F037CC-E9F3-4AF8-BBA8-B59A47647A09}" type="presParOf" srcId="{34AAD2BE-E744-4C0B-99C7-254218441D16}" destId="{73EB9212-8F2D-4DFD-B17A-BC1F98A16D17}" srcOrd="2" destOrd="0" presId="urn:microsoft.com/office/officeart/2008/layout/LinedList"/>
    <dgm:cxn modelId="{9EF0E5EE-1DFE-46D8-891A-BB43D5E07461}" type="presParOf" srcId="{34AAD2BE-E744-4C0B-99C7-254218441D16}" destId="{7A1F8F0B-FF57-4470-AAA2-093DF7CADD74}" srcOrd="3" destOrd="0" presId="urn:microsoft.com/office/officeart/2008/layout/LinedList"/>
    <dgm:cxn modelId="{E3E77F3A-715C-479F-BC34-CAD007C5FC2A}" type="presParOf" srcId="{7A1F8F0B-FF57-4470-AAA2-093DF7CADD74}" destId="{0E1F4FE2-1D43-4F90-9306-F1AF38D6D77F}" srcOrd="0" destOrd="0" presId="urn:microsoft.com/office/officeart/2008/layout/LinedList"/>
    <dgm:cxn modelId="{8FC76F75-771E-4F9C-BFEE-557FC3668A98}" type="presParOf" srcId="{7A1F8F0B-FF57-4470-AAA2-093DF7CADD74}" destId="{761D9603-F65D-42ED-B126-EE4C362F67C2}" srcOrd="1" destOrd="0" presId="urn:microsoft.com/office/officeart/2008/layout/LinedList"/>
    <dgm:cxn modelId="{20BFD495-50C1-4843-B2F1-1B31B59DC7E5}" type="presParOf" srcId="{34AAD2BE-E744-4C0B-99C7-254218441D16}" destId="{8EE559E5-6D0B-4C08-B1BF-CCA9E9384AD9}" srcOrd="4" destOrd="0" presId="urn:microsoft.com/office/officeart/2008/layout/LinedList"/>
    <dgm:cxn modelId="{EBDEE0C4-3CB4-4CDA-B189-A1CCE3D4B933}" type="presParOf" srcId="{34AAD2BE-E744-4C0B-99C7-254218441D16}" destId="{DD620D76-7683-4AF2-9F07-CF61D89184BD}" srcOrd="5" destOrd="0" presId="urn:microsoft.com/office/officeart/2008/layout/LinedList"/>
    <dgm:cxn modelId="{90673B63-E119-48A4-A094-8D5A32A18C97}" type="presParOf" srcId="{DD620D76-7683-4AF2-9F07-CF61D89184BD}" destId="{142ACE0C-190D-44E2-B7FB-A5068C767883}" srcOrd="0" destOrd="0" presId="urn:microsoft.com/office/officeart/2008/layout/LinedList"/>
    <dgm:cxn modelId="{24048E40-375E-42AC-BD80-43A0513D031D}" type="presParOf" srcId="{DD620D76-7683-4AF2-9F07-CF61D89184BD}" destId="{AEC6EB4E-7043-4E40-8DFE-5D82181399E9}" srcOrd="1" destOrd="0" presId="urn:microsoft.com/office/officeart/2008/layout/LinedList"/>
    <dgm:cxn modelId="{60A90423-0039-44C4-B326-D5564432D34E}" type="presParOf" srcId="{34AAD2BE-E744-4C0B-99C7-254218441D16}" destId="{9AEB28C6-1B11-437E-A632-6AFDA90C0725}" srcOrd="6" destOrd="0" presId="urn:microsoft.com/office/officeart/2008/layout/LinedList"/>
    <dgm:cxn modelId="{0DF4288D-C7ED-4B94-AF29-CB78843D7BF4}" type="presParOf" srcId="{34AAD2BE-E744-4C0B-99C7-254218441D16}" destId="{1D548402-1458-4FEB-97BA-5D16DD51674A}" srcOrd="7" destOrd="0" presId="urn:microsoft.com/office/officeart/2008/layout/LinedList"/>
    <dgm:cxn modelId="{B68FE065-45CF-402C-B693-A5B82B798DE7}" type="presParOf" srcId="{1D548402-1458-4FEB-97BA-5D16DD51674A}" destId="{F6EAA2C5-BBB4-4C66-905C-9C3A67A456A6}" srcOrd="0" destOrd="0" presId="urn:microsoft.com/office/officeart/2008/layout/LinedList"/>
    <dgm:cxn modelId="{93AB2D92-5B7F-4B06-8486-D25247D52872}" type="presParOf" srcId="{1D548402-1458-4FEB-97BA-5D16DD51674A}" destId="{CF49BFA5-580D-452F-B7AB-F20583E828C3}" srcOrd="1" destOrd="0" presId="urn:microsoft.com/office/officeart/2008/layout/LinedList"/>
    <dgm:cxn modelId="{55F583D0-751C-415F-93B7-2C81D77BAB2B}" type="presParOf" srcId="{34AAD2BE-E744-4C0B-99C7-254218441D16}" destId="{D5B00D41-D2C8-4E95-A100-966F3DE12793}" srcOrd="8" destOrd="0" presId="urn:microsoft.com/office/officeart/2008/layout/LinedList"/>
    <dgm:cxn modelId="{0554D9AE-BBB4-44E7-B3D5-9B59B1BB9225}" type="presParOf" srcId="{34AAD2BE-E744-4C0B-99C7-254218441D16}" destId="{73C1D52E-4B0D-4043-80E7-902029C51C7B}" srcOrd="9" destOrd="0" presId="urn:microsoft.com/office/officeart/2008/layout/LinedList"/>
    <dgm:cxn modelId="{F324FCFE-7B0A-4BC4-8499-CF854E92AE0B}" type="presParOf" srcId="{73C1D52E-4B0D-4043-80E7-902029C51C7B}" destId="{8E620CFF-1708-4F08-8292-B7610201615A}" srcOrd="0" destOrd="0" presId="urn:microsoft.com/office/officeart/2008/layout/LinedList"/>
    <dgm:cxn modelId="{7571C161-C7AB-4F5E-89CD-AE73ADD93DA9}" type="presParOf" srcId="{73C1D52E-4B0D-4043-80E7-902029C51C7B}" destId="{79F85B5C-7E14-4C00-8788-B6F477CDC71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EC52B0FD-534A-4CFF-9DCC-44969099FF41}" type="doc">
      <dgm:prSet loTypeId="urn:microsoft.com/office/officeart/2008/layout/LinedList" loCatId="list" qsTypeId="urn:microsoft.com/office/officeart/2005/8/quickstyle/simple4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7386D1E1-8C05-4C5C-9768-74D812422818}">
      <dgm:prSet/>
      <dgm:spPr/>
      <dgm:t>
        <a:bodyPr/>
        <a:lstStyle/>
        <a:p>
          <a:r>
            <a:rPr lang="hu-HU" b="0" i="0" baseline="0"/>
            <a:t>Keresés, szűrés, rendezés</a:t>
          </a:r>
          <a:endParaRPr lang="en-US"/>
        </a:p>
      </dgm:t>
    </dgm:pt>
    <dgm:pt modelId="{4B834523-6DA7-49FA-AFA4-F321F460407C}" type="parTrans" cxnId="{8058EE31-516C-4497-A8BE-F6107D341260}">
      <dgm:prSet/>
      <dgm:spPr/>
      <dgm:t>
        <a:bodyPr/>
        <a:lstStyle/>
        <a:p>
          <a:endParaRPr lang="en-US"/>
        </a:p>
      </dgm:t>
    </dgm:pt>
    <dgm:pt modelId="{FE4DAEDA-D7FE-4EE2-83B4-DFF06A4C3B84}" type="sibTrans" cxnId="{8058EE31-516C-4497-A8BE-F6107D341260}">
      <dgm:prSet/>
      <dgm:spPr/>
      <dgm:t>
        <a:bodyPr/>
        <a:lstStyle/>
        <a:p>
          <a:endParaRPr lang="en-US"/>
        </a:p>
      </dgm:t>
    </dgm:pt>
    <dgm:pt modelId="{4BFD8CFE-E70A-484A-9F98-C2A69D1F088A}">
      <dgm:prSet/>
      <dgm:spPr/>
      <dgm:t>
        <a:bodyPr/>
        <a:lstStyle/>
        <a:p>
          <a:r>
            <a:rPr lang="hu-HU" b="0" i="0" baseline="0"/>
            <a:t>Vélemények megtekintése</a:t>
          </a:r>
          <a:endParaRPr lang="en-US"/>
        </a:p>
      </dgm:t>
    </dgm:pt>
    <dgm:pt modelId="{A2D83438-79BA-4F43-9CBF-A501B83E7DAC}" type="parTrans" cxnId="{A6167C79-5C59-408F-A230-562557A348A6}">
      <dgm:prSet/>
      <dgm:spPr/>
      <dgm:t>
        <a:bodyPr/>
        <a:lstStyle/>
        <a:p>
          <a:endParaRPr lang="en-US"/>
        </a:p>
      </dgm:t>
    </dgm:pt>
    <dgm:pt modelId="{2D761CE8-FAB2-4F48-AF84-225F655972DC}" type="sibTrans" cxnId="{A6167C79-5C59-408F-A230-562557A348A6}">
      <dgm:prSet/>
      <dgm:spPr/>
      <dgm:t>
        <a:bodyPr/>
        <a:lstStyle/>
        <a:p>
          <a:endParaRPr lang="en-US"/>
        </a:p>
      </dgm:t>
    </dgm:pt>
    <dgm:pt modelId="{A3A5446D-4590-4D02-BE00-5844848292F5}">
      <dgm:prSet/>
      <dgm:spPr/>
      <dgm:t>
        <a:bodyPr/>
        <a:lstStyle/>
        <a:p>
          <a:r>
            <a:rPr lang="hu-HU" b="0" i="0" baseline="0"/>
            <a:t>Kedvencek kezelése</a:t>
          </a:r>
          <a:endParaRPr lang="en-US"/>
        </a:p>
      </dgm:t>
    </dgm:pt>
    <dgm:pt modelId="{EF78F439-5DC4-4540-8922-2F2B655B55F4}" type="parTrans" cxnId="{B36E7140-78D0-469E-A3C1-482827563090}">
      <dgm:prSet/>
      <dgm:spPr/>
      <dgm:t>
        <a:bodyPr/>
        <a:lstStyle/>
        <a:p>
          <a:endParaRPr lang="en-US"/>
        </a:p>
      </dgm:t>
    </dgm:pt>
    <dgm:pt modelId="{8503BE38-E357-4FE5-9D93-6622A54EA5B6}" type="sibTrans" cxnId="{B36E7140-78D0-469E-A3C1-482827563090}">
      <dgm:prSet/>
      <dgm:spPr/>
      <dgm:t>
        <a:bodyPr/>
        <a:lstStyle/>
        <a:p>
          <a:endParaRPr lang="en-US"/>
        </a:p>
      </dgm:t>
    </dgm:pt>
    <dgm:pt modelId="{287409AC-4E07-4A7A-A2AC-30970F83891B}">
      <dgm:prSet/>
      <dgm:spPr/>
      <dgm:t>
        <a:bodyPr/>
        <a:lstStyle/>
        <a:p>
          <a:r>
            <a:rPr lang="hu-HU" b="0" i="0" baseline="0"/>
            <a:t>Részletes modal</a:t>
          </a:r>
          <a:endParaRPr lang="en-US"/>
        </a:p>
      </dgm:t>
    </dgm:pt>
    <dgm:pt modelId="{51C9A903-CF54-4222-B6B9-521C483350E9}" type="parTrans" cxnId="{16EA1AFD-A535-42CD-BEC6-DCEAD44839BA}">
      <dgm:prSet/>
      <dgm:spPr/>
      <dgm:t>
        <a:bodyPr/>
        <a:lstStyle/>
        <a:p>
          <a:endParaRPr lang="en-US"/>
        </a:p>
      </dgm:t>
    </dgm:pt>
    <dgm:pt modelId="{38F5AA6C-3343-4010-AE9A-5D64915EAA1E}" type="sibTrans" cxnId="{16EA1AFD-A535-42CD-BEC6-DCEAD44839BA}">
      <dgm:prSet/>
      <dgm:spPr/>
      <dgm:t>
        <a:bodyPr/>
        <a:lstStyle/>
        <a:p>
          <a:endParaRPr lang="en-US"/>
        </a:p>
      </dgm:t>
    </dgm:pt>
    <dgm:pt modelId="{6E6BAF92-FA9D-4C8D-8579-1063F8409BAC}">
      <dgm:prSet/>
      <dgm:spPr/>
      <dgm:t>
        <a:bodyPr/>
        <a:lstStyle/>
        <a:p>
          <a:r>
            <a:rPr lang="hu-HU" b="0" i="0" baseline="0"/>
            <a:t>Állapotok és visszajelzések</a:t>
          </a:r>
          <a:endParaRPr lang="en-US"/>
        </a:p>
      </dgm:t>
    </dgm:pt>
    <dgm:pt modelId="{1069CEB0-ECC4-4E1D-93BB-E8B708B0A465}" type="parTrans" cxnId="{6BA522C6-BC9B-46A7-9F4B-ADE782E13A24}">
      <dgm:prSet/>
      <dgm:spPr/>
      <dgm:t>
        <a:bodyPr/>
        <a:lstStyle/>
        <a:p>
          <a:endParaRPr lang="en-US"/>
        </a:p>
      </dgm:t>
    </dgm:pt>
    <dgm:pt modelId="{14D794F5-6386-4978-9F3B-8066A419962A}" type="sibTrans" cxnId="{6BA522C6-BC9B-46A7-9F4B-ADE782E13A24}">
      <dgm:prSet/>
      <dgm:spPr/>
      <dgm:t>
        <a:bodyPr/>
        <a:lstStyle/>
        <a:p>
          <a:endParaRPr lang="en-US"/>
        </a:p>
      </dgm:t>
    </dgm:pt>
    <dgm:pt modelId="{78DA8975-030A-42EA-AB16-B190769559F5}" type="pres">
      <dgm:prSet presAssocID="{EC52B0FD-534A-4CFF-9DCC-44969099FF41}" presName="vert0" presStyleCnt="0">
        <dgm:presLayoutVars>
          <dgm:dir/>
          <dgm:animOne val="branch"/>
          <dgm:animLvl val="lvl"/>
        </dgm:presLayoutVars>
      </dgm:prSet>
      <dgm:spPr/>
    </dgm:pt>
    <dgm:pt modelId="{D243F6D3-CFAC-4689-9EFB-1B0662059828}" type="pres">
      <dgm:prSet presAssocID="{7386D1E1-8C05-4C5C-9768-74D812422818}" presName="thickLine" presStyleLbl="alignNode1" presStyleIdx="0" presStyleCnt="5"/>
      <dgm:spPr/>
    </dgm:pt>
    <dgm:pt modelId="{0C900A67-B6BB-4BB9-9218-3E275D70EB81}" type="pres">
      <dgm:prSet presAssocID="{7386D1E1-8C05-4C5C-9768-74D812422818}" presName="horz1" presStyleCnt="0"/>
      <dgm:spPr/>
    </dgm:pt>
    <dgm:pt modelId="{9C1E1440-86D8-41D8-88AE-6FB44DC2247F}" type="pres">
      <dgm:prSet presAssocID="{7386D1E1-8C05-4C5C-9768-74D812422818}" presName="tx1" presStyleLbl="revTx" presStyleIdx="0" presStyleCnt="5"/>
      <dgm:spPr/>
    </dgm:pt>
    <dgm:pt modelId="{E900E977-2306-45C6-929B-268D5668997F}" type="pres">
      <dgm:prSet presAssocID="{7386D1E1-8C05-4C5C-9768-74D812422818}" presName="vert1" presStyleCnt="0"/>
      <dgm:spPr/>
    </dgm:pt>
    <dgm:pt modelId="{B26F2EDA-1332-489E-BE5F-72C4383BDBAF}" type="pres">
      <dgm:prSet presAssocID="{4BFD8CFE-E70A-484A-9F98-C2A69D1F088A}" presName="thickLine" presStyleLbl="alignNode1" presStyleIdx="1" presStyleCnt="5"/>
      <dgm:spPr/>
    </dgm:pt>
    <dgm:pt modelId="{D8D6DE7C-E55D-475B-9A73-D484E712160F}" type="pres">
      <dgm:prSet presAssocID="{4BFD8CFE-E70A-484A-9F98-C2A69D1F088A}" presName="horz1" presStyleCnt="0"/>
      <dgm:spPr/>
    </dgm:pt>
    <dgm:pt modelId="{11F89FF1-1B99-4D38-AFE9-693184EE5084}" type="pres">
      <dgm:prSet presAssocID="{4BFD8CFE-E70A-484A-9F98-C2A69D1F088A}" presName="tx1" presStyleLbl="revTx" presStyleIdx="1" presStyleCnt="5"/>
      <dgm:spPr/>
    </dgm:pt>
    <dgm:pt modelId="{AD259EA6-78D3-4FAE-8856-014832C7A240}" type="pres">
      <dgm:prSet presAssocID="{4BFD8CFE-E70A-484A-9F98-C2A69D1F088A}" presName="vert1" presStyleCnt="0"/>
      <dgm:spPr/>
    </dgm:pt>
    <dgm:pt modelId="{C323ED57-A1FB-4293-9F0A-62753DC75514}" type="pres">
      <dgm:prSet presAssocID="{A3A5446D-4590-4D02-BE00-5844848292F5}" presName="thickLine" presStyleLbl="alignNode1" presStyleIdx="2" presStyleCnt="5"/>
      <dgm:spPr/>
    </dgm:pt>
    <dgm:pt modelId="{0BB58036-E57C-410E-8535-90194A17A1B1}" type="pres">
      <dgm:prSet presAssocID="{A3A5446D-4590-4D02-BE00-5844848292F5}" presName="horz1" presStyleCnt="0"/>
      <dgm:spPr/>
    </dgm:pt>
    <dgm:pt modelId="{9C4A7CDA-413C-478B-8EF6-82BC40017077}" type="pres">
      <dgm:prSet presAssocID="{A3A5446D-4590-4D02-BE00-5844848292F5}" presName="tx1" presStyleLbl="revTx" presStyleIdx="2" presStyleCnt="5"/>
      <dgm:spPr/>
    </dgm:pt>
    <dgm:pt modelId="{A1B008E7-3F09-4596-854A-5AEEB5D769E4}" type="pres">
      <dgm:prSet presAssocID="{A3A5446D-4590-4D02-BE00-5844848292F5}" presName="vert1" presStyleCnt="0"/>
      <dgm:spPr/>
    </dgm:pt>
    <dgm:pt modelId="{9330AB0C-8870-4E77-B4B2-853B1ECA040D}" type="pres">
      <dgm:prSet presAssocID="{287409AC-4E07-4A7A-A2AC-30970F83891B}" presName="thickLine" presStyleLbl="alignNode1" presStyleIdx="3" presStyleCnt="5"/>
      <dgm:spPr/>
    </dgm:pt>
    <dgm:pt modelId="{5C5FC159-32F6-4F58-A451-5FDC0BF98A37}" type="pres">
      <dgm:prSet presAssocID="{287409AC-4E07-4A7A-A2AC-30970F83891B}" presName="horz1" presStyleCnt="0"/>
      <dgm:spPr/>
    </dgm:pt>
    <dgm:pt modelId="{B633BEF3-D103-4434-AFC6-2515696D6F30}" type="pres">
      <dgm:prSet presAssocID="{287409AC-4E07-4A7A-A2AC-30970F83891B}" presName="tx1" presStyleLbl="revTx" presStyleIdx="3" presStyleCnt="5"/>
      <dgm:spPr/>
    </dgm:pt>
    <dgm:pt modelId="{A54F48D5-3551-4038-91B5-E51E5811C0A0}" type="pres">
      <dgm:prSet presAssocID="{287409AC-4E07-4A7A-A2AC-30970F83891B}" presName="vert1" presStyleCnt="0"/>
      <dgm:spPr/>
    </dgm:pt>
    <dgm:pt modelId="{FCE52CBA-6381-4C50-B97B-8C0BE7140313}" type="pres">
      <dgm:prSet presAssocID="{6E6BAF92-FA9D-4C8D-8579-1063F8409BAC}" presName="thickLine" presStyleLbl="alignNode1" presStyleIdx="4" presStyleCnt="5"/>
      <dgm:spPr/>
    </dgm:pt>
    <dgm:pt modelId="{AB865D78-719B-4DFE-8FE1-F963EF474266}" type="pres">
      <dgm:prSet presAssocID="{6E6BAF92-FA9D-4C8D-8579-1063F8409BAC}" presName="horz1" presStyleCnt="0"/>
      <dgm:spPr/>
    </dgm:pt>
    <dgm:pt modelId="{A1937EC8-08FE-4087-BE97-31E9DB1A8839}" type="pres">
      <dgm:prSet presAssocID="{6E6BAF92-FA9D-4C8D-8579-1063F8409BAC}" presName="tx1" presStyleLbl="revTx" presStyleIdx="4" presStyleCnt="5"/>
      <dgm:spPr/>
    </dgm:pt>
    <dgm:pt modelId="{B66F0F7D-8ABD-47D4-98F8-FA0AB7C7CB2C}" type="pres">
      <dgm:prSet presAssocID="{6E6BAF92-FA9D-4C8D-8579-1063F8409BAC}" presName="vert1" presStyleCnt="0"/>
      <dgm:spPr/>
    </dgm:pt>
  </dgm:ptLst>
  <dgm:cxnLst>
    <dgm:cxn modelId="{38B8CD0F-4A61-409F-A827-CEC47FF23DA6}" type="presOf" srcId="{4BFD8CFE-E70A-484A-9F98-C2A69D1F088A}" destId="{11F89FF1-1B99-4D38-AFE9-693184EE5084}" srcOrd="0" destOrd="0" presId="urn:microsoft.com/office/officeart/2008/layout/LinedList"/>
    <dgm:cxn modelId="{B022EC1A-D087-4D23-9040-C5D1B480C09F}" type="presOf" srcId="{A3A5446D-4590-4D02-BE00-5844848292F5}" destId="{9C4A7CDA-413C-478B-8EF6-82BC40017077}" srcOrd="0" destOrd="0" presId="urn:microsoft.com/office/officeart/2008/layout/LinedList"/>
    <dgm:cxn modelId="{8058EE31-516C-4497-A8BE-F6107D341260}" srcId="{EC52B0FD-534A-4CFF-9DCC-44969099FF41}" destId="{7386D1E1-8C05-4C5C-9768-74D812422818}" srcOrd="0" destOrd="0" parTransId="{4B834523-6DA7-49FA-AFA4-F321F460407C}" sibTransId="{FE4DAEDA-D7FE-4EE2-83B4-DFF06A4C3B84}"/>
    <dgm:cxn modelId="{B36E7140-78D0-469E-A3C1-482827563090}" srcId="{EC52B0FD-534A-4CFF-9DCC-44969099FF41}" destId="{A3A5446D-4590-4D02-BE00-5844848292F5}" srcOrd="2" destOrd="0" parTransId="{EF78F439-5DC4-4540-8922-2F2B655B55F4}" sibTransId="{8503BE38-E357-4FE5-9D93-6622A54EA5B6}"/>
    <dgm:cxn modelId="{85BBA345-E836-419A-AC82-4CC49F7CB46F}" type="presOf" srcId="{7386D1E1-8C05-4C5C-9768-74D812422818}" destId="{9C1E1440-86D8-41D8-88AE-6FB44DC2247F}" srcOrd="0" destOrd="0" presId="urn:microsoft.com/office/officeart/2008/layout/LinedList"/>
    <dgm:cxn modelId="{E1EA5A54-A080-4DE3-ABF5-639C1FE6357C}" type="presOf" srcId="{287409AC-4E07-4A7A-A2AC-30970F83891B}" destId="{B633BEF3-D103-4434-AFC6-2515696D6F30}" srcOrd="0" destOrd="0" presId="urn:microsoft.com/office/officeart/2008/layout/LinedList"/>
    <dgm:cxn modelId="{A6167C79-5C59-408F-A230-562557A348A6}" srcId="{EC52B0FD-534A-4CFF-9DCC-44969099FF41}" destId="{4BFD8CFE-E70A-484A-9F98-C2A69D1F088A}" srcOrd="1" destOrd="0" parTransId="{A2D83438-79BA-4F43-9CBF-A501B83E7DAC}" sibTransId="{2D761CE8-FAB2-4F48-AF84-225F655972DC}"/>
    <dgm:cxn modelId="{35D096C5-0C21-4472-98F9-2EF6669D28D3}" type="presOf" srcId="{6E6BAF92-FA9D-4C8D-8579-1063F8409BAC}" destId="{A1937EC8-08FE-4087-BE97-31E9DB1A8839}" srcOrd="0" destOrd="0" presId="urn:microsoft.com/office/officeart/2008/layout/LinedList"/>
    <dgm:cxn modelId="{6BA522C6-BC9B-46A7-9F4B-ADE782E13A24}" srcId="{EC52B0FD-534A-4CFF-9DCC-44969099FF41}" destId="{6E6BAF92-FA9D-4C8D-8579-1063F8409BAC}" srcOrd="4" destOrd="0" parTransId="{1069CEB0-ECC4-4E1D-93BB-E8B708B0A465}" sibTransId="{14D794F5-6386-4978-9F3B-8066A419962A}"/>
    <dgm:cxn modelId="{7F6C0CF6-C9BA-49FC-BC53-E0520890F9C5}" type="presOf" srcId="{EC52B0FD-534A-4CFF-9DCC-44969099FF41}" destId="{78DA8975-030A-42EA-AB16-B190769559F5}" srcOrd="0" destOrd="0" presId="urn:microsoft.com/office/officeart/2008/layout/LinedList"/>
    <dgm:cxn modelId="{16EA1AFD-A535-42CD-BEC6-DCEAD44839BA}" srcId="{EC52B0FD-534A-4CFF-9DCC-44969099FF41}" destId="{287409AC-4E07-4A7A-A2AC-30970F83891B}" srcOrd="3" destOrd="0" parTransId="{51C9A903-CF54-4222-B6B9-521C483350E9}" sibTransId="{38F5AA6C-3343-4010-AE9A-5D64915EAA1E}"/>
    <dgm:cxn modelId="{7B9F1AE0-114C-4E3C-ABFF-29F2F64B0B35}" type="presParOf" srcId="{78DA8975-030A-42EA-AB16-B190769559F5}" destId="{D243F6D3-CFAC-4689-9EFB-1B0662059828}" srcOrd="0" destOrd="0" presId="urn:microsoft.com/office/officeart/2008/layout/LinedList"/>
    <dgm:cxn modelId="{62A6159C-1CD7-4D28-8C98-A91695670AB7}" type="presParOf" srcId="{78DA8975-030A-42EA-AB16-B190769559F5}" destId="{0C900A67-B6BB-4BB9-9218-3E275D70EB81}" srcOrd="1" destOrd="0" presId="urn:microsoft.com/office/officeart/2008/layout/LinedList"/>
    <dgm:cxn modelId="{49DCBFF9-7456-4010-8472-7B6BFEF69B90}" type="presParOf" srcId="{0C900A67-B6BB-4BB9-9218-3E275D70EB81}" destId="{9C1E1440-86D8-41D8-88AE-6FB44DC2247F}" srcOrd="0" destOrd="0" presId="urn:microsoft.com/office/officeart/2008/layout/LinedList"/>
    <dgm:cxn modelId="{E576AC19-8AC6-4AD9-A200-5B691E62DF11}" type="presParOf" srcId="{0C900A67-B6BB-4BB9-9218-3E275D70EB81}" destId="{E900E977-2306-45C6-929B-268D5668997F}" srcOrd="1" destOrd="0" presId="urn:microsoft.com/office/officeart/2008/layout/LinedList"/>
    <dgm:cxn modelId="{3EE52798-4942-4E3E-AA17-D80EBCBDC117}" type="presParOf" srcId="{78DA8975-030A-42EA-AB16-B190769559F5}" destId="{B26F2EDA-1332-489E-BE5F-72C4383BDBAF}" srcOrd="2" destOrd="0" presId="urn:microsoft.com/office/officeart/2008/layout/LinedList"/>
    <dgm:cxn modelId="{8A97A48F-0B1B-4882-BA7B-13BB5A39C1CB}" type="presParOf" srcId="{78DA8975-030A-42EA-AB16-B190769559F5}" destId="{D8D6DE7C-E55D-475B-9A73-D484E712160F}" srcOrd="3" destOrd="0" presId="urn:microsoft.com/office/officeart/2008/layout/LinedList"/>
    <dgm:cxn modelId="{A33172E8-9D8B-48DD-A78B-0483FCEDCB0A}" type="presParOf" srcId="{D8D6DE7C-E55D-475B-9A73-D484E712160F}" destId="{11F89FF1-1B99-4D38-AFE9-693184EE5084}" srcOrd="0" destOrd="0" presId="urn:microsoft.com/office/officeart/2008/layout/LinedList"/>
    <dgm:cxn modelId="{56D5920A-7038-45CA-A1F6-58A7F1D40C15}" type="presParOf" srcId="{D8D6DE7C-E55D-475B-9A73-D484E712160F}" destId="{AD259EA6-78D3-4FAE-8856-014832C7A240}" srcOrd="1" destOrd="0" presId="urn:microsoft.com/office/officeart/2008/layout/LinedList"/>
    <dgm:cxn modelId="{96DA2B2C-575C-45E1-897E-EAD30BFB060F}" type="presParOf" srcId="{78DA8975-030A-42EA-AB16-B190769559F5}" destId="{C323ED57-A1FB-4293-9F0A-62753DC75514}" srcOrd="4" destOrd="0" presId="urn:microsoft.com/office/officeart/2008/layout/LinedList"/>
    <dgm:cxn modelId="{0EB5EC7B-5434-4F4A-99A2-37426EEE3D9C}" type="presParOf" srcId="{78DA8975-030A-42EA-AB16-B190769559F5}" destId="{0BB58036-E57C-410E-8535-90194A17A1B1}" srcOrd="5" destOrd="0" presId="urn:microsoft.com/office/officeart/2008/layout/LinedList"/>
    <dgm:cxn modelId="{C77ADF53-861A-483C-9ADA-A22680FD43CA}" type="presParOf" srcId="{0BB58036-E57C-410E-8535-90194A17A1B1}" destId="{9C4A7CDA-413C-478B-8EF6-82BC40017077}" srcOrd="0" destOrd="0" presId="urn:microsoft.com/office/officeart/2008/layout/LinedList"/>
    <dgm:cxn modelId="{FBF4C7E7-757A-4110-932C-B43B8749C579}" type="presParOf" srcId="{0BB58036-E57C-410E-8535-90194A17A1B1}" destId="{A1B008E7-3F09-4596-854A-5AEEB5D769E4}" srcOrd="1" destOrd="0" presId="urn:microsoft.com/office/officeart/2008/layout/LinedList"/>
    <dgm:cxn modelId="{C59238F6-E5A7-48ED-97B5-5AB10F4A5EA9}" type="presParOf" srcId="{78DA8975-030A-42EA-AB16-B190769559F5}" destId="{9330AB0C-8870-4E77-B4B2-853B1ECA040D}" srcOrd="6" destOrd="0" presId="urn:microsoft.com/office/officeart/2008/layout/LinedList"/>
    <dgm:cxn modelId="{2EDC0A8A-5B28-4697-B976-50D505BDD128}" type="presParOf" srcId="{78DA8975-030A-42EA-AB16-B190769559F5}" destId="{5C5FC159-32F6-4F58-A451-5FDC0BF98A37}" srcOrd="7" destOrd="0" presId="urn:microsoft.com/office/officeart/2008/layout/LinedList"/>
    <dgm:cxn modelId="{3A17DBF8-BEDE-441B-93A3-7330A66AC879}" type="presParOf" srcId="{5C5FC159-32F6-4F58-A451-5FDC0BF98A37}" destId="{B633BEF3-D103-4434-AFC6-2515696D6F30}" srcOrd="0" destOrd="0" presId="urn:microsoft.com/office/officeart/2008/layout/LinedList"/>
    <dgm:cxn modelId="{165890A2-DE02-42E1-B0D7-96765B07691F}" type="presParOf" srcId="{5C5FC159-32F6-4F58-A451-5FDC0BF98A37}" destId="{A54F48D5-3551-4038-91B5-E51E5811C0A0}" srcOrd="1" destOrd="0" presId="urn:microsoft.com/office/officeart/2008/layout/LinedList"/>
    <dgm:cxn modelId="{1531DC3D-157D-4A2A-B599-A1B0B5E3BC9B}" type="presParOf" srcId="{78DA8975-030A-42EA-AB16-B190769559F5}" destId="{FCE52CBA-6381-4C50-B97B-8C0BE7140313}" srcOrd="8" destOrd="0" presId="urn:microsoft.com/office/officeart/2008/layout/LinedList"/>
    <dgm:cxn modelId="{AEF52EE2-FC54-4106-BD64-3148EE6A07D4}" type="presParOf" srcId="{78DA8975-030A-42EA-AB16-B190769559F5}" destId="{AB865D78-719B-4DFE-8FE1-F963EF474266}" srcOrd="9" destOrd="0" presId="urn:microsoft.com/office/officeart/2008/layout/LinedList"/>
    <dgm:cxn modelId="{7365FFA5-141C-42FA-94ED-D23F20AD0859}" type="presParOf" srcId="{AB865D78-719B-4DFE-8FE1-F963EF474266}" destId="{A1937EC8-08FE-4087-BE97-31E9DB1A8839}" srcOrd="0" destOrd="0" presId="urn:microsoft.com/office/officeart/2008/layout/LinedList"/>
    <dgm:cxn modelId="{065A5973-9124-4519-AFE1-E51C669206DC}" type="presParOf" srcId="{AB865D78-719B-4DFE-8FE1-F963EF474266}" destId="{B66F0F7D-8ABD-47D4-98F8-FA0AB7C7CB2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D66A3C7-0730-4FB5-91CA-E3A557183C84}" type="doc">
      <dgm:prSet loTypeId="urn:microsoft.com/office/officeart/2008/layout/LinedList" loCatId="list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25C00A0F-667F-4FA4-A527-178D83CDA70F}">
      <dgm:prSet/>
      <dgm:spPr/>
      <dgm:t>
        <a:bodyPr/>
        <a:lstStyle/>
        <a:p>
          <a:r>
            <a:rPr lang="hu-HU" b="0" i="0" baseline="0"/>
            <a:t>Profil szerkesztése, profilkép</a:t>
          </a:r>
          <a:endParaRPr lang="en-US"/>
        </a:p>
      </dgm:t>
    </dgm:pt>
    <dgm:pt modelId="{84927E03-0701-4088-A265-E0FE1C526C90}" type="parTrans" cxnId="{FF6F78EF-73E5-4D87-B765-0683F3B4905C}">
      <dgm:prSet/>
      <dgm:spPr/>
      <dgm:t>
        <a:bodyPr/>
        <a:lstStyle/>
        <a:p>
          <a:endParaRPr lang="en-US"/>
        </a:p>
      </dgm:t>
    </dgm:pt>
    <dgm:pt modelId="{DC81A335-EB94-4634-A862-BEEF81907185}" type="sibTrans" cxnId="{FF6F78EF-73E5-4D87-B765-0683F3B4905C}">
      <dgm:prSet/>
      <dgm:spPr/>
      <dgm:t>
        <a:bodyPr/>
        <a:lstStyle/>
        <a:p>
          <a:endParaRPr lang="en-US"/>
        </a:p>
      </dgm:t>
    </dgm:pt>
    <dgm:pt modelId="{DECD322D-AEA3-48C3-B236-B4A9BA14B011}">
      <dgm:prSet/>
      <dgm:spPr/>
      <dgm:t>
        <a:bodyPr/>
        <a:lstStyle/>
        <a:p>
          <a:r>
            <a:rPr lang="hu-HU" b="0" i="0" baseline="0"/>
            <a:t>Fórum témák és hozzászólások</a:t>
          </a:r>
          <a:endParaRPr lang="en-US"/>
        </a:p>
      </dgm:t>
    </dgm:pt>
    <dgm:pt modelId="{34E1861F-39D4-4629-84A6-0194D986A9EB}" type="parTrans" cxnId="{CA31DCC5-C103-4C1A-9885-2CD11BA7CC6D}">
      <dgm:prSet/>
      <dgm:spPr/>
      <dgm:t>
        <a:bodyPr/>
        <a:lstStyle/>
        <a:p>
          <a:endParaRPr lang="en-US"/>
        </a:p>
      </dgm:t>
    </dgm:pt>
    <dgm:pt modelId="{8D163FC0-8E06-4C4E-AB28-F5976BDE5D16}" type="sibTrans" cxnId="{CA31DCC5-C103-4C1A-9885-2CD11BA7CC6D}">
      <dgm:prSet/>
      <dgm:spPr/>
      <dgm:t>
        <a:bodyPr/>
        <a:lstStyle/>
        <a:p>
          <a:endParaRPr lang="en-US"/>
        </a:p>
      </dgm:t>
    </dgm:pt>
    <dgm:pt modelId="{DABA18E9-65A8-4135-ABF1-38E0E56D984A}">
      <dgm:prSet/>
      <dgm:spPr/>
      <dgm:t>
        <a:bodyPr/>
        <a:lstStyle/>
        <a:p>
          <a:r>
            <a:rPr lang="hu-HU" b="0" i="0" baseline="0"/>
            <a:t>Építési napló blokkokkal</a:t>
          </a:r>
          <a:endParaRPr lang="en-US"/>
        </a:p>
      </dgm:t>
    </dgm:pt>
    <dgm:pt modelId="{FE3C30AC-9CDF-4175-BBAD-54B9EE969EA8}" type="parTrans" cxnId="{20704A86-47F1-4FDA-BE2A-C1A5D0247992}">
      <dgm:prSet/>
      <dgm:spPr/>
      <dgm:t>
        <a:bodyPr/>
        <a:lstStyle/>
        <a:p>
          <a:endParaRPr lang="en-US"/>
        </a:p>
      </dgm:t>
    </dgm:pt>
    <dgm:pt modelId="{5C7717AC-BB4E-426F-9DF2-5A5E0C684779}" type="sibTrans" cxnId="{20704A86-47F1-4FDA-BE2A-C1A5D0247992}">
      <dgm:prSet/>
      <dgm:spPr/>
      <dgm:t>
        <a:bodyPr/>
        <a:lstStyle/>
        <a:p>
          <a:endParaRPr lang="en-US"/>
        </a:p>
      </dgm:t>
    </dgm:pt>
    <dgm:pt modelId="{AFB90CEA-3F72-43B7-8628-F49C25F66DE2}">
      <dgm:prSet/>
      <dgm:spPr/>
      <dgm:t>
        <a:bodyPr/>
        <a:lstStyle/>
        <a:p>
          <a:r>
            <a:rPr lang="hu-HU" b="0" i="0" baseline="0"/>
            <a:t>AI chat widget</a:t>
          </a:r>
          <a:endParaRPr lang="en-US"/>
        </a:p>
      </dgm:t>
    </dgm:pt>
    <dgm:pt modelId="{FD77FBA7-85EE-4483-AF1B-3EEB84C0F560}" type="parTrans" cxnId="{6ABDF586-33C9-4AF7-845E-051B54A523D5}">
      <dgm:prSet/>
      <dgm:spPr/>
      <dgm:t>
        <a:bodyPr/>
        <a:lstStyle/>
        <a:p>
          <a:endParaRPr lang="en-US"/>
        </a:p>
      </dgm:t>
    </dgm:pt>
    <dgm:pt modelId="{2E6233B7-4565-4DE7-8854-D8ECA5B0F0CF}" type="sibTrans" cxnId="{6ABDF586-33C9-4AF7-845E-051B54A523D5}">
      <dgm:prSet/>
      <dgm:spPr/>
      <dgm:t>
        <a:bodyPr/>
        <a:lstStyle/>
        <a:p>
          <a:endParaRPr lang="en-US"/>
        </a:p>
      </dgm:t>
    </dgm:pt>
    <dgm:pt modelId="{917FC7DB-D486-458A-817B-84E3A870357F}">
      <dgm:prSet/>
      <dgm:spPr/>
      <dgm:t>
        <a:bodyPr/>
        <a:lstStyle/>
        <a:p>
          <a:r>
            <a:rPr lang="hu-HU" b="0" i="0" baseline="0"/>
            <a:t>Szerepkörfüggő felület</a:t>
          </a:r>
          <a:endParaRPr lang="en-US"/>
        </a:p>
      </dgm:t>
    </dgm:pt>
    <dgm:pt modelId="{06F0EE44-0801-45FC-B90D-BC05DD688468}" type="parTrans" cxnId="{3DA61983-FEDF-49B8-A9D3-72275EBC3460}">
      <dgm:prSet/>
      <dgm:spPr/>
      <dgm:t>
        <a:bodyPr/>
        <a:lstStyle/>
        <a:p>
          <a:endParaRPr lang="en-US"/>
        </a:p>
      </dgm:t>
    </dgm:pt>
    <dgm:pt modelId="{07F041F7-8F5C-480D-9410-9ED06D63D79D}" type="sibTrans" cxnId="{3DA61983-FEDF-49B8-A9D3-72275EBC3460}">
      <dgm:prSet/>
      <dgm:spPr/>
      <dgm:t>
        <a:bodyPr/>
        <a:lstStyle/>
        <a:p>
          <a:endParaRPr lang="en-US"/>
        </a:p>
      </dgm:t>
    </dgm:pt>
    <dgm:pt modelId="{FCA085A0-6BAD-4230-8142-127EE3D39B58}" type="pres">
      <dgm:prSet presAssocID="{BD66A3C7-0730-4FB5-91CA-E3A557183C84}" presName="vert0" presStyleCnt="0">
        <dgm:presLayoutVars>
          <dgm:dir/>
          <dgm:animOne val="branch"/>
          <dgm:animLvl val="lvl"/>
        </dgm:presLayoutVars>
      </dgm:prSet>
      <dgm:spPr/>
    </dgm:pt>
    <dgm:pt modelId="{D48BB082-E05F-4DD6-802B-B30E68F7425F}" type="pres">
      <dgm:prSet presAssocID="{25C00A0F-667F-4FA4-A527-178D83CDA70F}" presName="thickLine" presStyleLbl="alignNode1" presStyleIdx="0" presStyleCnt="5"/>
      <dgm:spPr/>
    </dgm:pt>
    <dgm:pt modelId="{CB730ABD-55F2-48ED-A887-AC49965A3026}" type="pres">
      <dgm:prSet presAssocID="{25C00A0F-667F-4FA4-A527-178D83CDA70F}" presName="horz1" presStyleCnt="0"/>
      <dgm:spPr/>
    </dgm:pt>
    <dgm:pt modelId="{DD227D38-6802-4243-B67D-2FF4C9842243}" type="pres">
      <dgm:prSet presAssocID="{25C00A0F-667F-4FA4-A527-178D83CDA70F}" presName="tx1" presStyleLbl="revTx" presStyleIdx="0" presStyleCnt="5"/>
      <dgm:spPr/>
    </dgm:pt>
    <dgm:pt modelId="{9738517E-384F-4B49-BB44-6D290F3C5D48}" type="pres">
      <dgm:prSet presAssocID="{25C00A0F-667F-4FA4-A527-178D83CDA70F}" presName="vert1" presStyleCnt="0"/>
      <dgm:spPr/>
    </dgm:pt>
    <dgm:pt modelId="{AD69286C-1F4A-44FD-832A-8CAE54E16A81}" type="pres">
      <dgm:prSet presAssocID="{DECD322D-AEA3-48C3-B236-B4A9BA14B011}" presName="thickLine" presStyleLbl="alignNode1" presStyleIdx="1" presStyleCnt="5"/>
      <dgm:spPr/>
    </dgm:pt>
    <dgm:pt modelId="{D36E721F-5A73-4334-B4FA-2E64548C7FAC}" type="pres">
      <dgm:prSet presAssocID="{DECD322D-AEA3-48C3-B236-B4A9BA14B011}" presName="horz1" presStyleCnt="0"/>
      <dgm:spPr/>
    </dgm:pt>
    <dgm:pt modelId="{BE5817CD-E099-4329-A6F8-F7C8CC730CBA}" type="pres">
      <dgm:prSet presAssocID="{DECD322D-AEA3-48C3-B236-B4A9BA14B011}" presName="tx1" presStyleLbl="revTx" presStyleIdx="1" presStyleCnt="5"/>
      <dgm:spPr/>
    </dgm:pt>
    <dgm:pt modelId="{B80FF33B-19D3-4A65-9E90-8FD437FD1FAB}" type="pres">
      <dgm:prSet presAssocID="{DECD322D-AEA3-48C3-B236-B4A9BA14B011}" presName="vert1" presStyleCnt="0"/>
      <dgm:spPr/>
    </dgm:pt>
    <dgm:pt modelId="{7A4F1D6A-DBB4-4A0E-AF58-E2094CBD1767}" type="pres">
      <dgm:prSet presAssocID="{DABA18E9-65A8-4135-ABF1-38E0E56D984A}" presName="thickLine" presStyleLbl="alignNode1" presStyleIdx="2" presStyleCnt="5"/>
      <dgm:spPr/>
    </dgm:pt>
    <dgm:pt modelId="{8FA87E1A-500F-4605-B438-53B9919EC63E}" type="pres">
      <dgm:prSet presAssocID="{DABA18E9-65A8-4135-ABF1-38E0E56D984A}" presName="horz1" presStyleCnt="0"/>
      <dgm:spPr/>
    </dgm:pt>
    <dgm:pt modelId="{B73CA87A-4662-44FD-92C7-C2D33632BC95}" type="pres">
      <dgm:prSet presAssocID="{DABA18E9-65A8-4135-ABF1-38E0E56D984A}" presName="tx1" presStyleLbl="revTx" presStyleIdx="2" presStyleCnt="5"/>
      <dgm:spPr/>
    </dgm:pt>
    <dgm:pt modelId="{119096B8-D1A2-497B-B1B9-BCBF2B4CFEB2}" type="pres">
      <dgm:prSet presAssocID="{DABA18E9-65A8-4135-ABF1-38E0E56D984A}" presName="vert1" presStyleCnt="0"/>
      <dgm:spPr/>
    </dgm:pt>
    <dgm:pt modelId="{CBC45202-012C-488D-BD27-B8C48B968BF3}" type="pres">
      <dgm:prSet presAssocID="{AFB90CEA-3F72-43B7-8628-F49C25F66DE2}" presName="thickLine" presStyleLbl="alignNode1" presStyleIdx="3" presStyleCnt="5"/>
      <dgm:spPr/>
    </dgm:pt>
    <dgm:pt modelId="{DC122846-B344-4814-B9C7-FBF6AA7F3B54}" type="pres">
      <dgm:prSet presAssocID="{AFB90CEA-3F72-43B7-8628-F49C25F66DE2}" presName="horz1" presStyleCnt="0"/>
      <dgm:spPr/>
    </dgm:pt>
    <dgm:pt modelId="{ADF14122-D800-4CA2-B646-1ADD05704D68}" type="pres">
      <dgm:prSet presAssocID="{AFB90CEA-3F72-43B7-8628-F49C25F66DE2}" presName="tx1" presStyleLbl="revTx" presStyleIdx="3" presStyleCnt="5"/>
      <dgm:spPr/>
    </dgm:pt>
    <dgm:pt modelId="{8BE3D6B2-12D4-4C7D-B1A8-6359508396A2}" type="pres">
      <dgm:prSet presAssocID="{AFB90CEA-3F72-43B7-8628-F49C25F66DE2}" presName="vert1" presStyleCnt="0"/>
      <dgm:spPr/>
    </dgm:pt>
    <dgm:pt modelId="{66BA995A-CE44-47CB-A678-E0717990EE34}" type="pres">
      <dgm:prSet presAssocID="{917FC7DB-D486-458A-817B-84E3A870357F}" presName="thickLine" presStyleLbl="alignNode1" presStyleIdx="4" presStyleCnt="5"/>
      <dgm:spPr/>
    </dgm:pt>
    <dgm:pt modelId="{231605AC-A63D-4113-A81D-EE74118410D1}" type="pres">
      <dgm:prSet presAssocID="{917FC7DB-D486-458A-817B-84E3A870357F}" presName="horz1" presStyleCnt="0"/>
      <dgm:spPr/>
    </dgm:pt>
    <dgm:pt modelId="{791F7DE8-1232-4D9D-B51C-24E9220C73A6}" type="pres">
      <dgm:prSet presAssocID="{917FC7DB-D486-458A-817B-84E3A870357F}" presName="tx1" presStyleLbl="revTx" presStyleIdx="4" presStyleCnt="5"/>
      <dgm:spPr/>
    </dgm:pt>
    <dgm:pt modelId="{F30BEE3C-1571-4A52-8266-6B25D4FC63AE}" type="pres">
      <dgm:prSet presAssocID="{917FC7DB-D486-458A-817B-84E3A870357F}" presName="vert1" presStyleCnt="0"/>
      <dgm:spPr/>
    </dgm:pt>
  </dgm:ptLst>
  <dgm:cxnLst>
    <dgm:cxn modelId="{EF70E602-5755-489D-BDAA-643ECC0CE5D9}" type="presOf" srcId="{917FC7DB-D486-458A-817B-84E3A870357F}" destId="{791F7DE8-1232-4D9D-B51C-24E9220C73A6}" srcOrd="0" destOrd="0" presId="urn:microsoft.com/office/officeart/2008/layout/LinedList"/>
    <dgm:cxn modelId="{996E7905-4514-4915-BC63-14C72EA303FC}" type="presOf" srcId="{BD66A3C7-0730-4FB5-91CA-E3A557183C84}" destId="{FCA085A0-6BAD-4230-8142-127EE3D39B58}" srcOrd="0" destOrd="0" presId="urn:microsoft.com/office/officeart/2008/layout/LinedList"/>
    <dgm:cxn modelId="{3DCCD364-F441-430A-9AC7-42AECE65BADD}" type="presOf" srcId="{AFB90CEA-3F72-43B7-8628-F49C25F66DE2}" destId="{ADF14122-D800-4CA2-B646-1ADD05704D68}" srcOrd="0" destOrd="0" presId="urn:microsoft.com/office/officeart/2008/layout/LinedList"/>
    <dgm:cxn modelId="{3DA61983-FEDF-49B8-A9D3-72275EBC3460}" srcId="{BD66A3C7-0730-4FB5-91CA-E3A557183C84}" destId="{917FC7DB-D486-458A-817B-84E3A870357F}" srcOrd="4" destOrd="0" parTransId="{06F0EE44-0801-45FC-B90D-BC05DD688468}" sibTransId="{07F041F7-8F5C-480D-9410-9ED06D63D79D}"/>
    <dgm:cxn modelId="{20704A86-47F1-4FDA-BE2A-C1A5D0247992}" srcId="{BD66A3C7-0730-4FB5-91CA-E3A557183C84}" destId="{DABA18E9-65A8-4135-ABF1-38E0E56D984A}" srcOrd="2" destOrd="0" parTransId="{FE3C30AC-9CDF-4175-BBAD-54B9EE969EA8}" sibTransId="{5C7717AC-BB4E-426F-9DF2-5A5E0C684779}"/>
    <dgm:cxn modelId="{6ABDF586-33C9-4AF7-845E-051B54A523D5}" srcId="{BD66A3C7-0730-4FB5-91CA-E3A557183C84}" destId="{AFB90CEA-3F72-43B7-8628-F49C25F66DE2}" srcOrd="3" destOrd="0" parTransId="{FD77FBA7-85EE-4483-AF1B-3EEB84C0F560}" sibTransId="{2E6233B7-4565-4DE7-8854-D8ECA5B0F0CF}"/>
    <dgm:cxn modelId="{557B7597-2262-4CAC-81BC-A2B4366A86A5}" type="presOf" srcId="{DABA18E9-65A8-4135-ABF1-38E0E56D984A}" destId="{B73CA87A-4662-44FD-92C7-C2D33632BC95}" srcOrd="0" destOrd="0" presId="urn:microsoft.com/office/officeart/2008/layout/LinedList"/>
    <dgm:cxn modelId="{CA31DCC5-C103-4C1A-9885-2CD11BA7CC6D}" srcId="{BD66A3C7-0730-4FB5-91CA-E3A557183C84}" destId="{DECD322D-AEA3-48C3-B236-B4A9BA14B011}" srcOrd="1" destOrd="0" parTransId="{34E1861F-39D4-4629-84A6-0194D986A9EB}" sibTransId="{8D163FC0-8E06-4C4E-AB28-F5976BDE5D16}"/>
    <dgm:cxn modelId="{6A137CCD-84F5-4D6D-B08A-F9CA0FAE0B63}" type="presOf" srcId="{DECD322D-AEA3-48C3-B236-B4A9BA14B011}" destId="{BE5817CD-E099-4329-A6F8-F7C8CC730CBA}" srcOrd="0" destOrd="0" presId="urn:microsoft.com/office/officeart/2008/layout/LinedList"/>
    <dgm:cxn modelId="{B84C04CE-90AC-4DD1-973C-757EF03649A6}" type="presOf" srcId="{25C00A0F-667F-4FA4-A527-178D83CDA70F}" destId="{DD227D38-6802-4243-B67D-2FF4C9842243}" srcOrd="0" destOrd="0" presId="urn:microsoft.com/office/officeart/2008/layout/LinedList"/>
    <dgm:cxn modelId="{FF6F78EF-73E5-4D87-B765-0683F3B4905C}" srcId="{BD66A3C7-0730-4FB5-91CA-E3A557183C84}" destId="{25C00A0F-667F-4FA4-A527-178D83CDA70F}" srcOrd="0" destOrd="0" parTransId="{84927E03-0701-4088-A265-E0FE1C526C90}" sibTransId="{DC81A335-EB94-4634-A862-BEEF81907185}"/>
    <dgm:cxn modelId="{34E6D69E-2043-4242-94F8-B5FBE72AAE62}" type="presParOf" srcId="{FCA085A0-6BAD-4230-8142-127EE3D39B58}" destId="{D48BB082-E05F-4DD6-802B-B30E68F7425F}" srcOrd="0" destOrd="0" presId="urn:microsoft.com/office/officeart/2008/layout/LinedList"/>
    <dgm:cxn modelId="{FB56F032-604A-4B7E-985A-22C7AB7EA528}" type="presParOf" srcId="{FCA085A0-6BAD-4230-8142-127EE3D39B58}" destId="{CB730ABD-55F2-48ED-A887-AC49965A3026}" srcOrd="1" destOrd="0" presId="urn:microsoft.com/office/officeart/2008/layout/LinedList"/>
    <dgm:cxn modelId="{74ABE7DB-EEC5-45DA-942E-B3AB141F6232}" type="presParOf" srcId="{CB730ABD-55F2-48ED-A887-AC49965A3026}" destId="{DD227D38-6802-4243-B67D-2FF4C9842243}" srcOrd="0" destOrd="0" presId="urn:microsoft.com/office/officeart/2008/layout/LinedList"/>
    <dgm:cxn modelId="{D93132F9-E450-43FA-B34A-295CD84C6EC6}" type="presParOf" srcId="{CB730ABD-55F2-48ED-A887-AC49965A3026}" destId="{9738517E-384F-4B49-BB44-6D290F3C5D48}" srcOrd="1" destOrd="0" presId="urn:microsoft.com/office/officeart/2008/layout/LinedList"/>
    <dgm:cxn modelId="{71E84355-D5DE-4118-AAD1-C2E367E3C0A6}" type="presParOf" srcId="{FCA085A0-6BAD-4230-8142-127EE3D39B58}" destId="{AD69286C-1F4A-44FD-832A-8CAE54E16A81}" srcOrd="2" destOrd="0" presId="urn:microsoft.com/office/officeart/2008/layout/LinedList"/>
    <dgm:cxn modelId="{6DFFF973-D063-4970-BB34-0508F7D3F183}" type="presParOf" srcId="{FCA085A0-6BAD-4230-8142-127EE3D39B58}" destId="{D36E721F-5A73-4334-B4FA-2E64548C7FAC}" srcOrd="3" destOrd="0" presId="urn:microsoft.com/office/officeart/2008/layout/LinedList"/>
    <dgm:cxn modelId="{187AD674-5E56-4476-81CA-9CC60F8B0F9A}" type="presParOf" srcId="{D36E721F-5A73-4334-B4FA-2E64548C7FAC}" destId="{BE5817CD-E099-4329-A6F8-F7C8CC730CBA}" srcOrd="0" destOrd="0" presId="urn:microsoft.com/office/officeart/2008/layout/LinedList"/>
    <dgm:cxn modelId="{B13F94BF-0854-42B3-82E4-79BAD0B97634}" type="presParOf" srcId="{D36E721F-5A73-4334-B4FA-2E64548C7FAC}" destId="{B80FF33B-19D3-4A65-9E90-8FD437FD1FAB}" srcOrd="1" destOrd="0" presId="urn:microsoft.com/office/officeart/2008/layout/LinedList"/>
    <dgm:cxn modelId="{2FF8DFC3-31AA-406E-BAD2-8804B99F49BC}" type="presParOf" srcId="{FCA085A0-6BAD-4230-8142-127EE3D39B58}" destId="{7A4F1D6A-DBB4-4A0E-AF58-E2094CBD1767}" srcOrd="4" destOrd="0" presId="urn:microsoft.com/office/officeart/2008/layout/LinedList"/>
    <dgm:cxn modelId="{081236BB-B8E1-4427-B46E-AFCE1BE3AA32}" type="presParOf" srcId="{FCA085A0-6BAD-4230-8142-127EE3D39B58}" destId="{8FA87E1A-500F-4605-B438-53B9919EC63E}" srcOrd="5" destOrd="0" presId="urn:microsoft.com/office/officeart/2008/layout/LinedList"/>
    <dgm:cxn modelId="{880BDD4F-0D2F-485B-B131-BF951C05D8EB}" type="presParOf" srcId="{8FA87E1A-500F-4605-B438-53B9919EC63E}" destId="{B73CA87A-4662-44FD-92C7-C2D33632BC95}" srcOrd="0" destOrd="0" presId="urn:microsoft.com/office/officeart/2008/layout/LinedList"/>
    <dgm:cxn modelId="{73FE3BF7-EE57-48BC-BF2F-E5D4450915D1}" type="presParOf" srcId="{8FA87E1A-500F-4605-B438-53B9919EC63E}" destId="{119096B8-D1A2-497B-B1B9-BCBF2B4CFEB2}" srcOrd="1" destOrd="0" presId="urn:microsoft.com/office/officeart/2008/layout/LinedList"/>
    <dgm:cxn modelId="{674438FF-5AEA-4A12-812C-9A2B5553DE2F}" type="presParOf" srcId="{FCA085A0-6BAD-4230-8142-127EE3D39B58}" destId="{CBC45202-012C-488D-BD27-B8C48B968BF3}" srcOrd="6" destOrd="0" presId="urn:microsoft.com/office/officeart/2008/layout/LinedList"/>
    <dgm:cxn modelId="{A0961599-AA95-43E2-A54C-BE2CF3625FA8}" type="presParOf" srcId="{FCA085A0-6BAD-4230-8142-127EE3D39B58}" destId="{DC122846-B344-4814-B9C7-FBF6AA7F3B54}" srcOrd="7" destOrd="0" presId="urn:microsoft.com/office/officeart/2008/layout/LinedList"/>
    <dgm:cxn modelId="{60DFD511-FE75-4F74-8425-0341E6F41C67}" type="presParOf" srcId="{DC122846-B344-4814-B9C7-FBF6AA7F3B54}" destId="{ADF14122-D800-4CA2-B646-1ADD05704D68}" srcOrd="0" destOrd="0" presId="urn:microsoft.com/office/officeart/2008/layout/LinedList"/>
    <dgm:cxn modelId="{7CD4FCB0-9C1B-4647-95F4-B0793BED125A}" type="presParOf" srcId="{DC122846-B344-4814-B9C7-FBF6AA7F3B54}" destId="{8BE3D6B2-12D4-4C7D-B1A8-6359508396A2}" srcOrd="1" destOrd="0" presId="urn:microsoft.com/office/officeart/2008/layout/LinedList"/>
    <dgm:cxn modelId="{C90AA2C3-CC13-4C5F-B9E3-BF1D03AB8ACE}" type="presParOf" srcId="{FCA085A0-6BAD-4230-8142-127EE3D39B58}" destId="{66BA995A-CE44-47CB-A678-E0717990EE34}" srcOrd="8" destOrd="0" presId="urn:microsoft.com/office/officeart/2008/layout/LinedList"/>
    <dgm:cxn modelId="{9F85EEE9-5B2B-4BBE-9681-056CF181FCD4}" type="presParOf" srcId="{FCA085A0-6BAD-4230-8142-127EE3D39B58}" destId="{231605AC-A63D-4113-A81D-EE74118410D1}" srcOrd="9" destOrd="0" presId="urn:microsoft.com/office/officeart/2008/layout/LinedList"/>
    <dgm:cxn modelId="{DBB63BA5-7C6F-4AB8-8C89-15984D7AD9AC}" type="presParOf" srcId="{231605AC-A63D-4113-A81D-EE74118410D1}" destId="{791F7DE8-1232-4D9D-B51C-24E9220C73A6}" srcOrd="0" destOrd="0" presId="urn:microsoft.com/office/officeart/2008/layout/LinedList"/>
    <dgm:cxn modelId="{B726310E-D109-4223-8511-D7C0372070CB}" type="presParOf" srcId="{231605AC-A63D-4113-A81D-EE74118410D1}" destId="{F30BEE3C-1571-4A52-8266-6B25D4FC63A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BB9D320F-B5EB-4169-A471-C8A5E9C66AB8}" type="doc">
      <dgm:prSet loTypeId="urn:microsoft.com/office/officeart/2005/8/layout/default" loCatId="list" qsTypeId="urn:microsoft.com/office/officeart/2005/8/quickstyle/simple4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B835ED72-97B3-41D9-99EC-BE4901B9B0D4}">
      <dgm:prSet/>
      <dgm:spPr/>
      <dgm:t>
        <a:bodyPr/>
        <a:lstStyle/>
        <a:p>
          <a:r>
            <a:rPr lang="hu-HU" b="0" i="0" baseline="0"/>
            <a:t>Sötét, modern megjelenés</a:t>
          </a:r>
          <a:endParaRPr lang="en-US"/>
        </a:p>
      </dgm:t>
    </dgm:pt>
    <dgm:pt modelId="{713A5988-73F6-46E6-8C26-3680F2A7D769}" type="parTrans" cxnId="{330C10BD-4970-4422-B924-3EE60BECFAC5}">
      <dgm:prSet/>
      <dgm:spPr/>
      <dgm:t>
        <a:bodyPr/>
        <a:lstStyle/>
        <a:p>
          <a:endParaRPr lang="en-US"/>
        </a:p>
      </dgm:t>
    </dgm:pt>
    <dgm:pt modelId="{6FE9C346-2493-4EBD-8F6E-DAA0CEAB27FD}" type="sibTrans" cxnId="{330C10BD-4970-4422-B924-3EE60BECFAC5}">
      <dgm:prSet/>
      <dgm:spPr/>
      <dgm:t>
        <a:bodyPr/>
        <a:lstStyle/>
        <a:p>
          <a:endParaRPr lang="en-US"/>
        </a:p>
      </dgm:t>
    </dgm:pt>
    <dgm:pt modelId="{7FAFFF25-3A74-49A6-A673-51BDF639466F}">
      <dgm:prSet/>
      <dgm:spPr/>
      <dgm:t>
        <a:bodyPr/>
        <a:lstStyle/>
        <a:p>
          <a:r>
            <a:rPr lang="hu-HU" b="0" i="0" baseline="0"/>
            <a:t>CSS változók</a:t>
          </a:r>
          <a:endParaRPr lang="en-US"/>
        </a:p>
      </dgm:t>
    </dgm:pt>
    <dgm:pt modelId="{CB287C82-2E77-4D45-AFDC-7C41DED00DB4}" type="parTrans" cxnId="{4F2A97D3-DA52-439B-9D8E-3AD672404886}">
      <dgm:prSet/>
      <dgm:spPr/>
      <dgm:t>
        <a:bodyPr/>
        <a:lstStyle/>
        <a:p>
          <a:endParaRPr lang="en-US"/>
        </a:p>
      </dgm:t>
    </dgm:pt>
    <dgm:pt modelId="{DD3F86AF-E406-4736-82E4-800B0BC5F080}" type="sibTrans" cxnId="{4F2A97D3-DA52-439B-9D8E-3AD672404886}">
      <dgm:prSet/>
      <dgm:spPr/>
      <dgm:t>
        <a:bodyPr/>
        <a:lstStyle/>
        <a:p>
          <a:endParaRPr lang="en-US"/>
        </a:p>
      </dgm:t>
    </dgm:pt>
    <dgm:pt modelId="{DC94FF67-C19C-4310-8565-69C691C212D4}">
      <dgm:prSet/>
      <dgm:spPr/>
      <dgm:t>
        <a:bodyPr/>
        <a:lstStyle/>
        <a:p>
          <a:r>
            <a:rPr lang="hu-HU" b="0" i="0" baseline="0"/>
            <a:t>Card alapú layout</a:t>
          </a:r>
          <a:endParaRPr lang="en-US"/>
        </a:p>
      </dgm:t>
    </dgm:pt>
    <dgm:pt modelId="{A8C614FA-F729-456D-9813-41BADC61398E}" type="parTrans" cxnId="{C545CE3A-23C7-47BC-B5C0-A06C2B0A4CDA}">
      <dgm:prSet/>
      <dgm:spPr/>
      <dgm:t>
        <a:bodyPr/>
        <a:lstStyle/>
        <a:p>
          <a:endParaRPr lang="en-US"/>
        </a:p>
      </dgm:t>
    </dgm:pt>
    <dgm:pt modelId="{4B33D008-C25B-4819-BE65-D032CB123D7D}" type="sibTrans" cxnId="{C545CE3A-23C7-47BC-B5C0-A06C2B0A4CDA}">
      <dgm:prSet/>
      <dgm:spPr/>
      <dgm:t>
        <a:bodyPr/>
        <a:lstStyle/>
        <a:p>
          <a:endParaRPr lang="en-US"/>
        </a:p>
      </dgm:t>
    </dgm:pt>
    <dgm:pt modelId="{0727CDFE-0A2C-412B-A1E0-B9F1D7B563C6}">
      <dgm:prSet/>
      <dgm:spPr/>
      <dgm:t>
        <a:bodyPr/>
        <a:lstStyle/>
        <a:p>
          <a:r>
            <a:rPr lang="hu-HU" b="0" i="0" baseline="0"/>
            <a:t>Hover effektek, státusz-pill-ek</a:t>
          </a:r>
          <a:endParaRPr lang="en-US"/>
        </a:p>
      </dgm:t>
    </dgm:pt>
    <dgm:pt modelId="{61D35AA8-ADD0-4F04-B980-1FD58925B106}" type="parTrans" cxnId="{27F41460-F8BB-4F04-AC93-2C511FD004AA}">
      <dgm:prSet/>
      <dgm:spPr/>
      <dgm:t>
        <a:bodyPr/>
        <a:lstStyle/>
        <a:p>
          <a:endParaRPr lang="en-US"/>
        </a:p>
      </dgm:t>
    </dgm:pt>
    <dgm:pt modelId="{CEEE35E8-DE75-4021-9F01-9CCCCDC27261}" type="sibTrans" cxnId="{27F41460-F8BB-4F04-AC93-2C511FD004AA}">
      <dgm:prSet/>
      <dgm:spPr/>
      <dgm:t>
        <a:bodyPr/>
        <a:lstStyle/>
        <a:p>
          <a:endParaRPr lang="en-US"/>
        </a:p>
      </dgm:t>
    </dgm:pt>
    <dgm:pt modelId="{4F57DB78-AD06-4846-9247-5484412CF995}">
      <dgm:prSet/>
      <dgm:spPr/>
      <dgm:t>
        <a:bodyPr/>
        <a:lstStyle/>
        <a:p>
          <a:r>
            <a:rPr lang="hu-HU" b="0" i="0" baseline="0"/>
            <a:t>Mobil nézet támogatása</a:t>
          </a:r>
          <a:endParaRPr lang="en-US"/>
        </a:p>
      </dgm:t>
    </dgm:pt>
    <dgm:pt modelId="{A31E54DE-4375-41BD-83B7-ADCF1963C1C1}" type="parTrans" cxnId="{E443CD6A-02AE-4C54-A440-8CFBDBF0F6E0}">
      <dgm:prSet/>
      <dgm:spPr/>
      <dgm:t>
        <a:bodyPr/>
        <a:lstStyle/>
        <a:p>
          <a:endParaRPr lang="en-US"/>
        </a:p>
      </dgm:t>
    </dgm:pt>
    <dgm:pt modelId="{B9E074BB-61E6-4BD8-BDE5-5F044588DDCA}" type="sibTrans" cxnId="{E443CD6A-02AE-4C54-A440-8CFBDBF0F6E0}">
      <dgm:prSet/>
      <dgm:spPr/>
      <dgm:t>
        <a:bodyPr/>
        <a:lstStyle/>
        <a:p>
          <a:endParaRPr lang="en-US"/>
        </a:p>
      </dgm:t>
    </dgm:pt>
    <dgm:pt modelId="{05FC91FA-BAEF-4FA0-A1D7-26E16956DBB0}" type="pres">
      <dgm:prSet presAssocID="{BB9D320F-B5EB-4169-A471-C8A5E9C66AB8}" presName="diagram" presStyleCnt="0">
        <dgm:presLayoutVars>
          <dgm:dir/>
          <dgm:resizeHandles val="exact"/>
        </dgm:presLayoutVars>
      </dgm:prSet>
      <dgm:spPr/>
    </dgm:pt>
    <dgm:pt modelId="{11BA9323-3618-416D-ABBD-67EE8838CA3D}" type="pres">
      <dgm:prSet presAssocID="{B835ED72-97B3-41D9-99EC-BE4901B9B0D4}" presName="node" presStyleLbl="node1" presStyleIdx="0" presStyleCnt="5">
        <dgm:presLayoutVars>
          <dgm:bulletEnabled val="1"/>
        </dgm:presLayoutVars>
      </dgm:prSet>
      <dgm:spPr/>
    </dgm:pt>
    <dgm:pt modelId="{EA7D3B3F-831A-427E-9929-2B5DC498286B}" type="pres">
      <dgm:prSet presAssocID="{6FE9C346-2493-4EBD-8F6E-DAA0CEAB27FD}" presName="sibTrans" presStyleCnt="0"/>
      <dgm:spPr/>
    </dgm:pt>
    <dgm:pt modelId="{E1B1A7AA-03F6-4432-85D7-B5BCB544E991}" type="pres">
      <dgm:prSet presAssocID="{7FAFFF25-3A74-49A6-A673-51BDF639466F}" presName="node" presStyleLbl="node1" presStyleIdx="1" presStyleCnt="5">
        <dgm:presLayoutVars>
          <dgm:bulletEnabled val="1"/>
        </dgm:presLayoutVars>
      </dgm:prSet>
      <dgm:spPr/>
    </dgm:pt>
    <dgm:pt modelId="{F55C3FE1-4F57-408F-A6F2-57AE131BA678}" type="pres">
      <dgm:prSet presAssocID="{DD3F86AF-E406-4736-82E4-800B0BC5F080}" presName="sibTrans" presStyleCnt="0"/>
      <dgm:spPr/>
    </dgm:pt>
    <dgm:pt modelId="{827B3190-8E14-4643-9018-E819245F7834}" type="pres">
      <dgm:prSet presAssocID="{DC94FF67-C19C-4310-8565-69C691C212D4}" presName="node" presStyleLbl="node1" presStyleIdx="2" presStyleCnt="5">
        <dgm:presLayoutVars>
          <dgm:bulletEnabled val="1"/>
        </dgm:presLayoutVars>
      </dgm:prSet>
      <dgm:spPr/>
    </dgm:pt>
    <dgm:pt modelId="{41B75B74-3981-4A7E-9643-B603F22CE2A5}" type="pres">
      <dgm:prSet presAssocID="{4B33D008-C25B-4819-BE65-D032CB123D7D}" presName="sibTrans" presStyleCnt="0"/>
      <dgm:spPr/>
    </dgm:pt>
    <dgm:pt modelId="{8D195DF9-60E1-4771-A97D-85C02D8592EB}" type="pres">
      <dgm:prSet presAssocID="{0727CDFE-0A2C-412B-A1E0-B9F1D7B563C6}" presName="node" presStyleLbl="node1" presStyleIdx="3" presStyleCnt="5">
        <dgm:presLayoutVars>
          <dgm:bulletEnabled val="1"/>
        </dgm:presLayoutVars>
      </dgm:prSet>
      <dgm:spPr/>
    </dgm:pt>
    <dgm:pt modelId="{A65B9F9C-9918-43FA-A49D-D6A8B6A4BF82}" type="pres">
      <dgm:prSet presAssocID="{CEEE35E8-DE75-4021-9F01-9CCCCDC27261}" presName="sibTrans" presStyleCnt="0"/>
      <dgm:spPr/>
    </dgm:pt>
    <dgm:pt modelId="{8A178E18-DE92-4D64-AEAA-4D4879290C47}" type="pres">
      <dgm:prSet presAssocID="{4F57DB78-AD06-4846-9247-5484412CF995}" presName="node" presStyleLbl="node1" presStyleIdx="4" presStyleCnt="5">
        <dgm:presLayoutVars>
          <dgm:bulletEnabled val="1"/>
        </dgm:presLayoutVars>
      </dgm:prSet>
      <dgm:spPr/>
    </dgm:pt>
  </dgm:ptLst>
  <dgm:cxnLst>
    <dgm:cxn modelId="{072DC808-A1E2-4A82-8F73-B1FF99F31C54}" type="presOf" srcId="{7FAFFF25-3A74-49A6-A673-51BDF639466F}" destId="{E1B1A7AA-03F6-4432-85D7-B5BCB544E991}" srcOrd="0" destOrd="0" presId="urn:microsoft.com/office/officeart/2005/8/layout/default"/>
    <dgm:cxn modelId="{C545CE3A-23C7-47BC-B5C0-A06C2B0A4CDA}" srcId="{BB9D320F-B5EB-4169-A471-C8A5E9C66AB8}" destId="{DC94FF67-C19C-4310-8565-69C691C212D4}" srcOrd="2" destOrd="0" parTransId="{A8C614FA-F729-456D-9813-41BADC61398E}" sibTransId="{4B33D008-C25B-4819-BE65-D032CB123D7D}"/>
    <dgm:cxn modelId="{27F41460-F8BB-4F04-AC93-2C511FD004AA}" srcId="{BB9D320F-B5EB-4169-A471-C8A5E9C66AB8}" destId="{0727CDFE-0A2C-412B-A1E0-B9F1D7B563C6}" srcOrd="3" destOrd="0" parTransId="{61D35AA8-ADD0-4F04-B980-1FD58925B106}" sibTransId="{CEEE35E8-DE75-4021-9F01-9CCCCDC27261}"/>
    <dgm:cxn modelId="{E443CD6A-02AE-4C54-A440-8CFBDBF0F6E0}" srcId="{BB9D320F-B5EB-4169-A471-C8A5E9C66AB8}" destId="{4F57DB78-AD06-4846-9247-5484412CF995}" srcOrd="4" destOrd="0" parTransId="{A31E54DE-4375-41BD-83B7-ADCF1963C1C1}" sibTransId="{B9E074BB-61E6-4BD8-BDE5-5F044588DDCA}"/>
    <dgm:cxn modelId="{486982A4-1D61-4BF0-A6C0-226B3601D569}" type="presOf" srcId="{BB9D320F-B5EB-4169-A471-C8A5E9C66AB8}" destId="{05FC91FA-BAEF-4FA0-A1D7-26E16956DBB0}" srcOrd="0" destOrd="0" presId="urn:microsoft.com/office/officeart/2005/8/layout/default"/>
    <dgm:cxn modelId="{FAA5E0BC-749F-4F83-8C35-08EF85C72AE8}" type="presOf" srcId="{4F57DB78-AD06-4846-9247-5484412CF995}" destId="{8A178E18-DE92-4D64-AEAA-4D4879290C47}" srcOrd="0" destOrd="0" presId="urn:microsoft.com/office/officeart/2005/8/layout/default"/>
    <dgm:cxn modelId="{330C10BD-4970-4422-B924-3EE60BECFAC5}" srcId="{BB9D320F-B5EB-4169-A471-C8A5E9C66AB8}" destId="{B835ED72-97B3-41D9-99EC-BE4901B9B0D4}" srcOrd="0" destOrd="0" parTransId="{713A5988-73F6-46E6-8C26-3680F2A7D769}" sibTransId="{6FE9C346-2493-4EBD-8F6E-DAA0CEAB27FD}"/>
    <dgm:cxn modelId="{85BE9EC6-41CC-48FC-B7EB-1C55B7A67FE3}" type="presOf" srcId="{0727CDFE-0A2C-412B-A1E0-B9F1D7B563C6}" destId="{8D195DF9-60E1-4771-A97D-85C02D8592EB}" srcOrd="0" destOrd="0" presId="urn:microsoft.com/office/officeart/2005/8/layout/default"/>
    <dgm:cxn modelId="{4F2A97D3-DA52-439B-9D8E-3AD672404886}" srcId="{BB9D320F-B5EB-4169-A471-C8A5E9C66AB8}" destId="{7FAFFF25-3A74-49A6-A673-51BDF639466F}" srcOrd="1" destOrd="0" parTransId="{CB287C82-2E77-4D45-AFDC-7C41DED00DB4}" sibTransId="{DD3F86AF-E406-4736-82E4-800B0BC5F080}"/>
    <dgm:cxn modelId="{70AFFBE4-32AA-4DAE-8025-605D57568AC8}" type="presOf" srcId="{DC94FF67-C19C-4310-8565-69C691C212D4}" destId="{827B3190-8E14-4643-9018-E819245F7834}" srcOrd="0" destOrd="0" presId="urn:microsoft.com/office/officeart/2005/8/layout/default"/>
    <dgm:cxn modelId="{E80987EF-24F7-4A4B-B689-3F1F45A9BA37}" type="presOf" srcId="{B835ED72-97B3-41D9-99EC-BE4901B9B0D4}" destId="{11BA9323-3618-416D-ABBD-67EE8838CA3D}" srcOrd="0" destOrd="0" presId="urn:microsoft.com/office/officeart/2005/8/layout/default"/>
    <dgm:cxn modelId="{989786AE-FA66-41F9-8534-B54807FB8EFC}" type="presParOf" srcId="{05FC91FA-BAEF-4FA0-A1D7-26E16956DBB0}" destId="{11BA9323-3618-416D-ABBD-67EE8838CA3D}" srcOrd="0" destOrd="0" presId="urn:microsoft.com/office/officeart/2005/8/layout/default"/>
    <dgm:cxn modelId="{EF02E3F9-4257-4365-8AA7-99BF5B6ECD8D}" type="presParOf" srcId="{05FC91FA-BAEF-4FA0-A1D7-26E16956DBB0}" destId="{EA7D3B3F-831A-427E-9929-2B5DC498286B}" srcOrd="1" destOrd="0" presId="urn:microsoft.com/office/officeart/2005/8/layout/default"/>
    <dgm:cxn modelId="{3D1D4822-AA0B-4DF3-8158-14719A39EDB4}" type="presParOf" srcId="{05FC91FA-BAEF-4FA0-A1D7-26E16956DBB0}" destId="{E1B1A7AA-03F6-4432-85D7-B5BCB544E991}" srcOrd="2" destOrd="0" presId="urn:microsoft.com/office/officeart/2005/8/layout/default"/>
    <dgm:cxn modelId="{39993F3D-8F40-4E39-BC88-01D628253BA8}" type="presParOf" srcId="{05FC91FA-BAEF-4FA0-A1D7-26E16956DBB0}" destId="{F55C3FE1-4F57-408F-A6F2-57AE131BA678}" srcOrd="3" destOrd="0" presId="urn:microsoft.com/office/officeart/2005/8/layout/default"/>
    <dgm:cxn modelId="{A9BFD152-F9DD-46D3-B64C-9945A1D5EBA7}" type="presParOf" srcId="{05FC91FA-BAEF-4FA0-A1D7-26E16956DBB0}" destId="{827B3190-8E14-4643-9018-E819245F7834}" srcOrd="4" destOrd="0" presId="urn:microsoft.com/office/officeart/2005/8/layout/default"/>
    <dgm:cxn modelId="{BF396950-5C57-446B-9419-48B3949AC113}" type="presParOf" srcId="{05FC91FA-BAEF-4FA0-A1D7-26E16956DBB0}" destId="{41B75B74-3981-4A7E-9643-B603F22CE2A5}" srcOrd="5" destOrd="0" presId="urn:microsoft.com/office/officeart/2005/8/layout/default"/>
    <dgm:cxn modelId="{5E715F86-4C79-41B8-8218-609C6B0694FB}" type="presParOf" srcId="{05FC91FA-BAEF-4FA0-A1D7-26E16956DBB0}" destId="{8D195DF9-60E1-4771-A97D-85C02D8592EB}" srcOrd="6" destOrd="0" presId="urn:microsoft.com/office/officeart/2005/8/layout/default"/>
    <dgm:cxn modelId="{19632D5E-42B7-4AB1-900C-7091AB685D48}" type="presParOf" srcId="{05FC91FA-BAEF-4FA0-A1D7-26E16956DBB0}" destId="{A65B9F9C-9918-43FA-A49D-D6A8B6A4BF82}" srcOrd="7" destOrd="0" presId="urn:microsoft.com/office/officeart/2005/8/layout/default"/>
    <dgm:cxn modelId="{B8F7886D-2725-4BC0-8414-128E12C4F168}" type="presParOf" srcId="{05FC91FA-BAEF-4FA0-A1D7-26E16956DBB0}" destId="{8A178E18-DE92-4D64-AEAA-4D4879290C47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35ABDADB-D572-4319-8AB1-6A755FD3494F}" type="doc">
      <dgm:prSet loTypeId="urn:microsoft.com/office/officeart/2005/8/layout/default" loCatId="list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7A2E3DE8-9B87-40B5-91BB-545792DB7E15}">
      <dgm:prSet/>
      <dgm:spPr/>
      <dgm:t>
        <a:bodyPr/>
        <a:lstStyle/>
        <a:p>
          <a:r>
            <a:rPr lang="hu-HU" b="0" i="0" baseline="0"/>
            <a:t>Teljes full-stack rendszer</a:t>
          </a:r>
          <a:endParaRPr lang="en-US"/>
        </a:p>
      </dgm:t>
    </dgm:pt>
    <dgm:pt modelId="{A953E2BC-B90F-4282-B21B-9ECAE5E94081}" type="parTrans" cxnId="{3E87E3F3-F60F-4ACF-90B1-8168FBA02430}">
      <dgm:prSet/>
      <dgm:spPr/>
      <dgm:t>
        <a:bodyPr/>
        <a:lstStyle/>
        <a:p>
          <a:endParaRPr lang="en-US"/>
        </a:p>
      </dgm:t>
    </dgm:pt>
    <dgm:pt modelId="{8D942075-6361-4E0E-B808-BFA425ADC926}" type="sibTrans" cxnId="{3E87E3F3-F60F-4ACF-90B1-8168FBA02430}">
      <dgm:prSet/>
      <dgm:spPr/>
      <dgm:t>
        <a:bodyPr/>
        <a:lstStyle/>
        <a:p>
          <a:endParaRPr lang="en-US"/>
        </a:p>
      </dgm:t>
    </dgm:pt>
    <dgm:pt modelId="{0549F62C-3F62-4253-B412-02A2E9068EFF}">
      <dgm:prSet/>
      <dgm:spPr/>
      <dgm:t>
        <a:bodyPr/>
        <a:lstStyle/>
        <a:p>
          <a:r>
            <a:rPr lang="hu-HU" b="0" i="0" baseline="0"/>
            <a:t>Valós közösségi funkciók</a:t>
          </a:r>
          <a:endParaRPr lang="en-US"/>
        </a:p>
      </dgm:t>
    </dgm:pt>
    <dgm:pt modelId="{02652DAD-7BC1-499B-BF92-C72CC78E615C}" type="parTrans" cxnId="{D544A49E-A532-48AF-9DBD-C883F26716C4}">
      <dgm:prSet/>
      <dgm:spPr/>
      <dgm:t>
        <a:bodyPr/>
        <a:lstStyle/>
        <a:p>
          <a:endParaRPr lang="en-US"/>
        </a:p>
      </dgm:t>
    </dgm:pt>
    <dgm:pt modelId="{245F0005-86DA-414B-B9DF-D58ACA7CEEF0}" type="sibTrans" cxnId="{D544A49E-A532-48AF-9DBD-C883F26716C4}">
      <dgm:prSet/>
      <dgm:spPr/>
      <dgm:t>
        <a:bodyPr/>
        <a:lstStyle/>
        <a:p>
          <a:endParaRPr lang="en-US"/>
        </a:p>
      </dgm:t>
    </dgm:pt>
    <dgm:pt modelId="{64204FC3-3239-4CD9-848E-6E0DE68E3E2B}">
      <dgm:prSet/>
      <dgm:spPr/>
      <dgm:t>
        <a:bodyPr/>
        <a:lstStyle/>
        <a:p>
          <a:r>
            <a:rPr lang="hu-HU" b="0" i="0" baseline="0"/>
            <a:t>Biztonságos és bővíthető felépítés</a:t>
          </a:r>
          <a:endParaRPr lang="en-US"/>
        </a:p>
      </dgm:t>
    </dgm:pt>
    <dgm:pt modelId="{50ACAB5F-34CC-4DD3-84B2-3C40CE34E834}" type="parTrans" cxnId="{9B12B0AA-70CE-4067-B185-CC4CB741FD90}">
      <dgm:prSet/>
      <dgm:spPr/>
      <dgm:t>
        <a:bodyPr/>
        <a:lstStyle/>
        <a:p>
          <a:endParaRPr lang="en-US"/>
        </a:p>
      </dgm:t>
    </dgm:pt>
    <dgm:pt modelId="{5B23037E-2987-4EE6-A9FC-663B986B764D}" type="sibTrans" cxnId="{9B12B0AA-70CE-4067-B185-CC4CB741FD90}">
      <dgm:prSet/>
      <dgm:spPr/>
      <dgm:t>
        <a:bodyPr/>
        <a:lstStyle/>
        <a:p>
          <a:endParaRPr lang="en-US"/>
        </a:p>
      </dgm:t>
    </dgm:pt>
    <dgm:pt modelId="{5872A37B-EC74-4B2D-A200-ABAD239D48E2}">
      <dgm:prSet/>
      <dgm:spPr/>
      <dgm:t>
        <a:bodyPr/>
        <a:lstStyle/>
        <a:p>
          <a:r>
            <a:rPr lang="hu-HU" b="0" i="0" baseline="0"/>
            <a:t>Jövőbeli lehetőségek:</a:t>
          </a:r>
          <a:endParaRPr lang="en-US"/>
        </a:p>
      </dgm:t>
    </dgm:pt>
    <dgm:pt modelId="{4D69D828-7F8E-4185-9100-FD825E10989F}" type="parTrans" cxnId="{330FBFE7-FF9A-484E-B373-4E3A5C7788FC}">
      <dgm:prSet/>
      <dgm:spPr/>
      <dgm:t>
        <a:bodyPr/>
        <a:lstStyle/>
        <a:p>
          <a:endParaRPr lang="en-US"/>
        </a:p>
      </dgm:t>
    </dgm:pt>
    <dgm:pt modelId="{DC8D3F1F-A075-494D-B8D8-254073051074}" type="sibTrans" cxnId="{330FBFE7-FF9A-484E-B373-4E3A5C7788FC}">
      <dgm:prSet/>
      <dgm:spPr/>
      <dgm:t>
        <a:bodyPr/>
        <a:lstStyle/>
        <a:p>
          <a:endParaRPr lang="en-US"/>
        </a:p>
      </dgm:t>
    </dgm:pt>
    <dgm:pt modelId="{013C0EE6-EF89-4648-A247-D05236162253}">
      <dgm:prSet/>
      <dgm:spPr/>
      <dgm:t>
        <a:bodyPr/>
        <a:lstStyle/>
        <a:p>
          <a:r>
            <a:rPr lang="hu-HU" b="0" i="0" baseline="0"/>
            <a:t>még jobb keresés</a:t>
          </a:r>
          <a:endParaRPr lang="en-US"/>
        </a:p>
      </dgm:t>
    </dgm:pt>
    <dgm:pt modelId="{F6DF5799-B3FE-414B-91D7-700B5237FEEB}" type="parTrans" cxnId="{D0202567-7F08-4EC2-A37B-BD213237722A}">
      <dgm:prSet/>
      <dgm:spPr/>
      <dgm:t>
        <a:bodyPr/>
        <a:lstStyle/>
        <a:p>
          <a:endParaRPr lang="en-US"/>
        </a:p>
      </dgm:t>
    </dgm:pt>
    <dgm:pt modelId="{3C9D44EA-78DC-4AAB-9D19-F25726C18A1C}" type="sibTrans" cxnId="{D0202567-7F08-4EC2-A37B-BD213237722A}">
      <dgm:prSet/>
      <dgm:spPr/>
      <dgm:t>
        <a:bodyPr/>
        <a:lstStyle/>
        <a:p>
          <a:endParaRPr lang="en-US"/>
        </a:p>
      </dgm:t>
    </dgm:pt>
    <dgm:pt modelId="{96CD18F8-360F-40F3-B56A-3C8B9DBD0BFF}">
      <dgm:prSet/>
      <dgm:spPr/>
      <dgm:t>
        <a:bodyPr/>
        <a:lstStyle/>
        <a:p>
          <a:r>
            <a:rPr lang="hu-HU" b="0" i="0" baseline="0"/>
            <a:t>több admin statisztika</a:t>
          </a:r>
          <a:endParaRPr lang="en-US"/>
        </a:p>
      </dgm:t>
    </dgm:pt>
    <dgm:pt modelId="{B1EB9829-9959-4141-BF9B-A887CAA2AEA1}" type="parTrans" cxnId="{FD8ECCD2-349A-4462-B06E-03185D24515A}">
      <dgm:prSet/>
      <dgm:spPr/>
      <dgm:t>
        <a:bodyPr/>
        <a:lstStyle/>
        <a:p>
          <a:endParaRPr lang="en-US"/>
        </a:p>
      </dgm:t>
    </dgm:pt>
    <dgm:pt modelId="{FF0453B9-3537-42CF-8A66-496156C95744}" type="sibTrans" cxnId="{FD8ECCD2-349A-4462-B06E-03185D24515A}">
      <dgm:prSet/>
      <dgm:spPr/>
      <dgm:t>
        <a:bodyPr/>
        <a:lstStyle/>
        <a:p>
          <a:endParaRPr lang="en-US"/>
        </a:p>
      </dgm:t>
    </dgm:pt>
    <dgm:pt modelId="{D52B2E31-F629-4C3A-975A-CAFBB97183F8}">
      <dgm:prSet/>
      <dgm:spPr/>
      <dgm:t>
        <a:bodyPr/>
        <a:lstStyle/>
        <a:p>
          <a:r>
            <a:rPr lang="hu-HU" b="0" i="0" baseline="0"/>
            <a:t>fejlettebb AI</a:t>
          </a:r>
          <a:endParaRPr lang="en-US"/>
        </a:p>
      </dgm:t>
    </dgm:pt>
    <dgm:pt modelId="{CD7F7DFB-9CF6-4757-864B-E868C3E5808A}" type="parTrans" cxnId="{2C5F5ED4-EACC-491A-BD76-157327F75DF8}">
      <dgm:prSet/>
      <dgm:spPr/>
      <dgm:t>
        <a:bodyPr/>
        <a:lstStyle/>
        <a:p>
          <a:endParaRPr lang="en-US"/>
        </a:p>
      </dgm:t>
    </dgm:pt>
    <dgm:pt modelId="{C01FC183-0B01-4DFB-8540-A30E08863FEA}" type="sibTrans" cxnId="{2C5F5ED4-EACC-491A-BD76-157327F75DF8}">
      <dgm:prSet/>
      <dgm:spPr/>
      <dgm:t>
        <a:bodyPr/>
        <a:lstStyle/>
        <a:p>
          <a:endParaRPr lang="en-US"/>
        </a:p>
      </dgm:t>
    </dgm:pt>
    <dgm:pt modelId="{CEC5EDF0-9C40-40CD-BEF5-9B9F524D7ABD}">
      <dgm:prSet/>
      <dgm:spPr/>
      <dgm:t>
        <a:bodyPr/>
        <a:lstStyle/>
        <a:p>
          <a:r>
            <a:rPr lang="hu-HU" b="0" i="0" baseline="0"/>
            <a:t>kényelmesebb mobil használat</a:t>
          </a:r>
          <a:endParaRPr lang="en-US"/>
        </a:p>
      </dgm:t>
    </dgm:pt>
    <dgm:pt modelId="{A4DB41A6-8FFE-46B0-8385-42623686BCC3}" type="parTrans" cxnId="{A2666075-052D-4708-A25D-97C75C924AE8}">
      <dgm:prSet/>
      <dgm:spPr/>
      <dgm:t>
        <a:bodyPr/>
        <a:lstStyle/>
        <a:p>
          <a:endParaRPr lang="en-US"/>
        </a:p>
      </dgm:t>
    </dgm:pt>
    <dgm:pt modelId="{AA87F2E1-1099-4F00-B981-C318DB05E94B}" type="sibTrans" cxnId="{A2666075-052D-4708-A25D-97C75C924AE8}">
      <dgm:prSet/>
      <dgm:spPr/>
      <dgm:t>
        <a:bodyPr/>
        <a:lstStyle/>
        <a:p>
          <a:endParaRPr lang="en-US"/>
        </a:p>
      </dgm:t>
    </dgm:pt>
    <dgm:pt modelId="{EA1C0188-5F6D-4F6D-9C1C-3E224011D67C}" type="pres">
      <dgm:prSet presAssocID="{35ABDADB-D572-4319-8AB1-6A755FD3494F}" presName="diagram" presStyleCnt="0">
        <dgm:presLayoutVars>
          <dgm:dir/>
          <dgm:resizeHandles val="exact"/>
        </dgm:presLayoutVars>
      </dgm:prSet>
      <dgm:spPr/>
    </dgm:pt>
    <dgm:pt modelId="{95D7619F-E0AE-4911-84D0-797144573F34}" type="pres">
      <dgm:prSet presAssocID="{7A2E3DE8-9B87-40B5-91BB-545792DB7E15}" presName="node" presStyleLbl="node1" presStyleIdx="0" presStyleCnt="8">
        <dgm:presLayoutVars>
          <dgm:bulletEnabled val="1"/>
        </dgm:presLayoutVars>
      </dgm:prSet>
      <dgm:spPr/>
    </dgm:pt>
    <dgm:pt modelId="{F0CA90D8-F42D-435F-A1DF-45AEDBC3CCDD}" type="pres">
      <dgm:prSet presAssocID="{8D942075-6361-4E0E-B808-BFA425ADC926}" presName="sibTrans" presStyleCnt="0"/>
      <dgm:spPr/>
    </dgm:pt>
    <dgm:pt modelId="{A4D58D6C-8A38-4D4D-AFCB-0C1289ACBF64}" type="pres">
      <dgm:prSet presAssocID="{0549F62C-3F62-4253-B412-02A2E9068EFF}" presName="node" presStyleLbl="node1" presStyleIdx="1" presStyleCnt="8">
        <dgm:presLayoutVars>
          <dgm:bulletEnabled val="1"/>
        </dgm:presLayoutVars>
      </dgm:prSet>
      <dgm:spPr/>
    </dgm:pt>
    <dgm:pt modelId="{6B6B8741-E52C-429D-A572-6EDCFABAB7DA}" type="pres">
      <dgm:prSet presAssocID="{245F0005-86DA-414B-B9DF-D58ACA7CEEF0}" presName="sibTrans" presStyleCnt="0"/>
      <dgm:spPr/>
    </dgm:pt>
    <dgm:pt modelId="{B64420B2-49D5-41AA-B11E-40A8B480A401}" type="pres">
      <dgm:prSet presAssocID="{64204FC3-3239-4CD9-848E-6E0DE68E3E2B}" presName="node" presStyleLbl="node1" presStyleIdx="2" presStyleCnt="8">
        <dgm:presLayoutVars>
          <dgm:bulletEnabled val="1"/>
        </dgm:presLayoutVars>
      </dgm:prSet>
      <dgm:spPr/>
    </dgm:pt>
    <dgm:pt modelId="{C6E1E131-60CC-4602-8513-46F69E4C02A3}" type="pres">
      <dgm:prSet presAssocID="{5B23037E-2987-4EE6-A9FC-663B986B764D}" presName="sibTrans" presStyleCnt="0"/>
      <dgm:spPr/>
    </dgm:pt>
    <dgm:pt modelId="{01629716-0988-496A-90A5-6ACE1684B104}" type="pres">
      <dgm:prSet presAssocID="{5872A37B-EC74-4B2D-A200-ABAD239D48E2}" presName="node" presStyleLbl="node1" presStyleIdx="3" presStyleCnt="8">
        <dgm:presLayoutVars>
          <dgm:bulletEnabled val="1"/>
        </dgm:presLayoutVars>
      </dgm:prSet>
      <dgm:spPr/>
    </dgm:pt>
    <dgm:pt modelId="{202EC48F-AB48-4A65-9EE4-281043A1D699}" type="pres">
      <dgm:prSet presAssocID="{DC8D3F1F-A075-494D-B8D8-254073051074}" presName="sibTrans" presStyleCnt="0"/>
      <dgm:spPr/>
    </dgm:pt>
    <dgm:pt modelId="{3D86CB13-53DD-4B2E-BD8B-F1C6BCEF5138}" type="pres">
      <dgm:prSet presAssocID="{013C0EE6-EF89-4648-A247-D05236162253}" presName="node" presStyleLbl="node1" presStyleIdx="4" presStyleCnt="8">
        <dgm:presLayoutVars>
          <dgm:bulletEnabled val="1"/>
        </dgm:presLayoutVars>
      </dgm:prSet>
      <dgm:spPr/>
    </dgm:pt>
    <dgm:pt modelId="{F840C04E-C69C-4429-A437-9A773E6C4E55}" type="pres">
      <dgm:prSet presAssocID="{3C9D44EA-78DC-4AAB-9D19-F25726C18A1C}" presName="sibTrans" presStyleCnt="0"/>
      <dgm:spPr/>
    </dgm:pt>
    <dgm:pt modelId="{B27C0AFC-D5E1-40AC-A6EE-9BEE72D7E8A9}" type="pres">
      <dgm:prSet presAssocID="{96CD18F8-360F-40F3-B56A-3C8B9DBD0BFF}" presName="node" presStyleLbl="node1" presStyleIdx="5" presStyleCnt="8">
        <dgm:presLayoutVars>
          <dgm:bulletEnabled val="1"/>
        </dgm:presLayoutVars>
      </dgm:prSet>
      <dgm:spPr/>
    </dgm:pt>
    <dgm:pt modelId="{B151B100-0478-4A8E-8441-D83E2CE9626D}" type="pres">
      <dgm:prSet presAssocID="{FF0453B9-3537-42CF-8A66-496156C95744}" presName="sibTrans" presStyleCnt="0"/>
      <dgm:spPr/>
    </dgm:pt>
    <dgm:pt modelId="{19194100-9AD8-4931-B58B-8CD85B53308C}" type="pres">
      <dgm:prSet presAssocID="{D52B2E31-F629-4C3A-975A-CAFBB97183F8}" presName="node" presStyleLbl="node1" presStyleIdx="6" presStyleCnt="8">
        <dgm:presLayoutVars>
          <dgm:bulletEnabled val="1"/>
        </dgm:presLayoutVars>
      </dgm:prSet>
      <dgm:spPr/>
    </dgm:pt>
    <dgm:pt modelId="{5425ED67-A1C2-44F2-9602-C4E723200000}" type="pres">
      <dgm:prSet presAssocID="{C01FC183-0B01-4DFB-8540-A30E08863FEA}" presName="sibTrans" presStyleCnt="0"/>
      <dgm:spPr/>
    </dgm:pt>
    <dgm:pt modelId="{4AA23C1D-AF61-413B-8231-886F356C5A41}" type="pres">
      <dgm:prSet presAssocID="{CEC5EDF0-9C40-40CD-BEF5-9B9F524D7ABD}" presName="node" presStyleLbl="node1" presStyleIdx="7" presStyleCnt="8">
        <dgm:presLayoutVars>
          <dgm:bulletEnabled val="1"/>
        </dgm:presLayoutVars>
      </dgm:prSet>
      <dgm:spPr/>
    </dgm:pt>
  </dgm:ptLst>
  <dgm:cxnLst>
    <dgm:cxn modelId="{8B771033-113A-46A6-8324-8C7DB62973B9}" type="presOf" srcId="{D52B2E31-F629-4C3A-975A-CAFBB97183F8}" destId="{19194100-9AD8-4931-B58B-8CD85B53308C}" srcOrd="0" destOrd="0" presId="urn:microsoft.com/office/officeart/2005/8/layout/default"/>
    <dgm:cxn modelId="{D0202567-7F08-4EC2-A37B-BD213237722A}" srcId="{35ABDADB-D572-4319-8AB1-6A755FD3494F}" destId="{013C0EE6-EF89-4648-A247-D05236162253}" srcOrd="4" destOrd="0" parTransId="{F6DF5799-B3FE-414B-91D7-700B5237FEEB}" sibTransId="{3C9D44EA-78DC-4AAB-9D19-F25726C18A1C}"/>
    <dgm:cxn modelId="{BD866D6E-30D9-4B30-9D1E-CE82B1A993C6}" type="presOf" srcId="{96CD18F8-360F-40F3-B56A-3C8B9DBD0BFF}" destId="{B27C0AFC-D5E1-40AC-A6EE-9BEE72D7E8A9}" srcOrd="0" destOrd="0" presId="urn:microsoft.com/office/officeart/2005/8/layout/default"/>
    <dgm:cxn modelId="{A2666075-052D-4708-A25D-97C75C924AE8}" srcId="{35ABDADB-D572-4319-8AB1-6A755FD3494F}" destId="{CEC5EDF0-9C40-40CD-BEF5-9B9F524D7ABD}" srcOrd="7" destOrd="0" parTransId="{A4DB41A6-8FFE-46B0-8385-42623686BCC3}" sibTransId="{AA87F2E1-1099-4F00-B981-C318DB05E94B}"/>
    <dgm:cxn modelId="{57C23056-51B6-4B74-91D4-13CD4F87799C}" type="presOf" srcId="{35ABDADB-D572-4319-8AB1-6A755FD3494F}" destId="{EA1C0188-5F6D-4F6D-9C1C-3E224011D67C}" srcOrd="0" destOrd="0" presId="urn:microsoft.com/office/officeart/2005/8/layout/default"/>
    <dgm:cxn modelId="{D544A49E-A532-48AF-9DBD-C883F26716C4}" srcId="{35ABDADB-D572-4319-8AB1-6A755FD3494F}" destId="{0549F62C-3F62-4253-B412-02A2E9068EFF}" srcOrd="1" destOrd="0" parTransId="{02652DAD-7BC1-499B-BF92-C72CC78E615C}" sibTransId="{245F0005-86DA-414B-B9DF-D58ACA7CEEF0}"/>
    <dgm:cxn modelId="{9B12B0AA-70CE-4067-B185-CC4CB741FD90}" srcId="{35ABDADB-D572-4319-8AB1-6A755FD3494F}" destId="{64204FC3-3239-4CD9-848E-6E0DE68E3E2B}" srcOrd="2" destOrd="0" parTransId="{50ACAB5F-34CC-4DD3-84B2-3C40CE34E834}" sibTransId="{5B23037E-2987-4EE6-A9FC-663B986B764D}"/>
    <dgm:cxn modelId="{EE2F4AC1-CF4F-40BB-8354-66CB958C2ED6}" type="presOf" srcId="{64204FC3-3239-4CD9-848E-6E0DE68E3E2B}" destId="{B64420B2-49D5-41AA-B11E-40A8B480A401}" srcOrd="0" destOrd="0" presId="urn:microsoft.com/office/officeart/2005/8/layout/default"/>
    <dgm:cxn modelId="{D1CC77C2-0365-4FFC-8383-B885A0FE2D72}" type="presOf" srcId="{0549F62C-3F62-4253-B412-02A2E9068EFF}" destId="{A4D58D6C-8A38-4D4D-AFCB-0C1289ACBF64}" srcOrd="0" destOrd="0" presId="urn:microsoft.com/office/officeart/2005/8/layout/default"/>
    <dgm:cxn modelId="{B828D4C2-A3E9-444A-9BAD-41A4ED7CE762}" type="presOf" srcId="{CEC5EDF0-9C40-40CD-BEF5-9B9F524D7ABD}" destId="{4AA23C1D-AF61-413B-8231-886F356C5A41}" srcOrd="0" destOrd="0" presId="urn:microsoft.com/office/officeart/2005/8/layout/default"/>
    <dgm:cxn modelId="{FD8ECCD2-349A-4462-B06E-03185D24515A}" srcId="{35ABDADB-D572-4319-8AB1-6A755FD3494F}" destId="{96CD18F8-360F-40F3-B56A-3C8B9DBD0BFF}" srcOrd="5" destOrd="0" parTransId="{B1EB9829-9959-4141-BF9B-A887CAA2AEA1}" sibTransId="{FF0453B9-3537-42CF-8A66-496156C95744}"/>
    <dgm:cxn modelId="{2C5F5ED4-EACC-491A-BD76-157327F75DF8}" srcId="{35ABDADB-D572-4319-8AB1-6A755FD3494F}" destId="{D52B2E31-F629-4C3A-975A-CAFBB97183F8}" srcOrd="6" destOrd="0" parTransId="{CD7F7DFB-9CF6-4757-864B-E868C3E5808A}" sibTransId="{C01FC183-0B01-4DFB-8540-A30E08863FEA}"/>
    <dgm:cxn modelId="{D45921E3-9F3F-474E-AA99-A76BFDAEBC3A}" type="presOf" srcId="{013C0EE6-EF89-4648-A247-D05236162253}" destId="{3D86CB13-53DD-4B2E-BD8B-F1C6BCEF5138}" srcOrd="0" destOrd="0" presId="urn:microsoft.com/office/officeart/2005/8/layout/default"/>
    <dgm:cxn modelId="{330FBFE7-FF9A-484E-B373-4E3A5C7788FC}" srcId="{35ABDADB-D572-4319-8AB1-6A755FD3494F}" destId="{5872A37B-EC74-4B2D-A200-ABAD239D48E2}" srcOrd="3" destOrd="0" parTransId="{4D69D828-7F8E-4185-9100-FD825E10989F}" sibTransId="{DC8D3F1F-A075-494D-B8D8-254073051074}"/>
    <dgm:cxn modelId="{76E1CBED-BD40-445B-8CC1-1C9713BA356F}" type="presOf" srcId="{5872A37B-EC74-4B2D-A200-ABAD239D48E2}" destId="{01629716-0988-496A-90A5-6ACE1684B104}" srcOrd="0" destOrd="0" presId="urn:microsoft.com/office/officeart/2005/8/layout/default"/>
    <dgm:cxn modelId="{3E87E3F3-F60F-4ACF-90B1-8168FBA02430}" srcId="{35ABDADB-D572-4319-8AB1-6A755FD3494F}" destId="{7A2E3DE8-9B87-40B5-91BB-545792DB7E15}" srcOrd="0" destOrd="0" parTransId="{A953E2BC-B90F-4282-B21B-9ECAE5E94081}" sibTransId="{8D942075-6361-4E0E-B808-BFA425ADC926}"/>
    <dgm:cxn modelId="{9B39C7F4-F009-46D6-A491-5066396934BC}" type="presOf" srcId="{7A2E3DE8-9B87-40B5-91BB-545792DB7E15}" destId="{95D7619F-E0AE-4911-84D0-797144573F34}" srcOrd="0" destOrd="0" presId="urn:microsoft.com/office/officeart/2005/8/layout/default"/>
    <dgm:cxn modelId="{0E2CE4BF-EFE5-4C7F-A95D-3CBD8A935D26}" type="presParOf" srcId="{EA1C0188-5F6D-4F6D-9C1C-3E224011D67C}" destId="{95D7619F-E0AE-4911-84D0-797144573F34}" srcOrd="0" destOrd="0" presId="urn:microsoft.com/office/officeart/2005/8/layout/default"/>
    <dgm:cxn modelId="{47B11516-36E0-48E2-8835-16A1F387E6B4}" type="presParOf" srcId="{EA1C0188-5F6D-4F6D-9C1C-3E224011D67C}" destId="{F0CA90D8-F42D-435F-A1DF-45AEDBC3CCDD}" srcOrd="1" destOrd="0" presId="urn:microsoft.com/office/officeart/2005/8/layout/default"/>
    <dgm:cxn modelId="{350E096A-F48D-4213-83D7-86B01CB97B42}" type="presParOf" srcId="{EA1C0188-5F6D-4F6D-9C1C-3E224011D67C}" destId="{A4D58D6C-8A38-4D4D-AFCB-0C1289ACBF64}" srcOrd="2" destOrd="0" presId="urn:microsoft.com/office/officeart/2005/8/layout/default"/>
    <dgm:cxn modelId="{1CAF60D1-D091-45F0-9C49-ED9151D627F5}" type="presParOf" srcId="{EA1C0188-5F6D-4F6D-9C1C-3E224011D67C}" destId="{6B6B8741-E52C-429D-A572-6EDCFABAB7DA}" srcOrd="3" destOrd="0" presId="urn:microsoft.com/office/officeart/2005/8/layout/default"/>
    <dgm:cxn modelId="{7EF9FB08-9D72-4E1F-82F7-70EDAD4B86E4}" type="presParOf" srcId="{EA1C0188-5F6D-4F6D-9C1C-3E224011D67C}" destId="{B64420B2-49D5-41AA-B11E-40A8B480A401}" srcOrd="4" destOrd="0" presId="urn:microsoft.com/office/officeart/2005/8/layout/default"/>
    <dgm:cxn modelId="{0E2684FC-0182-41DC-87B9-C7970493093B}" type="presParOf" srcId="{EA1C0188-5F6D-4F6D-9C1C-3E224011D67C}" destId="{C6E1E131-60CC-4602-8513-46F69E4C02A3}" srcOrd="5" destOrd="0" presId="urn:microsoft.com/office/officeart/2005/8/layout/default"/>
    <dgm:cxn modelId="{2F928473-D602-4E03-A948-C9749CD20D72}" type="presParOf" srcId="{EA1C0188-5F6D-4F6D-9C1C-3E224011D67C}" destId="{01629716-0988-496A-90A5-6ACE1684B104}" srcOrd="6" destOrd="0" presId="urn:microsoft.com/office/officeart/2005/8/layout/default"/>
    <dgm:cxn modelId="{AF6D5FD2-733E-4001-B9C8-84F301A80E2B}" type="presParOf" srcId="{EA1C0188-5F6D-4F6D-9C1C-3E224011D67C}" destId="{202EC48F-AB48-4A65-9EE4-281043A1D699}" srcOrd="7" destOrd="0" presId="urn:microsoft.com/office/officeart/2005/8/layout/default"/>
    <dgm:cxn modelId="{D738133A-303D-471A-87F4-732D6A53C0FD}" type="presParOf" srcId="{EA1C0188-5F6D-4F6D-9C1C-3E224011D67C}" destId="{3D86CB13-53DD-4B2E-BD8B-F1C6BCEF5138}" srcOrd="8" destOrd="0" presId="urn:microsoft.com/office/officeart/2005/8/layout/default"/>
    <dgm:cxn modelId="{083A0BF1-7B5F-4AC1-A836-6D4E605FFFD0}" type="presParOf" srcId="{EA1C0188-5F6D-4F6D-9C1C-3E224011D67C}" destId="{F840C04E-C69C-4429-A437-9A773E6C4E55}" srcOrd="9" destOrd="0" presId="urn:microsoft.com/office/officeart/2005/8/layout/default"/>
    <dgm:cxn modelId="{002C57EA-63C5-4EC7-866B-95EE11B8937A}" type="presParOf" srcId="{EA1C0188-5F6D-4F6D-9C1C-3E224011D67C}" destId="{B27C0AFC-D5E1-40AC-A6EE-9BEE72D7E8A9}" srcOrd="10" destOrd="0" presId="urn:microsoft.com/office/officeart/2005/8/layout/default"/>
    <dgm:cxn modelId="{8DA624EF-C259-4C34-8283-50466D69BF95}" type="presParOf" srcId="{EA1C0188-5F6D-4F6D-9C1C-3E224011D67C}" destId="{B151B100-0478-4A8E-8441-D83E2CE9626D}" srcOrd="11" destOrd="0" presId="urn:microsoft.com/office/officeart/2005/8/layout/default"/>
    <dgm:cxn modelId="{E06FC11E-8837-42C8-8DDC-6844081AD59F}" type="presParOf" srcId="{EA1C0188-5F6D-4F6D-9C1C-3E224011D67C}" destId="{19194100-9AD8-4931-B58B-8CD85B53308C}" srcOrd="12" destOrd="0" presId="urn:microsoft.com/office/officeart/2005/8/layout/default"/>
    <dgm:cxn modelId="{692E6250-5550-4F5F-9519-BE9E4A00372C}" type="presParOf" srcId="{EA1C0188-5F6D-4F6D-9C1C-3E224011D67C}" destId="{5425ED67-A1C2-44F2-9602-C4E723200000}" srcOrd="13" destOrd="0" presId="urn:microsoft.com/office/officeart/2005/8/layout/default"/>
    <dgm:cxn modelId="{37CB0C05-5A50-4999-B20C-1732FCBCEDD7}" type="presParOf" srcId="{EA1C0188-5F6D-4F6D-9C1C-3E224011D67C}" destId="{4AA23C1D-AF61-413B-8231-886F356C5A41}" srcOrd="1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4A89F5-7919-4BB0-A8F6-53859609605A}">
      <dsp:nvSpPr>
        <dsp:cNvPr id="0" name=""/>
        <dsp:cNvSpPr/>
      </dsp:nvSpPr>
      <dsp:spPr>
        <a:xfrm>
          <a:off x="0" y="808159"/>
          <a:ext cx="6666833" cy="504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91D6CE-CD80-4125-946A-F7B0A0AEF25B}">
      <dsp:nvSpPr>
        <dsp:cNvPr id="0" name=""/>
        <dsp:cNvSpPr/>
      </dsp:nvSpPr>
      <dsp:spPr>
        <a:xfrm>
          <a:off x="333341" y="512959"/>
          <a:ext cx="4666783" cy="59040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000" b="0" i="0" kern="1200" baseline="0"/>
            <a:t>Egységes makettező platform létrehozása</a:t>
          </a:r>
          <a:endParaRPr lang="en-US" sz="2000" kern="1200"/>
        </a:p>
      </dsp:txBody>
      <dsp:txXfrm>
        <a:off x="362162" y="541780"/>
        <a:ext cx="4609141" cy="532758"/>
      </dsp:txXfrm>
    </dsp:sp>
    <dsp:sp modelId="{714043A1-0692-490B-8FA7-0EB7D7429743}">
      <dsp:nvSpPr>
        <dsp:cNvPr id="0" name=""/>
        <dsp:cNvSpPr/>
      </dsp:nvSpPr>
      <dsp:spPr>
        <a:xfrm>
          <a:off x="0" y="1715360"/>
          <a:ext cx="6666833" cy="504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94A803-555B-4D58-8BB5-609312EBE53F}">
      <dsp:nvSpPr>
        <dsp:cNvPr id="0" name=""/>
        <dsp:cNvSpPr/>
      </dsp:nvSpPr>
      <dsp:spPr>
        <a:xfrm>
          <a:off x="333341" y="1420159"/>
          <a:ext cx="4666783" cy="590400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000" b="0" i="0" kern="1200" baseline="0"/>
            <a:t>Közösségi funkciók biztosítása</a:t>
          </a:r>
          <a:endParaRPr lang="en-US" sz="2000" kern="1200"/>
        </a:p>
      </dsp:txBody>
      <dsp:txXfrm>
        <a:off x="362162" y="1448980"/>
        <a:ext cx="4609141" cy="532758"/>
      </dsp:txXfrm>
    </dsp:sp>
    <dsp:sp modelId="{74625971-222A-4497-8CAE-AEF7556CEA36}">
      <dsp:nvSpPr>
        <dsp:cNvPr id="0" name=""/>
        <dsp:cNvSpPr/>
      </dsp:nvSpPr>
      <dsp:spPr>
        <a:xfrm>
          <a:off x="0" y="2622560"/>
          <a:ext cx="6666833" cy="504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2C6DB5-2F6B-457B-AB9D-9A86DB2B2F51}">
      <dsp:nvSpPr>
        <dsp:cNvPr id="0" name=""/>
        <dsp:cNvSpPr/>
      </dsp:nvSpPr>
      <dsp:spPr>
        <a:xfrm>
          <a:off x="333341" y="2327359"/>
          <a:ext cx="4666783" cy="590400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000" b="0" i="0" kern="1200" baseline="0"/>
            <a:t>Saját tartalom feltöltése és kezelése</a:t>
          </a:r>
          <a:endParaRPr lang="en-US" sz="2000" kern="1200"/>
        </a:p>
      </dsp:txBody>
      <dsp:txXfrm>
        <a:off x="362162" y="2356180"/>
        <a:ext cx="4609141" cy="532758"/>
      </dsp:txXfrm>
    </dsp:sp>
    <dsp:sp modelId="{00C1891F-0781-44ED-93C0-78FAE83B02F1}">
      <dsp:nvSpPr>
        <dsp:cNvPr id="0" name=""/>
        <dsp:cNvSpPr/>
      </dsp:nvSpPr>
      <dsp:spPr>
        <a:xfrm>
          <a:off x="0" y="3529760"/>
          <a:ext cx="6666833" cy="504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314C4A-6CDB-48F2-9FA4-214458D2D758}">
      <dsp:nvSpPr>
        <dsp:cNvPr id="0" name=""/>
        <dsp:cNvSpPr/>
      </dsp:nvSpPr>
      <dsp:spPr>
        <a:xfrm>
          <a:off x="333341" y="3234560"/>
          <a:ext cx="4666783" cy="59040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000" b="0" i="0" kern="1200" baseline="0"/>
            <a:t>Modern, reszponzív felület</a:t>
          </a:r>
          <a:endParaRPr lang="en-US" sz="2000" kern="1200"/>
        </a:p>
      </dsp:txBody>
      <dsp:txXfrm>
        <a:off x="362162" y="3263381"/>
        <a:ext cx="4609141" cy="532758"/>
      </dsp:txXfrm>
    </dsp:sp>
    <dsp:sp modelId="{C9A4A968-1E08-4854-B136-9680E32934A6}">
      <dsp:nvSpPr>
        <dsp:cNvPr id="0" name=""/>
        <dsp:cNvSpPr/>
      </dsp:nvSpPr>
      <dsp:spPr>
        <a:xfrm>
          <a:off x="0" y="4436960"/>
          <a:ext cx="6666833" cy="504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A8BB46-5578-4709-A541-4EDE3CC198E2}">
      <dsp:nvSpPr>
        <dsp:cNvPr id="0" name=""/>
        <dsp:cNvSpPr/>
      </dsp:nvSpPr>
      <dsp:spPr>
        <a:xfrm>
          <a:off x="333341" y="4141760"/>
          <a:ext cx="4666783" cy="590400"/>
        </a:xfrm>
        <a:prstGeom prst="round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000" b="0" i="0" kern="1200" baseline="0"/>
            <a:t>Jogosultságkezelés és admin funkciók</a:t>
          </a:r>
          <a:endParaRPr lang="en-US" sz="2000" kern="1200"/>
        </a:p>
      </dsp:txBody>
      <dsp:txXfrm>
        <a:off x="362162" y="4170581"/>
        <a:ext cx="4609141" cy="53275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C2322C-C2F7-4DB1-9CE5-9401FB5363B7}">
      <dsp:nvSpPr>
        <dsp:cNvPr id="0" name=""/>
        <dsp:cNvSpPr/>
      </dsp:nvSpPr>
      <dsp:spPr>
        <a:xfrm>
          <a:off x="0" y="0"/>
          <a:ext cx="6666833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B2EEBCB-A8BB-4773-9F36-12FF5639072F}">
      <dsp:nvSpPr>
        <dsp:cNvPr id="0" name=""/>
        <dsp:cNvSpPr/>
      </dsp:nvSpPr>
      <dsp:spPr>
        <a:xfrm>
          <a:off x="0" y="0"/>
          <a:ext cx="6666833" cy="6817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100" b="0" i="0" kern="1200" baseline="0"/>
            <a:t>Regisztráció, bejelentkezés</a:t>
          </a:r>
          <a:endParaRPr lang="en-US" sz="3100" kern="1200"/>
        </a:p>
      </dsp:txBody>
      <dsp:txXfrm>
        <a:off x="0" y="0"/>
        <a:ext cx="6666833" cy="681740"/>
      </dsp:txXfrm>
    </dsp:sp>
    <dsp:sp modelId="{C4156F3C-CEBE-4696-B137-80556259652F}">
      <dsp:nvSpPr>
        <dsp:cNvPr id="0" name=""/>
        <dsp:cNvSpPr/>
      </dsp:nvSpPr>
      <dsp:spPr>
        <a:xfrm>
          <a:off x="0" y="681740"/>
          <a:ext cx="6666833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362A650-CD91-4235-89B2-F98CD769A7FA}">
      <dsp:nvSpPr>
        <dsp:cNvPr id="0" name=""/>
        <dsp:cNvSpPr/>
      </dsp:nvSpPr>
      <dsp:spPr>
        <a:xfrm>
          <a:off x="0" y="681740"/>
          <a:ext cx="6666833" cy="6817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100" b="0" i="0" kern="1200" baseline="0"/>
            <a:t>Makettlista, keresés, szűrés</a:t>
          </a:r>
          <a:endParaRPr lang="en-US" sz="3100" kern="1200"/>
        </a:p>
      </dsp:txBody>
      <dsp:txXfrm>
        <a:off x="0" y="681740"/>
        <a:ext cx="6666833" cy="681740"/>
      </dsp:txXfrm>
    </dsp:sp>
    <dsp:sp modelId="{A2C97ECD-99A9-416A-B220-9EF2441C669A}">
      <dsp:nvSpPr>
        <dsp:cNvPr id="0" name=""/>
        <dsp:cNvSpPr/>
      </dsp:nvSpPr>
      <dsp:spPr>
        <a:xfrm>
          <a:off x="0" y="1363480"/>
          <a:ext cx="6666833" cy="0"/>
        </a:xfrm>
        <a:prstGeom prst="line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25F56B4-FC09-4C0F-B52B-483F0FEDE0ED}">
      <dsp:nvSpPr>
        <dsp:cNvPr id="0" name=""/>
        <dsp:cNvSpPr/>
      </dsp:nvSpPr>
      <dsp:spPr>
        <a:xfrm>
          <a:off x="0" y="1363480"/>
          <a:ext cx="6666833" cy="6817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100" b="0" i="0" kern="1200" baseline="0"/>
            <a:t>Vélemények és csillagos értékelés</a:t>
          </a:r>
          <a:endParaRPr lang="en-US" sz="3100" kern="1200"/>
        </a:p>
      </dsp:txBody>
      <dsp:txXfrm>
        <a:off x="0" y="1363480"/>
        <a:ext cx="6666833" cy="681740"/>
      </dsp:txXfrm>
    </dsp:sp>
    <dsp:sp modelId="{7707AE79-8AA5-47D8-99C1-1DA0D002B453}">
      <dsp:nvSpPr>
        <dsp:cNvPr id="0" name=""/>
        <dsp:cNvSpPr/>
      </dsp:nvSpPr>
      <dsp:spPr>
        <a:xfrm>
          <a:off x="0" y="2045220"/>
          <a:ext cx="6666833" cy="0"/>
        </a:xfrm>
        <a:prstGeom prst="line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3FB09CB-C850-447D-9A56-07CE2E6640BA}">
      <dsp:nvSpPr>
        <dsp:cNvPr id="0" name=""/>
        <dsp:cNvSpPr/>
      </dsp:nvSpPr>
      <dsp:spPr>
        <a:xfrm>
          <a:off x="0" y="2045220"/>
          <a:ext cx="6666833" cy="6817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100" b="0" i="0" kern="1200" baseline="0"/>
            <a:t>Kedvencek</a:t>
          </a:r>
          <a:endParaRPr lang="en-US" sz="3100" kern="1200"/>
        </a:p>
      </dsp:txBody>
      <dsp:txXfrm>
        <a:off x="0" y="2045220"/>
        <a:ext cx="6666833" cy="681740"/>
      </dsp:txXfrm>
    </dsp:sp>
    <dsp:sp modelId="{0D1F7B4C-7B72-4A60-AE75-DF7B05546C99}">
      <dsp:nvSpPr>
        <dsp:cNvPr id="0" name=""/>
        <dsp:cNvSpPr/>
      </dsp:nvSpPr>
      <dsp:spPr>
        <a:xfrm>
          <a:off x="0" y="2726960"/>
          <a:ext cx="6666833" cy="0"/>
        </a:xfrm>
        <a:prstGeom prst="line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AB87415-1119-4517-8865-04308247FE2B}">
      <dsp:nvSpPr>
        <dsp:cNvPr id="0" name=""/>
        <dsp:cNvSpPr/>
      </dsp:nvSpPr>
      <dsp:spPr>
        <a:xfrm>
          <a:off x="0" y="2726960"/>
          <a:ext cx="6666833" cy="6817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100" b="0" i="0" kern="1200" baseline="0"/>
            <a:t>Fórum</a:t>
          </a:r>
          <a:endParaRPr lang="en-US" sz="3100" kern="1200"/>
        </a:p>
      </dsp:txBody>
      <dsp:txXfrm>
        <a:off x="0" y="2726960"/>
        <a:ext cx="6666833" cy="681740"/>
      </dsp:txXfrm>
    </dsp:sp>
    <dsp:sp modelId="{9D0EB8C1-2B9A-4F22-9FBF-EE2F03E37EDF}">
      <dsp:nvSpPr>
        <dsp:cNvPr id="0" name=""/>
        <dsp:cNvSpPr/>
      </dsp:nvSpPr>
      <dsp:spPr>
        <a:xfrm>
          <a:off x="0" y="3408700"/>
          <a:ext cx="6666833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7F1DD4F-4A1E-434A-B1F8-A95795ABDDAE}">
      <dsp:nvSpPr>
        <dsp:cNvPr id="0" name=""/>
        <dsp:cNvSpPr/>
      </dsp:nvSpPr>
      <dsp:spPr>
        <a:xfrm>
          <a:off x="0" y="3408700"/>
          <a:ext cx="6666833" cy="6817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100" b="0" i="0" kern="1200" baseline="0"/>
            <a:t>Építési napló</a:t>
          </a:r>
          <a:endParaRPr lang="en-US" sz="3100" kern="1200"/>
        </a:p>
      </dsp:txBody>
      <dsp:txXfrm>
        <a:off x="0" y="3408700"/>
        <a:ext cx="6666833" cy="681740"/>
      </dsp:txXfrm>
    </dsp:sp>
    <dsp:sp modelId="{72CD79F2-1268-4C58-B04B-D5837A1EFE01}">
      <dsp:nvSpPr>
        <dsp:cNvPr id="0" name=""/>
        <dsp:cNvSpPr/>
      </dsp:nvSpPr>
      <dsp:spPr>
        <a:xfrm>
          <a:off x="0" y="4090440"/>
          <a:ext cx="6666833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547400B-1F5B-46B8-8945-DD5ADCA4AB05}">
      <dsp:nvSpPr>
        <dsp:cNvPr id="0" name=""/>
        <dsp:cNvSpPr/>
      </dsp:nvSpPr>
      <dsp:spPr>
        <a:xfrm>
          <a:off x="0" y="4090440"/>
          <a:ext cx="6666833" cy="6817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100" b="0" i="0" kern="1200" baseline="0"/>
            <a:t>Admin jóváhagyás</a:t>
          </a:r>
          <a:endParaRPr lang="en-US" sz="3100" kern="1200"/>
        </a:p>
      </dsp:txBody>
      <dsp:txXfrm>
        <a:off x="0" y="4090440"/>
        <a:ext cx="6666833" cy="681740"/>
      </dsp:txXfrm>
    </dsp:sp>
    <dsp:sp modelId="{CDF96F61-5D81-4FEE-879C-7FCD0601F4AF}">
      <dsp:nvSpPr>
        <dsp:cNvPr id="0" name=""/>
        <dsp:cNvSpPr/>
      </dsp:nvSpPr>
      <dsp:spPr>
        <a:xfrm>
          <a:off x="0" y="4772179"/>
          <a:ext cx="6666833" cy="0"/>
        </a:xfrm>
        <a:prstGeom prst="line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592AB12-95E8-42E0-B37D-D8492A015806}">
      <dsp:nvSpPr>
        <dsp:cNvPr id="0" name=""/>
        <dsp:cNvSpPr/>
      </dsp:nvSpPr>
      <dsp:spPr>
        <a:xfrm>
          <a:off x="0" y="4772180"/>
          <a:ext cx="6666833" cy="6817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100" b="0" i="0" kern="1200" baseline="0"/>
            <a:t>AI chat</a:t>
          </a:r>
          <a:endParaRPr lang="en-US" sz="3100" kern="1200"/>
        </a:p>
      </dsp:txBody>
      <dsp:txXfrm>
        <a:off x="0" y="4772180"/>
        <a:ext cx="6666833" cy="6817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12EE78-730F-489D-8A03-B26E2A126CA1}">
      <dsp:nvSpPr>
        <dsp:cNvPr id="0" name=""/>
        <dsp:cNvSpPr/>
      </dsp:nvSpPr>
      <dsp:spPr>
        <a:xfrm>
          <a:off x="3364992" y="1195"/>
          <a:ext cx="3785616" cy="69583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b="0" i="0" kern="1200" baseline="0"/>
            <a:t>1 felhasználó → több makett</a:t>
          </a:r>
          <a:endParaRPr lang="en-US" sz="1900" kern="1200"/>
        </a:p>
      </dsp:txBody>
      <dsp:txXfrm>
        <a:off x="3398960" y="35163"/>
        <a:ext cx="3717680" cy="627895"/>
      </dsp:txXfrm>
    </dsp:sp>
    <dsp:sp modelId="{1C6003A6-E8A1-4B89-BB89-9CD399C97345}">
      <dsp:nvSpPr>
        <dsp:cNvPr id="0" name=""/>
        <dsp:cNvSpPr/>
      </dsp:nvSpPr>
      <dsp:spPr>
        <a:xfrm>
          <a:off x="3364992" y="731818"/>
          <a:ext cx="3785616" cy="69583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b="0" i="0" kern="1200" baseline="0"/>
            <a:t>1 makett → több vélemény</a:t>
          </a:r>
          <a:endParaRPr lang="en-US" sz="1900" kern="1200"/>
        </a:p>
      </dsp:txBody>
      <dsp:txXfrm>
        <a:off x="3398960" y="765786"/>
        <a:ext cx="3717680" cy="627895"/>
      </dsp:txXfrm>
    </dsp:sp>
    <dsp:sp modelId="{3DE41EF6-B3B4-48E2-9B04-11919BB8BDE8}">
      <dsp:nvSpPr>
        <dsp:cNvPr id="0" name=""/>
        <dsp:cNvSpPr/>
      </dsp:nvSpPr>
      <dsp:spPr>
        <a:xfrm>
          <a:off x="3364992" y="1462441"/>
          <a:ext cx="3785616" cy="69583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b="0" i="0" kern="1200" baseline="0"/>
            <a:t>1 felhasználó ↔ több kedvenc makett</a:t>
          </a:r>
          <a:endParaRPr lang="en-US" sz="1900" kern="1200"/>
        </a:p>
      </dsp:txBody>
      <dsp:txXfrm>
        <a:off x="3398960" y="1496409"/>
        <a:ext cx="3717680" cy="627895"/>
      </dsp:txXfrm>
    </dsp:sp>
    <dsp:sp modelId="{F093BCB3-856E-4DAA-B848-71C6DF2A2B83}">
      <dsp:nvSpPr>
        <dsp:cNvPr id="0" name=""/>
        <dsp:cNvSpPr/>
      </dsp:nvSpPr>
      <dsp:spPr>
        <a:xfrm>
          <a:off x="3364992" y="2193064"/>
          <a:ext cx="3785616" cy="69583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b="0" i="0" kern="1200" baseline="0"/>
            <a:t>1 téma → több fórumüzenet</a:t>
          </a:r>
          <a:endParaRPr lang="en-US" sz="1900" kern="1200"/>
        </a:p>
      </dsp:txBody>
      <dsp:txXfrm>
        <a:off x="3398960" y="2227032"/>
        <a:ext cx="3717680" cy="627895"/>
      </dsp:txXfrm>
    </dsp:sp>
    <dsp:sp modelId="{BB85247C-6A1E-4FB5-8379-9D9A66D5F376}">
      <dsp:nvSpPr>
        <dsp:cNvPr id="0" name=""/>
        <dsp:cNvSpPr/>
      </dsp:nvSpPr>
      <dsp:spPr>
        <a:xfrm>
          <a:off x="3364992" y="2923688"/>
          <a:ext cx="3785616" cy="69583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b="0" i="0" kern="1200" baseline="0"/>
            <a:t>1 napló → több blokk</a:t>
          </a:r>
          <a:endParaRPr lang="en-US" sz="1900" kern="1200"/>
        </a:p>
      </dsp:txBody>
      <dsp:txXfrm>
        <a:off x="3398960" y="2957656"/>
        <a:ext cx="3717680" cy="627895"/>
      </dsp:txXfrm>
    </dsp:sp>
    <dsp:sp modelId="{96ECD6D1-838B-424A-A66F-97FE0DA88473}">
      <dsp:nvSpPr>
        <dsp:cNvPr id="0" name=""/>
        <dsp:cNvSpPr/>
      </dsp:nvSpPr>
      <dsp:spPr>
        <a:xfrm>
          <a:off x="3364992" y="3654311"/>
          <a:ext cx="3785616" cy="69583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b="0" i="0" kern="1200" baseline="0"/>
            <a:t>Makett állapot: várakozik / jóváhagyva / elutasítva</a:t>
          </a:r>
          <a:endParaRPr lang="en-US" sz="1900" kern="1200"/>
        </a:p>
      </dsp:txBody>
      <dsp:txXfrm>
        <a:off x="3398960" y="3688279"/>
        <a:ext cx="3717680" cy="62789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2CF05C-6A8D-4EC1-96B6-AD0354E1F059}">
      <dsp:nvSpPr>
        <dsp:cNvPr id="0" name=""/>
        <dsp:cNvSpPr/>
      </dsp:nvSpPr>
      <dsp:spPr>
        <a:xfrm>
          <a:off x="0" y="2663"/>
          <a:ext cx="6666833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E0AC314-6C03-4F1B-AD41-225908DC57F0}">
      <dsp:nvSpPr>
        <dsp:cNvPr id="0" name=""/>
        <dsp:cNvSpPr/>
      </dsp:nvSpPr>
      <dsp:spPr>
        <a:xfrm>
          <a:off x="0" y="2663"/>
          <a:ext cx="6666833" cy="9080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b="0" i="0" kern="1200" baseline="0"/>
            <a:t>Makettek listázása, szűrése, átlagértékelés</a:t>
          </a:r>
          <a:endParaRPr lang="en-US" sz="2900" kern="1200"/>
        </a:p>
      </dsp:txBody>
      <dsp:txXfrm>
        <a:off x="0" y="2663"/>
        <a:ext cx="6666833" cy="908098"/>
      </dsp:txXfrm>
    </dsp:sp>
    <dsp:sp modelId="{6DE9E33F-F3F2-437B-B7E5-DF90695AC6D8}">
      <dsp:nvSpPr>
        <dsp:cNvPr id="0" name=""/>
        <dsp:cNvSpPr/>
      </dsp:nvSpPr>
      <dsp:spPr>
        <a:xfrm>
          <a:off x="0" y="910762"/>
          <a:ext cx="6666833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AE35576-B49B-4398-BBCA-1DD160469F83}">
      <dsp:nvSpPr>
        <dsp:cNvPr id="0" name=""/>
        <dsp:cNvSpPr/>
      </dsp:nvSpPr>
      <dsp:spPr>
        <a:xfrm>
          <a:off x="0" y="910762"/>
          <a:ext cx="6666833" cy="9080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b="0" i="0" kern="1200" baseline="0"/>
            <a:t>Vélemények CRUD</a:t>
          </a:r>
          <a:endParaRPr lang="en-US" sz="2900" kern="1200"/>
        </a:p>
      </dsp:txBody>
      <dsp:txXfrm>
        <a:off x="0" y="910762"/>
        <a:ext cx="6666833" cy="908098"/>
      </dsp:txXfrm>
    </dsp:sp>
    <dsp:sp modelId="{904A5F32-A414-4951-BBA9-6461E45F0688}">
      <dsp:nvSpPr>
        <dsp:cNvPr id="0" name=""/>
        <dsp:cNvSpPr/>
      </dsp:nvSpPr>
      <dsp:spPr>
        <a:xfrm>
          <a:off x="0" y="1818861"/>
          <a:ext cx="6666833" cy="0"/>
        </a:xfrm>
        <a:prstGeom prst="line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ECB28EB-E161-4862-BBDC-ED6E2B0D215C}">
      <dsp:nvSpPr>
        <dsp:cNvPr id="0" name=""/>
        <dsp:cNvSpPr/>
      </dsp:nvSpPr>
      <dsp:spPr>
        <a:xfrm>
          <a:off x="0" y="1818861"/>
          <a:ext cx="6666833" cy="9080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b="0" i="0" kern="1200" baseline="0"/>
            <a:t>Kedvencek kezelése</a:t>
          </a:r>
          <a:endParaRPr lang="en-US" sz="2900" kern="1200"/>
        </a:p>
      </dsp:txBody>
      <dsp:txXfrm>
        <a:off x="0" y="1818861"/>
        <a:ext cx="6666833" cy="908098"/>
      </dsp:txXfrm>
    </dsp:sp>
    <dsp:sp modelId="{8D24B6E6-1DE9-4250-A090-BCC314CEBF2E}">
      <dsp:nvSpPr>
        <dsp:cNvPr id="0" name=""/>
        <dsp:cNvSpPr/>
      </dsp:nvSpPr>
      <dsp:spPr>
        <a:xfrm>
          <a:off x="0" y="2726960"/>
          <a:ext cx="6666833" cy="0"/>
        </a:xfrm>
        <a:prstGeom prst="line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B955762-06AD-4674-9780-BA9F730DE2E3}">
      <dsp:nvSpPr>
        <dsp:cNvPr id="0" name=""/>
        <dsp:cNvSpPr/>
      </dsp:nvSpPr>
      <dsp:spPr>
        <a:xfrm>
          <a:off x="0" y="2726960"/>
          <a:ext cx="6666833" cy="9080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b="0" i="0" kern="1200" baseline="0"/>
            <a:t>Fórum témák és üzenetek</a:t>
          </a:r>
          <a:endParaRPr lang="en-US" sz="2900" kern="1200"/>
        </a:p>
      </dsp:txBody>
      <dsp:txXfrm>
        <a:off x="0" y="2726960"/>
        <a:ext cx="6666833" cy="908098"/>
      </dsp:txXfrm>
    </dsp:sp>
    <dsp:sp modelId="{80AB0FA2-91E1-455C-9412-F51D6D5F4FC7}">
      <dsp:nvSpPr>
        <dsp:cNvPr id="0" name=""/>
        <dsp:cNvSpPr/>
      </dsp:nvSpPr>
      <dsp:spPr>
        <a:xfrm>
          <a:off x="0" y="3635058"/>
          <a:ext cx="6666833" cy="0"/>
        </a:xfrm>
        <a:prstGeom prst="line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73E2400-1C92-4EA6-AAF0-83F159301BF9}">
      <dsp:nvSpPr>
        <dsp:cNvPr id="0" name=""/>
        <dsp:cNvSpPr/>
      </dsp:nvSpPr>
      <dsp:spPr>
        <a:xfrm>
          <a:off x="0" y="3635058"/>
          <a:ext cx="6666833" cy="9080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b="0" i="0" kern="1200" baseline="0"/>
            <a:t>Profil frissítés és képfeltöltés</a:t>
          </a:r>
          <a:endParaRPr lang="en-US" sz="2900" kern="1200"/>
        </a:p>
      </dsp:txBody>
      <dsp:txXfrm>
        <a:off x="0" y="3635058"/>
        <a:ext cx="6666833" cy="908098"/>
      </dsp:txXfrm>
    </dsp:sp>
    <dsp:sp modelId="{1AACD170-27A5-4F5A-AA01-A3B70DFEE383}">
      <dsp:nvSpPr>
        <dsp:cNvPr id="0" name=""/>
        <dsp:cNvSpPr/>
      </dsp:nvSpPr>
      <dsp:spPr>
        <a:xfrm>
          <a:off x="0" y="4543157"/>
          <a:ext cx="6666833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E69E382-CC17-4151-A13A-797B37D77F9C}">
      <dsp:nvSpPr>
        <dsp:cNvPr id="0" name=""/>
        <dsp:cNvSpPr/>
      </dsp:nvSpPr>
      <dsp:spPr>
        <a:xfrm>
          <a:off x="0" y="4543157"/>
          <a:ext cx="6666833" cy="9080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b="0" i="0" kern="1200" baseline="0"/>
            <a:t>Admin jóváhagyás és felhasználókezelés</a:t>
          </a:r>
          <a:endParaRPr lang="en-US" sz="2900" kern="1200"/>
        </a:p>
      </dsp:txBody>
      <dsp:txXfrm>
        <a:off x="0" y="4543157"/>
        <a:ext cx="6666833" cy="90809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0CC9E2B-94BA-42D0-880A-D4C5A738E742}">
      <dsp:nvSpPr>
        <dsp:cNvPr id="0" name=""/>
        <dsp:cNvSpPr/>
      </dsp:nvSpPr>
      <dsp:spPr>
        <a:xfrm>
          <a:off x="0" y="665"/>
          <a:ext cx="6666833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34CC7C9-B9EF-4E8E-BF15-21784DB97E29}">
      <dsp:nvSpPr>
        <dsp:cNvPr id="0" name=""/>
        <dsp:cNvSpPr/>
      </dsp:nvSpPr>
      <dsp:spPr>
        <a:xfrm>
          <a:off x="0" y="665"/>
          <a:ext cx="6666833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500" b="0" i="0" kern="1200" baseline="0"/>
            <a:t>Külön route minden funkcióhoz</a:t>
          </a:r>
          <a:endParaRPr lang="en-US" sz="3500" kern="1200"/>
        </a:p>
      </dsp:txBody>
      <dsp:txXfrm>
        <a:off x="0" y="665"/>
        <a:ext cx="6666833" cy="1090517"/>
      </dsp:txXfrm>
    </dsp:sp>
    <dsp:sp modelId="{73EB9212-8F2D-4DFD-B17A-BC1F98A16D17}">
      <dsp:nvSpPr>
        <dsp:cNvPr id="0" name=""/>
        <dsp:cNvSpPr/>
      </dsp:nvSpPr>
      <dsp:spPr>
        <a:xfrm>
          <a:off x="0" y="1091183"/>
          <a:ext cx="6666833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E1F4FE2-1D43-4F90-9306-F1AF38D6D77F}">
      <dsp:nvSpPr>
        <dsp:cNvPr id="0" name=""/>
        <dsp:cNvSpPr/>
      </dsp:nvSpPr>
      <dsp:spPr>
        <a:xfrm>
          <a:off x="0" y="1091183"/>
          <a:ext cx="6666833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500" b="0" i="0" kern="1200" baseline="0"/>
            <a:t>Könnyebb hibakeresés</a:t>
          </a:r>
          <a:endParaRPr lang="en-US" sz="3500" kern="1200"/>
        </a:p>
      </dsp:txBody>
      <dsp:txXfrm>
        <a:off x="0" y="1091183"/>
        <a:ext cx="6666833" cy="1090517"/>
      </dsp:txXfrm>
    </dsp:sp>
    <dsp:sp modelId="{8EE559E5-6D0B-4C08-B1BF-CCA9E9384AD9}">
      <dsp:nvSpPr>
        <dsp:cNvPr id="0" name=""/>
        <dsp:cNvSpPr/>
      </dsp:nvSpPr>
      <dsp:spPr>
        <a:xfrm>
          <a:off x="0" y="2181701"/>
          <a:ext cx="6666833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42ACE0C-190D-44E2-B7FB-A5068C767883}">
      <dsp:nvSpPr>
        <dsp:cNvPr id="0" name=""/>
        <dsp:cNvSpPr/>
      </dsp:nvSpPr>
      <dsp:spPr>
        <a:xfrm>
          <a:off x="0" y="2181701"/>
          <a:ext cx="6666833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500" b="0" i="0" kern="1200" baseline="0"/>
            <a:t>Új funkciók egyszerűbb bővítése</a:t>
          </a:r>
          <a:endParaRPr lang="en-US" sz="3500" kern="1200"/>
        </a:p>
      </dsp:txBody>
      <dsp:txXfrm>
        <a:off x="0" y="2181701"/>
        <a:ext cx="6666833" cy="1090517"/>
      </dsp:txXfrm>
    </dsp:sp>
    <dsp:sp modelId="{9AEB28C6-1B11-437E-A632-6AFDA90C0725}">
      <dsp:nvSpPr>
        <dsp:cNvPr id="0" name=""/>
        <dsp:cNvSpPr/>
      </dsp:nvSpPr>
      <dsp:spPr>
        <a:xfrm>
          <a:off x="0" y="3272218"/>
          <a:ext cx="6666833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6EAA2C5-BBB4-4C66-905C-9C3A67A456A6}">
      <dsp:nvSpPr>
        <dsp:cNvPr id="0" name=""/>
        <dsp:cNvSpPr/>
      </dsp:nvSpPr>
      <dsp:spPr>
        <a:xfrm>
          <a:off x="0" y="3272218"/>
          <a:ext cx="6666833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500" b="0" i="0" kern="1200" baseline="0"/>
            <a:t>Biztonságosabb jogosultságkezelés</a:t>
          </a:r>
          <a:endParaRPr lang="en-US" sz="3500" kern="1200"/>
        </a:p>
      </dsp:txBody>
      <dsp:txXfrm>
        <a:off x="0" y="3272218"/>
        <a:ext cx="6666833" cy="1090517"/>
      </dsp:txXfrm>
    </dsp:sp>
    <dsp:sp modelId="{D5B00D41-D2C8-4E95-A100-966F3DE12793}">
      <dsp:nvSpPr>
        <dsp:cNvPr id="0" name=""/>
        <dsp:cNvSpPr/>
      </dsp:nvSpPr>
      <dsp:spPr>
        <a:xfrm>
          <a:off x="0" y="4362736"/>
          <a:ext cx="6666833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E620CFF-1708-4F08-8292-B7610201615A}">
      <dsp:nvSpPr>
        <dsp:cNvPr id="0" name=""/>
        <dsp:cNvSpPr/>
      </dsp:nvSpPr>
      <dsp:spPr>
        <a:xfrm>
          <a:off x="0" y="4362736"/>
          <a:ext cx="6666833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500" b="0" i="0" kern="1200" baseline="0"/>
            <a:t>REST szemlélet</a:t>
          </a:r>
          <a:endParaRPr lang="en-US" sz="3500" kern="1200"/>
        </a:p>
      </dsp:txBody>
      <dsp:txXfrm>
        <a:off x="0" y="4362736"/>
        <a:ext cx="6666833" cy="1090517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43F6D3-CFAC-4689-9EFB-1B0662059828}">
      <dsp:nvSpPr>
        <dsp:cNvPr id="0" name=""/>
        <dsp:cNvSpPr/>
      </dsp:nvSpPr>
      <dsp:spPr>
        <a:xfrm>
          <a:off x="0" y="665"/>
          <a:ext cx="6666833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C1E1440-86D8-41D8-88AE-6FB44DC2247F}">
      <dsp:nvSpPr>
        <dsp:cNvPr id="0" name=""/>
        <dsp:cNvSpPr/>
      </dsp:nvSpPr>
      <dsp:spPr>
        <a:xfrm>
          <a:off x="0" y="665"/>
          <a:ext cx="6666833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t" anchorCtr="0">
          <a:noAutofit/>
        </a:bodyPr>
        <a:lstStyle/>
        <a:p>
          <a:pPr marL="0" lvl="0" indent="0" algn="l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4600" b="0" i="0" kern="1200" baseline="0"/>
            <a:t>Keresés, szűrés, rendezés</a:t>
          </a:r>
          <a:endParaRPr lang="en-US" sz="4600" kern="1200"/>
        </a:p>
      </dsp:txBody>
      <dsp:txXfrm>
        <a:off x="0" y="665"/>
        <a:ext cx="6666833" cy="1090517"/>
      </dsp:txXfrm>
    </dsp:sp>
    <dsp:sp modelId="{B26F2EDA-1332-489E-BE5F-72C4383BDBAF}">
      <dsp:nvSpPr>
        <dsp:cNvPr id="0" name=""/>
        <dsp:cNvSpPr/>
      </dsp:nvSpPr>
      <dsp:spPr>
        <a:xfrm>
          <a:off x="0" y="1091183"/>
          <a:ext cx="6666833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1F89FF1-1B99-4D38-AFE9-693184EE5084}">
      <dsp:nvSpPr>
        <dsp:cNvPr id="0" name=""/>
        <dsp:cNvSpPr/>
      </dsp:nvSpPr>
      <dsp:spPr>
        <a:xfrm>
          <a:off x="0" y="1091183"/>
          <a:ext cx="6666833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t" anchorCtr="0">
          <a:noAutofit/>
        </a:bodyPr>
        <a:lstStyle/>
        <a:p>
          <a:pPr marL="0" lvl="0" indent="0" algn="l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4600" b="0" i="0" kern="1200" baseline="0"/>
            <a:t>Vélemények megtekintése</a:t>
          </a:r>
          <a:endParaRPr lang="en-US" sz="4600" kern="1200"/>
        </a:p>
      </dsp:txBody>
      <dsp:txXfrm>
        <a:off x="0" y="1091183"/>
        <a:ext cx="6666833" cy="1090517"/>
      </dsp:txXfrm>
    </dsp:sp>
    <dsp:sp modelId="{C323ED57-A1FB-4293-9F0A-62753DC75514}">
      <dsp:nvSpPr>
        <dsp:cNvPr id="0" name=""/>
        <dsp:cNvSpPr/>
      </dsp:nvSpPr>
      <dsp:spPr>
        <a:xfrm>
          <a:off x="0" y="2181701"/>
          <a:ext cx="6666833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C4A7CDA-413C-478B-8EF6-82BC40017077}">
      <dsp:nvSpPr>
        <dsp:cNvPr id="0" name=""/>
        <dsp:cNvSpPr/>
      </dsp:nvSpPr>
      <dsp:spPr>
        <a:xfrm>
          <a:off x="0" y="2181701"/>
          <a:ext cx="6666833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t" anchorCtr="0">
          <a:noAutofit/>
        </a:bodyPr>
        <a:lstStyle/>
        <a:p>
          <a:pPr marL="0" lvl="0" indent="0" algn="l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4600" b="0" i="0" kern="1200" baseline="0"/>
            <a:t>Kedvencek kezelése</a:t>
          </a:r>
          <a:endParaRPr lang="en-US" sz="4600" kern="1200"/>
        </a:p>
      </dsp:txBody>
      <dsp:txXfrm>
        <a:off x="0" y="2181701"/>
        <a:ext cx="6666833" cy="1090517"/>
      </dsp:txXfrm>
    </dsp:sp>
    <dsp:sp modelId="{9330AB0C-8870-4E77-B4B2-853B1ECA040D}">
      <dsp:nvSpPr>
        <dsp:cNvPr id="0" name=""/>
        <dsp:cNvSpPr/>
      </dsp:nvSpPr>
      <dsp:spPr>
        <a:xfrm>
          <a:off x="0" y="3272218"/>
          <a:ext cx="6666833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633BEF3-D103-4434-AFC6-2515696D6F30}">
      <dsp:nvSpPr>
        <dsp:cNvPr id="0" name=""/>
        <dsp:cNvSpPr/>
      </dsp:nvSpPr>
      <dsp:spPr>
        <a:xfrm>
          <a:off x="0" y="3272218"/>
          <a:ext cx="6666833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t" anchorCtr="0">
          <a:noAutofit/>
        </a:bodyPr>
        <a:lstStyle/>
        <a:p>
          <a:pPr marL="0" lvl="0" indent="0" algn="l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4600" b="0" i="0" kern="1200" baseline="0"/>
            <a:t>Részletes modal</a:t>
          </a:r>
          <a:endParaRPr lang="en-US" sz="4600" kern="1200"/>
        </a:p>
      </dsp:txBody>
      <dsp:txXfrm>
        <a:off x="0" y="3272218"/>
        <a:ext cx="6666833" cy="1090517"/>
      </dsp:txXfrm>
    </dsp:sp>
    <dsp:sp modelId="{FCE52CBA-6381-4C50-B97B-8C0BE7140313}">
      <dsp:nvSpPr>
        <dsp:cNvPr id="0" name=""/>
        <dsp:cNvSpPr/>
      </dsp:nvSpPr>
      <dsp:spPr>
        <a:xfrm>
          <a:off x="0" y="4362736"/>
          <a:ext cx="6666833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1937EC8-08FE-4087-BE97-31E9DB1A8839}">
      <dsp:nvSpPr>
        <dsp:cNvPr id="0" name=""/>
        <dsp:cNvSpPr/>
      </dsp:nvSpPr>
      <dsp:spPr>
        <a:xfrm>
          <a:off x="0" y="4362736"/>
          <a:ext cx="6666833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t" anchorCtr="0">
          <a:noAutofit/>
        </a:bodyPr>
        <a:lstStyle/>
        <a:p>
          <a:pPr marL="0" lvl="0" indent="0" algn="l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4600" b="0" i="0" kern="1200" baseline="0"/>
            <a:t>Állapotok és visszajelzések</a:t>
          </a:r>
          <a:endParaRPr lang="en-US" sz="4600" kern="1200"/>
        </a:p>
      </dsp:txBody>
      <dsp:txXfrm>
        <a:off x="0" y="4362736"/>
        <a:ext cx="6666833" cy="1090517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8BB082-E05F-4DD6-802B-B30E68F7425F}">
      <dsp:nvSpPr>
        <dsp:cNvPr id="0" name=""/>
        <dsp:cNvSpPr/>
      </dsp:nvSpPr>
      <dsp:spPr>
        <a:xfrm>
          <a:off x="0" y="665"/>
          <a:ext cx="6666833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D227D38-6802-4243-B67D-2FF4C9842243}">
      <dsp:nvSpPr>
        <dsp:cNvPr id="0" name=""/>
        <dsp:cNvSpPr/>
      </dsp:nvSpPr>
      <dsp:spPr>
        <a:xfrm>
          <a:off x="0" y="665"/>
          <a:ext cx="6666833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4000" b="0" i="0" kern="1200" baseline="0"/>
            <a:t>Profil szerkesztése, profilkép</a:t>
          </a:r>
          <a:endParaRPr lang="en-US" sz="4000" kern="1200"/>
        </a:p>
      </dsp:txBody>
      <dsp:txXfrm>
        <a:off x="0" y="665"/>
        <a:ext cx="6666833" cy="1090517"/>
      </dsp:txXfrm>
    </dsp:sp>
    <dsp:sp modelId="{AD69286C-1F4A-44FD-832A-8CAE54E16A81}">
      <dsp:nvSpPr>
        <dsp:cNvPr id="0" name=""/>
        <dsp:cNvSpPr/>
      </dsp:nvSpPr>
      <dsp:spPr>
        <a:xfrm>
          <a:off x="0" y="1091183"/>
          <a:ext cx="6666833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E5817CD-E099-4329-A6F8-F7C8CC730CBA}">
      <dsp:nvSpPr>
        <dsp:cNvPr id="0" name=""/>
        <dsp:cNvSpPr/>
      </dsp:nvSpPr>
      <dsp:spPr>
        <a:xfrm>
          <a:off x="0" y="1091183"/>
          <a:ext cx="6666833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4000" b="0" i="0" kern="1200" baseline="0"/>
            <a:t>Fórum témák és hozzászólások</a:t>
          </a:r>
          <a:endParaRPr lang="en-US" sz="4000" kern="1200"/>
        </a:p>
      </dsp:txBody>
      <dsp:txXfrm>
        <a:off x="0" y="1091183"/>
        <a:ext cx="6666833" cy="1090517"/>
      </dsp:txXfrm>
    </dsp:sp>
    <dsp:sp modelId="{7A4F1D6A-DBB4-4A0E-AF58-E2094CBD1767}">
      <dsp:nvSpPr>
        <dsp:cNvPr id="0" name=""/>
        <dsp:cNvSpPr/>
      </dsp:nvSpPr>
      <dsp:spPr>
        <a:xfrm>
          <a:off x="0" y="2181701"/>
          <a:ext cx="6666833" cy="0"/>
        </a:xfrm>
        <a:prstGeom prst="line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73CA87A-4662-44FD-92C7-C2D33632BC95}">
      <dsp:nvSpPr>
        <dsp:cNvPr id="0" name=""/>
        <dsp:cNvSpPr/>
      </dsp:nvSpPr>
      <dsp:spPr>
        <a:xfrm>
          <a:off x="0" y="2181701"/>
          <a:ext cx="6666833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4000" b="0" i="0" kern="1200" baseline="0"/>
            <a:t>Építési napló blokkokkal</a:t>
          </a:r>
          <a:endParaRPr lang="en-US" sz="4000" kern="1200"/>
        </a:p>
      </dsp:txBody>
      <dsp:txXfrm>
        <a:off x="0" y="2181701"/>
        <a:ext cx="6666833" cy="1090517"/>
      </dsp:txXfrm>
    </dsp:sp>
    <dsp:sp modelId="{CBC45202-012C-488D-BD27-B8C48B968BF3}">
      <dsp:nvSpPr>
        <dsp:cNvPr id="0" name=""/>
        <dsp:cNvSpPr/>
      </dsp:nvSpPr>
      <dsp:spPr>
        <a:xfrm>
          <a:off x="0" y="3272218"/>
          <a:ext cx="6666833" cy="0"/>
        </a:xfrm>
        <a:prstGeom prst="line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DF14122-D800-4CA2-B646-1ADD05704D68}">
      <dsp:nvSpPr>
        <dsp:cNvPr id="0" name=""/>
        <dsp:cNvSpPr/>
      </dsp:nvSpPr>
      <dsp:spPr>
        <a:xfrm>
          <a:off x="0" y="3272218"/>
          <a:ext cx="6666833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4000" b="0" i="0" kern="1200" baseline="0"/>
            <a:t>AI chat widget</a:t>
          </a:r>
          <a:endParaRPr lang="en-US" sz="4000" kern="1200"/>
        </a:p>
      </dsp:txBody>
      <dsp:txXfrm>
        <a:off x="0" y="3272218"/>
        <a:ext cx="6666833" cy="1090517"/>
      </dsp:txXfrm>
    </dsp:sp>
    <dsp:sp modelId="{66BA995A-CE44-47CB-A678-E0717990EE34}">
      <dsp:nvSpPr>
        <dsp:cNvPr id="0" name=""/>
        <dsp:cNvSpPr/>
      </dsp:nvSpPr>
      <dsp:spPr>
        <a:xfrm>
          <a:off x="0" y="4362736"/>
          <a:ext cx="6666833" cy="0"/>
        </a:xfrm>
        <a:prstGeom prst="line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91F7DE8-1232-4D9D-B51C-24E9220C73A6}">
      <dsp:nvSpPr>
        <dsp:cNvPr id="0" name=""/>
        <dsp:cNvSpPr/>
      </dsp:nvSpPr>
      <dsp:spPr>
        <a:xfrm>
          <a:off x="0" y="4362736"/>
          <a:ext cx="6666833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4000" b="0" i="0" kern="1200" baseline="0"/>
            <a:t>Szerepkörfüggő felület</a:t>
          </a:r>
          <a:endParaRPr lang="en-US" sz="4000" kern="1200"/>
        </a:p>
      </dsp:txBody>
      <dsp:txXfrm>
        <a:off x="0" y="4362736"/>
        <a:ext cx="6666833" cy="1090517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1BA9323-3618-416D-ABBD-67EE8838CA3D}">
      <dsp:nvSpPr>
        <dsp:cNvPr id="0" name=""/>
        <dsp:cNvSpPr/>
      </dsp:nvSpPr>
      <dsp:spPr>
        <a:xfrm>
          <a:off x="0" y="39687"/>
          <a:ext cx="3286125" cy="197167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900" b="0" i="0" kern="1200" baseline="0"/>
            <a:t>Sötét, modern megjelenés</a:t>
          </a:r>
          <a:endParaRPr lang="en-US" sz="3900" kern="1200"/>
        </a:p>
      </dsp:txBody>
      <dsp:txXfrm>
        <a:off x="0" y="39687"/>
        <a:ext cx="3286125" cy="1971675"/>
      </dsp:txXfrm>
    </dsp:sp>
    <dsp:sp modelId="{E1B1A7AA-03F6-4432-85D7-B5BCB544E991}">
      <dsp:nvSpPr>
        <dsp:cNvPr id="0" name=""/>
        <dsp:cNvSpPr/>
      </dsp:nvSpPr>
      <dsp:spPr>
        <a:xfrm>
          <a:off x="3614737" y="39687"/>
          <a:ext cx="3286125" cy="197167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900" b="0" i="0" kern="1200" baseline="0"/>
            <a:t>CSS változók</a:t>
          </a:r>
          <a:endParaRPr lang="en-US" sz="3900" kern="1200"/>
        </a:p>
      </dsp:txBody>
      <dsp:txXfrm>
        <a:off x="3614737" y="39687"/>
        <a:ext cx="3286125" cy="1971675"/>
      </dsp:txXfrm>
    </dsp:sp>
    <dsp:sp modelId="{827B3190-8E14-4643-9018-E819245F7834}">
      <dsp:nvSpPr>
        <dsp:cNvPr id="0" name=""/>
        <dsp:cNvSpPr/>
      </dsp:nvSpPr>
      <dsp:spPr>
        <a:xfrm>
          <a:off x="7229475" y="39687"/>
          <a:ext cx="3286125" cy="197167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900" b="0" i="0" kern="1200" baseline="0"/>
            <a:t>Card alapú layout</a:t>
          </a:r>
          <a:endParaRPr lang="en-US" sz="3900" kern="1200"/>
        </a:p>
      </dsp:txBody>
      <dsp:txXfrm>
        <a:off x="7229475" y="39687"/>
        <a:ext cx="3286125" cy="1971675"/>
      </dsp:txXfrm>
    </dsp:sp>
    <dsp:sp modelId="{8D195DF9-60E1-4771-A97D-85C02D8592EB}">
      <dsp:nvSpPr>
        <dsp:cNvPr id="0" name=""/>
        <dsp:cNvSpPr/>
      </dsp:nvSpPr>
      <dsp:spPr>
        <a:xfrm>
          <a:off x="1807368" y="2339975"/>
          <a:ext cx="3286125" cy="197167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900" b="0" i="0" kern="1200" baseline="0"/>
            <a:t>Hover effektek, státusz-pill-ek</a:t>
          </a:r>
          <a:endParaRPr lang="en-US" sz="3900" kern="1200"/>
        </a:p>
      </dsp:txBody>
      <dsp:txXfrm>
        <a:off x="1807368" y="2339975"/>
        <a:ext cx="3286125" cy="1971675"/>
      </dsp:txXfrm>
    </dsp:sp>
    <dsp:sp modelId="{8A178E18-DE92-4D64-AEAA-4D4879290C47}">
      <dsp:nvSpPr>
        <dsp:cNvPr id="0" name=""/>
        <dsp:cNvSpPr/>
      </dsp:nvSpPr>
      <dsp:spPr>
        <a:xfrm>
          <a:off x="5422106" y="2339975"/>
          <a:ext cx="3286125" cy="197167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900" b="0" i="0" kern="1200" baseline="0"/>
            <a:t>Mobil nézet támogatása</a:t>
          </a:r>
          <a:endParaRPr lang="en-US" sz="3900" kern="1200"/>
        </a:p>
      </dsp:txBody>
      <dsp:txXfrm>
        <a:off x="5422106" y="2339975"/>
        <a:ext cx="3286125" cy="1971675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5D7619F-E0AE-4911-84D0-797144573F34}">
      <dsp:nvSpPr>
        <dsp:cNvPr id="0" name=""/>
        <dsp:cNvSpPr/>
      </dsp:nvSpPr>
      <dsp:spPr>
        <a:xfrm>
          <a:off x="3080" y="587032"/>
          <a:ext cx="2444055" cy="1466433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b="0" i="0" kern="1200" baseline="0"/>
            <a:t>Teljes full-stack rendszer</a:t>
          </a:r>
          <a:endParaRPr lang="en-US" sz="2900" kern="1200"/>
        </a:p>
      </dsp:txBody>
      <dsp:txXfrm>
        <a:off x="3080" y="587032"/>
        <a:ext cx="2444055" cy="1466433"/>
      </dsp:txXfrm>
    </dsp:sp>
    <dsp:sp modelId="{A4D58D6C-8A38-4D4D-AFCB-0C1289ACBF64}">
      <dsp:nvSpPr>
        <dsp:cNvPr id="0" name=""/>
        <dsp:cNvSpPr/>
      </dsp:nvSpPr>
      <dsp:spPr>
        <a:xfrm>
          <a:off x="2691541" y="587032"/>
          <a:ext cx="2444055" cy="1466433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b="0" i="0" kern="1200" baseline="0"/>
            <a:t>Valós közösségi funkciók</a:t>
          </a:r>
          <a:endParaRPr lang="en-US" sz="2900" kern="1200"/>
        </a:p>
      </dsp:txBody>
      <dsp:txXfrm>
        <a:off x="2691541" y="587032"/>
        <a:ext cx="2444055" cy="1466433"/>
      </dsp:txXfrm>
    </dsp:sp>
    <dsp:sp modelId="{B64420B2-49D5-41AA-B11E-40A8B480A401}">
      <dsp:nvSpPr>
        <dsp:cNvPr id="0" name=""/>
        <dsp:cNvSpPr/>
      </dsp:nvSpPr>
      <dsp:spPr>
        <a:xfrm>
          <a:off x="5380002" y="587032"/>
          <a:ext cx="2444055" cy="1466433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b="0" i="0" kern="1200" baseline="0"/>
            <a:t>Biztonságos és bővíthető felépítés</a:t>
          </a:r>
          <a:endParaRPr lang="en-US" sz="2900" kern="1200"/>
        </a:p>
      </dsp:txBody>
      <dsp:txXfrm>
        <a:off x="5380002" y="587032"/>
        <a:ext cx="2444055" cy="1466433"/>
      </dsp:txXfrm>
    </dsp:sp>
    <dsp:sp modelId="{01629716-0988-496A-90A5-6ACE1684B104}">
      <dsp:nvSpPr>
        <dsp:cNvPr id="0" name=""/>
        <dsp:cNvSpPr/>
      </dsp:nvSpPr>
      <dsp:spPr>
        <a:xfrm>
          <a:off x="8068463" y="587032"/>
          <a:ext cx="2444055" cy="1466433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b="0" i="0" kern="1200" baseline="0"/>
            <a:t>Jövőbeli lehetőségek:</a:t>
          </a:r>
          <a:endParaRPr lang="en-US" sz="2900" kern="1200"/>
        </a:p>
      </dsp:txBody>
      <dsp:txXfrm>
        <a:off x="8068463" y="587032"/>
        <a:ext cx="2444055" cy="1466433"/>
      </dsp:txXfrm>
    </dsp:sp>
    <dsp:sp modelId="{3D86CB13-53DD-4B2E-BD8B-F1C6BCEF5138}">
      <dsp:nvSpPr>
        <dsp:cNvPr id="0" name=""/>
        <dsp:cNvSpPr/>
      </dsp:nvSpPr>
      <dsp:spPr>
        <a:xfrm>
          <a:off x="3080" y="2297871"/>
          <a:ext cx="2444055" cy="1466433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b="0" i="0" kern="1200" baseline="0"/>
            <a:t>még jobb keresés</a:t>
          </a:r>
          <a:endParaRPr lang="en-US" sz="2900" kern="1200"/>
        </a:p>
      </dsp:txBody>
      <dsp:txXfrm>
        <a:off x="3080" y="2297871"/>
        <a:ext cx="2444055" cy="1466433"/>
      </dsp:txXfrm>
    </dsp:sp>
    <dsp:sp modelId="{B27C0AFC-D5E1-40AC-A6EE-9BEE72D7E8A9}">
      <dsp:nvSpPr>
        <dsp:cNvPr id="0" name=""/>
        <dsp:cNvSpPr/>
      </dsp:nvSpPr>
      <dsp:spPr>
        <a:xfrm>
          <a:off x="2691541" y="2297871"/>
          <a:ext cx="2444055" cy="1466433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b="0" i="0" kern="1200" baseline="0"/>
            <a:t>több admin statisztika</a:t>
          </a:r>
          <a:endParaRPr lang="en-US" sz="2900" kern="1200"/>
        </a:p>
      </dsp:txBody>
      <dsp:txXfrm>
        <a:off x="2691541" y="2297871"/>
        <a:ext cx="2444055" cy="1466433"/>
      </dsp:txXfrm>
    </dsp:sp>
    <dsp:sp modelId="{19194100-9AD8-4931-B58B-8CD85B53308C}">
      <dsp:nvSpPr>
        <dsp:cNvPr id="0" name=""/>
        <dsp:cNvSpPr/>
      </dsp:nvSpPr>
      <dsp:spPr>
        <a:xfrm>
          <a:off x="5380002" y="2297871"/>
          <a:ext cx="2444055" cy="1466433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b="0" i="0" kern="1200" baseline="0"/>
            <a:t>fejlettebb AI</a:t>
          </a:r>
          <a:endParaRPr lang="en-US" sz="2900" kern="1200"/>
        </a:p>
      </dsp:txBody>
      <dsp:txXfrm>
        <a:off x="5380002" y="2297871"/>
        <a:ext cx="2444055" cy="1466433"/>
      </dsp:txXfrm>
    </dsp:sp>
    <dsp:sp modelId="{4AA23C1D-AF61-413B-8231-886F356C5A41}">
      <dsp:nvSpPr>
        <dsp:cNvPr id="0" name=""/>
        <dsp:cNvSpPr/>
      </dsp:nvSpPr>
      <dsp:spPr>
        <a:xfrm>
          <a:off x="8068463" y="2297871"/>
          <a:ext cx="2444055" cy="1466433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b="0" i="0" kern="1200" baseline="0"/>
            <a:t>kényelmesebb mobil használat</a:t>
          </a:r>
          <a:endParaRPr lang="en-US" sz="2900" kern="1200"/>
        </a:p>
      </dsp:txBody>
      <dsp:txXfrm>
        <a:off x="8068463" y="2297871"/>
        <a:ext cx="2444055" cy="14664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4F195F-7F2C-40F3-B247-AEA4312FB65B}" type="datetimeFigureOut">
              <a:rPr lang="hu-HU" smtClean="0"/>
              <a:t>2026. 03. 31.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B2AB52-DE3E-44E0-AFFD-20264D14388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5443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„A projektünk neve </a:t>
            </a:r>
            <a:r>
              <a:rPr lang="hu-HU" dirty="0" err="1"/>
              <a:t>MakettMester</a:t>
            </a:r>
            <a:r>
              <a:rPr lang="hu-HU" dirty="0"/>
              <a:t>. Ez egy olyan webalkalmazás, amely a makettezés köré épülő közösségi platformot valósít meg. A rendszerben a felhasználók maketteket böngészhetnek, véleményezhetnek, kedvencek közé menthetnek, fórumot használhatnak, valamint saját építési naplót is vezethetnek. A bemutatót három részre osztottuk: frontend, backend és adatbázis.”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157629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projekt célja az volt, hogy létrehozzunk egy olyan egységes felületet, ahol a makettezés iránt érdeklődők nemcsak nézelődni tudnak, hanem aktívan részt is vehetnek a közösségben. Fontos volt számunkra, hogy lehessen saját makettet beküldeni, véleményt írni, fórumtémát indítani, illetve a rendszer kezelje a különböző jogosultsági szinteket is. Emellett az is cél volt, hogy az alkalmazás modern és reszponzív legyen.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8159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rendszer három fő részből áll. A frontend </a:t>
            </a:r>
            <a:r>
              <a:rPr lang="hu-HU" dirty="0" err="1"/>
              <a:t>Reactben</a:t>
            </a:r>
            <a:r>
              <a:rPr lang="hu-HU" dirty="0"/>
              <a:t> készült, komponensekre bontva. A backend Node.js és Express alapú REST API, amely kezeli a kéréseket, az üzleti logikát és az adatbázissal való kapcsolatot. Az adatokat </a:t>
            </a:r>
            <a:r>
              <a:rPr lang="hu-HU" dirty="0" err="1"/>
              <a:t>MySQL</a:t>
            </a:r>
            <a:r>
              <a:rPr lang="hu-HU" dirty="0"/>
              <a:t> adatbázisban tároljuk. A frontend és a backend JSON formátumú HTTP-kérésekkel kommunikál egymással. A bejelentkezett állapotot JWT </a:t>
            </a:r>
            <a:r>
              <a:rPr lang="hu-HU" dirty="0" err="1"/>
              <a:t>tokennel</a:t>
            </a:r>
            <a:r>
              <a:rPr lang="hu-HU" dirty="0"/>
              <a:t> kezeljük.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891873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rendszer funkcionalitása elég összetett. Van regisztráció és bejelentkezés, makettek listázása, szűrése és keresése, véleményezési lehetőség csillagos értékeléssel, kedvencek kezelése, fórumrendszer, valamint építési napló funkció is. Ezen kívül elkészítettünk egy </a:t>
            </a:r>
            <a:r>
              <a:rPr lang="hu-HU" dirty="0" err="1"/>
              <a:t>admin</a:t>
            </a:r>
            <a:r>
              <a:rPr lang="hu-HU" dirty="0"/>
              <a:t> felületet a beküldött makettek jóváhagyására és a felhasználók kezelésére, valamint egy AI chat modult is beépítettünk.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033860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adatbázist relációs szemlélettel terveztük meg. Törekedtünk arra, hogy minden nagyobb funkció külön táblát kapjon, így átláthatóbb és könnyebben kezelhető lett a szerkezet. A táblák között elsődleges és idegen kulcsos kapcsolatokat hoztunk létre. Több helyen ON DELETE CASCADE megoldást használunk, mert így a kapcsolódó rekordok automatikusan törlődnek, ha a szülő rekord megszűnik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789833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legfontosabb táblák a felhasználók, a makettek és a vélemények táblái. Emellett külön táblát kapott a kedvencek funkció, a fórum témái és hozzászólásai, az építési napló, valamint az építési tippek naplója és annak blokkjai. Van külön üzenetek tábla a kapcsolatfelvételhez, illetve aktivitásnapló is, amely az </a:t>
            </a:r>
            <a:r>
              <a:rPr lang="hu-HU" dirty="0" err="1"/>
              <a:t>admin</a:t>
            </a:r>
            <a:r>
              <a:rPr lang="hu-HU" dirty="0"/>
              <a:t> műveletek és más események követését segíti.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608141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kapcsolatok közül az egyik legfontosabb, hogy egy maketthez több vélemény is tartozhat, és egy felhasználónak több kedvence is lehet. A fórum esetében egy téma több üzenetet tartalmaz. Az építési tippeknél egy napló több blokkra van bontva, így a felhasználó lépésekre bontva tudja rögzíteni a munkáját. A makett tábla állapotmezőt is tartalmaz, mert a beküldött makettek először jóváhagyásra várnak, és csak </a:t>
            </a:r>
            <a:r>
              <a:rPr lang="hu-HU" dirty="0" err="1"/>
              <a:t>admin</a:t>
            </a:r>
            <a:r>
              <a:rPr lang="hu-HU" dirty="0"/>
              <a:t> ellenőrzés után jelennek meg publikus listában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98817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adatbázist azért terveztük így, mert szerettük volna elkerülni az adatismétlést, és különválasztani a funkciókat. Így a rendszer később is könnyebben bővíthető marad. Például a fórum, a kedvencek vagy az építési tippek külön táblákat kaptak, mert ezek önálló funkcionális egységek. Az állapotkezelés és a szerepköralapú működés miatt is előnyös volt a részletesebb adatmodell.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3797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backend Expressre épül. A </a:t>
            </a:r>
            <a:r>
              <a:rPr lang="hu-HU" dirty="0" err="1"/>
              <a:t>route-okat</a:t>
            </a:r>
            <a:r>
              <a:rPr lang="hu-HU" dirty="0"/>
              <a:t> külön </a:t>
            </a:r>
            <a:r>
              <a:rPr lang="hu-HU" dirty="0" err="1"/>
              <a:t>fájlakba</a:t>
            </a:r>
            <a:r>
              <a:rPr lang="hu-HU" dirty="0"/>
              <a:t> szerveztük, például </a:t>
            </a:r>
            <a:r>
              <a:rPr lang="hu-HU" dirty="0" err="1"/>
              <a:t>auth</a:t>
            </a:r>
            <a:r>
              <a:rPr lang="hu-HU" dirty="0"/>
              <a:t>, makettek, fórum, </a:t>
            </a:r>
            <a:r>
              <a:rPr lang="hu-HU" dirty="0" err="1"/>
              <a:t>admin</a:t>
            </a:r>
            <a:r>
              <a:rPr lang="hu-HU" dirty="0"/>
              <a:t> és AI </a:t>
            </a:r>
            <a:r>
              <a:rPr lang="hu-HU" dirty="0" err="1"/>
              <a:t>route</a:t>
            </a:r>
            <a:r>
              <a:rPr lang="hu-HU" dirty="0"/>
              <a:t>-okba. A közös függvényeket és eszközöket, például az </a:t>
            </a:r>
            <a:r>
              <a:rPr lang="hu-HU" dirty="0" err="1"/>
              <a:t>adatbázislekérdezést</a:t>
            </a:r>
            <a:r>
              <a:rPr lang="hu-HU" dirty="0"/>
              <a:t>, </a:t>
            </a:r>
            <a:r>
              <a:rPr lang="hu-HU" dirty="0" err="1"/>
              <a:t>middleware-eket</a:t>
            </a:r>
            <a:r>
              <a:rPr lang="hu-HU" dirty="0"/>
              <a:t>, a JWT-kezelést, a feltöltést és a naplózást egy közös context objektumon keresztül adjuk át a </a:t>
            </a:r>
            <a:r>
              <a:rPr lang="hu-HU" dirty="0" err="1"/>
              <a:t>route</a:t>
            </a:r>
            <a:r>
              <a:rPr lang="hu-HU" dirty="0"/>
              <a:t>-moduloknak. Ez modulárisabbá és átláthatóbbá teszi a szervert.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267137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regisztrációnál a jelszót nem sima szövegként tároljuk, hanem </a:t>
            </a:r>
            <a:r>
              <a:rPr lang="hu-HU" dirty="0" err="1"/>
              <a:t>bcrypt</a:t>
            </a:r>
            <a:r>
              <a:rPr lang="hu-HU" dirty="0"/>
              <a:t> segítségével </a:t>
            </a:r>
            <a:r>
              <a:rPr lang="hu-HU" dirty="0" err="1"/>
              <a:t>hash-eljük</a:t>
            </a:r>
            <a:r>
              <a:rPr lang="hu-HU" dirty="0"/>
              <a:t>. Bejelentkezéskor a rendszer JWT </a:t>
            </a:r>
            <a:r>
              <a:rPr lang="hu-HU" dirty="0" err="1"/>
              <a:t>tokent</a:t>
            </a:r>
            <a:r>
              <a:rPr lang="hu-HU" dirty="0"/>
              <a:t> generál, amit a frontend eltárol, és minden védett kérésnél elküld. Az </a:t>
            </a:r>
            <a:r>
              <a:rPr lang="hu-HU" dirty="0" err="1"/>
              <a:t>authMiddleware</a:t>
            </a:r>
            <a:r>
              <a:rPr lang="hu-HU" dirty="0"/>
              <a:t> ellenőrzi a </a:t>
            </a:r>
            <a:r>
              <a:rPr lang="hu-HU" dirty="0" err="1"/>
              <a:t>token</a:t>
            </a:r>
            <a:r>
              <a:rPr lang="hu-HU" dirty="0"/>
              <a:t> érvényességét és betölti a felhasználó aktuális adatait az adatbázisból. Az </a:t>
            </a:r>
            <a:r>
              <a:rPr lang="hu-HU" dirty="0" err="1"/>
              <a:t>adminMiddleware</a:t>
            </a:r>
            <a:r>
              <a:rPr lang="hu-HU" dirty="0"/>
              <a:t> csak </a:t>
            </a:r>
            <a:r>
              <a:rPr lang="hu-HU" dirty="0" err="1"/>
              <a:t>admin</a:t>
            </a:r>
            <a:r>
              <a:rPr lang="hu-HU" dirty="0"/>
              <a:t> szerepkörnél enged tovább. Külön figyeltünk arra is, hogy a tiltott felhasználók ne tudjanak belépni, illetve ideiglenes tiltás esetén automatikus feloldás is történjen a megadott idő után.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99654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backend egyik legfontosabb feladata az API biztosítása. A makettek </a:t>
            </a:r>
            <a:r>
              <a:rPr lang="hu-HU" dirty="0" err="1"/>
              <a:t>route</a:t>
            </a:r>
            <a:r>
              <a:rPr lang="hu-HU" dirty="0"/>
              <a:t> kezeli a listázást, a szűrést, a keresést és az átlagértékelések számolását SQL oldalon. A véleményeknél külön CRUD műveletek vannak. A kedvencek </a:t>
            </a:r>
            <a:r>
              <a:rPr lang="hu-HU" dirty="0" err="1"/>
              <a:t>route</a:t>
            </a:r>
            <a:r>
              <a:rPr lang="hu-HU" dirty="0"/>
              <a:t> a felhasználó saját kedvenceit kezeli. A fórum </a:t>
            </a:r>
            <a:r>
              <a:rPr lang="hu-HU" dirty="0" err="1"/>
              <a:t>route</a:t>
            </a:r>
            <a:r>
              <a:rPr lang="hu-HU" dirty="0"/>
              <a:t> külön témákat és üzeneteket szolgál ki. A profil </a:t>
            </a:r>
            <a:r>
              <a:rPr lang="hu-HU" dirty="0" err="1"/>
              <a:t>route</a:t>
            </a:r>
            <a:r>
              <a:rPr lang="hu-HU" dirty="0"/>
              <a:t> lehetővé teszi a profiladatok és a profilkép módosítását. Az </a:t>
            </a:r>
            <a:r>
              <a:rPr lang="hu-HU" dirty="0" err="1"/>
              <a:t>admin</a:t>
            </a:r>
            <a:r>
              <a:rPr lang="hu-HU" dirty="0"/>
              <a:t> </a:t>
            </a:r>
            <a:r>
              <a:rPr lang="hu-HU" dirty="0" err="1"/>
              <a:t>route</a:t>
            </a:r>
            <a:r>
              <a:rPr lang="hu-HU" dirty="0"/>
              <a:t> pedig a makettek jóváhagyásáért és a felhasználók kezeléséért felel.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53109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backendnél azért választottuk a </a:t>
            </a:r>
            <a:r>
              <a:rPr lang="hu-HU" dirty="0" err="1"/>
              <a:t>route</a:t>
            </a:r>
            <a:r>
              <a:rPr lang="hu-HU" dirty="0"/>
              <a:t>-okra bontott megoldást, mert így könnyebb követni, hogy melyik funkció hol van megvalósítva. Ez hibakeresésnél és továbbfejlesztésnél is előnyös. A jogosultságkezelés </a:t>
            </a:r>
            <a:r>
              <a:rPr lang="hu-HU" dirty="0" err="1"/>
              <a:t>middleware-ekbe</a:t>
            </a:r>
            <a:r>
              <a:rPr lang="hu-HU" dirty="0"/>
              <a:t> került, mert így nem kell minden </a:t>
            </a:r>
            <a:r>
              <a:rPr lang="hu-HU" dirty="0" err="1"/>
              <a:t>endpointban</a:t>
            </a:r>
            <a:r>
              <a:rPr lang="hu-HU" dirty="0"/>
              <a:t> újra leírni ugyanazt az ellenőrzést. REST szemléletet követtünk, mert ez a frontenddel való kommunikációt is egyszerűbbé teszi.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317020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Több extra backend funkciót is beépítettünk. A képfeltöltést a </a:t>
            </a:r>
            <a:r>
              <a:rPr lang="hu-HU" dirty="0" err="1"/>
              <a:t>multer</a:t>
            </a:r>
            <a:r>
              <a:rPr lang="hu-HU" dirty="0"/>
              <a:t> kezeli, a statikus fájlokat az </a:t>
            </a:r>
            <a:r>
              <a:rPr lang="hu-HU" dirty="0" err="1"/>
              <a:t>uploads</a:t>
            </a:r>
            <a:r>
              <a:rPr lang="hu-HU" dirty="0"/>
              <a:t> mappából szolgáljuk ki. A CORS beállításokra szükség volt, hogy a frontend biztonságosan elérhesse az API-t. </a:t>
            </a:r>
            <a:r>
              <a:rPr lang="hu-HU" dirty="0" err="1"/>
              <a:t>Rate</a:t>
            </a:r>
            <a:r>
              <a:rPr lang="hu-HU" dirty="0"/>
              <a:t> limitet alkalmaztunk a login és AI végpontokon, hogy csökkentsük a túlterhelés és visszaélés lehetőségét. Az üzenetküldésnél e-mail értesítés is megoldható, ha a környezeti változók be vannak állítva. Emellett aktivitásnaplózást is beépítettünk, valamint külön AI </a:t>
            </a:r>
            <a:r>
              <a:rPr lang="hu-HU" dirty="0" err="1"/>
              <a:t>route-on</a:t>
            </a:r>
            <a:r>
              <a:rPr lang="hu-HU" dirty="0"/>
              <a:t> keresztül </a:t>
            </a:r>
            <a:r>
              <a:rPr lang="hu-HU" dirty="0" err="1"/>
              <a:t>OpenAI</a:t>
            </a:r>
            <a:r>
              <a:rPr lang="hu-HU" dirty="0"/>
              <a:t>-alapú chat funkciót is biztosítunk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53310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frontendet </a:t>
            </a:r>
            <a:r>
              <a:rPr lang="hu-HU" dirty="0" err="1"/>
              <a:t>Reactben</a:t>
            </a:r>
            <a:r>
              <a:rPr lang="hu-HU" dirty="0"/>
              <a:t> készítettük el, komponens alapú felépítéssel. Az oldalak, például a Makettek, Profil, Fórum vagy Építési napló külön komponensek, emellett több újrahasznosítható elem is készült, például a makettkártya, a </a:t>
            </a:r>
            <a:r>
              <a:rPr lang="hu-HU" dirty="0" err="1"/>
              <a:t>modál</a:t>
            </a:r>
            <a:r>
              <a:rPr lang="hu-HU" dirty="0"/>
              <a:t> ablak vagy a csillagos értékelő. A globális állapotkezelést a </a:t>
            </a:r>
            <a:r>
              <a:rPr lang="hu-HU" dirty="0" err="1"/>
              <a:t>useAuth</a:t>
            </a:r>
            <a:r>
              <a:rPr lang="hu-HU" dirty="0"/>
              <a:t> és </a:t>
            </a:r>
            <a:r>
              <a:rPr lang="hu-HU" dirty="0" err="1"/>
              <a:t>useAdat</a:t>
            </a:r>
            <a:r>
              <a:rPr lang="hu-HU" dirty="0"/>
              <a:t> context segítségével oldottuk meg. A navigáció reszponzív, mobilon hamburger menü jelenik meg, és a felhasználó szerepkörétől függően más menüpontok jelennek meg.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049497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Makettek oldalon a felhasználó kereshet név vagy gyártó alapján, szűrhet kategóriára és skálára, valamint rendezhet is. A makettek kártyás megjelenítésben jelennek meg, és minden kártyán látható az átlagértékelés. Innen elérhető a kedvencekhez adás, a vélemények megtekintése és a részletes </a:t>
            </a:r>
            <a:r>
              <a:rPr lang="hu-HU" dirty="0" err="1"/>
              <a:t>modal</a:t>
            </a:r>
            <a:r>
              <a:rPr lang="hu-HU" dirty="0"/>
              <a:t> is. A részletes nézetben további funkciók érhetők el, például </a:t>
            </a:r>
            <a:r>
              <a:rPr lang="hu-HU" dirty="0" err="1"/>
              <a:t>admin</a:t>
            </a:r>
            <a:r>
              <a:rPr lang="hu-HU" dirty="0"/>
              <a:t> szerkesztés, véleménykezelés vagy építési tippek.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399117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 több összetettebb oldalt is tartalmaz. A Profil oldalon lehet név- és profilkép-módosítást végezni. A Fórum oldalon témák és hozzászólások jelennek meg, szerkesztési és törlési jogosultságokkal. Az Építési napló oldalon a felhasználó blokkokra bontva tudja vezetni a folyamatot. Az AI chat </a:t>
            </a:r>
            <a:r>
              <a:rPr lang="hu-HU" dirty="0" err="1"/>
              <a:t>widget</a:t>
            </a:r>
            <a:r>
              <a:rPr lang="hu-HU" dirty="0"/>
              <a:t> lebegő gombként jelenik meg, és rövid </a:t>
            </a:r>
            <a:r>
              <a:rPr lang="hu-HU" dirty="0" err="1"/>
              <a:t>makettezési</a:t>
            </a:r>
            <a:r>
              <a:rPr lang="hu-HU" dirty="0"/>
              <a:t> segítséget ad. A felület több pontján a felhasználó szerepkörétől függően más elemek látszanak.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825798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dizájnnál egy sötét, modern megjelenést választottunk, mert ez jobban illik a témához és vizuálisan is letisztultabb. CSS változókat használtunk a színek egységes kezeléséhez. Az egész rendszer </a:t>
            </a:r>
            <a:r>
              <a:rPr lang="hu-HU" dirty="0" err="1"/>
              <a:t>card</a:t>
            </a:r>
            <a:r>
              <a:rPr lang="hu-HU" dirty="0"/>
              <a:t> alapú elrendezésre épül, több </a:t>
            </a:r>
            <a:r>
              <a:rPr lang="hu-HU" dirty="0" err="1"/>
              <a:t>hover</a:t>
            </a:r>
            <a:r>
              <a:rPr lang="hu-HU" dirty="0"/>
              <a:t> effektussal, státuszjelölő elemmel és reszponzív törésponttal. Mobil nézetben a </a:t>
            </a:r>
            <a:r>
              <a:rPr lang="hu-HU" dirty="0" err="1"/>
              <a:t>grid</a:t>
            </a:r>
            <a:r>
              <a:rPr lang="hu-HU" dirty="0"/>
              <a:t> és a navigáció is átrendeződik.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19228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Összességében a </a:t>
            </a:r>
            <a:r>
              <a:rPr lang="hu-HU" dirty="0" err="1"/>
              <a:t>MakettMester</a:t>
            </a:r>
            <a:r>
              <a:rPr lang="hu-HU" dirty="0"/>
              <a:t> egy teljes </a:t>
            </a:r>
            <a:r>
              <a:rPr lang="hu-HU" dirty="0" err="1"/>
              <a:t>full-stack</a:t>
            </a:r>
            <a:r>
              <a:rPr lang="hu-HU" dirty="0"/>
              <a:t> alkalmazás lett, amely valós közösségi funkciókat valósít meg. A projekt során külön figyeltünk a moduláris felépítésre, a biztonságra, a bővíthetőségre és a felhasználói élményre. A rendszer jelenlegi állapotában is jól használható, de továbbfejleszthető például fejlettebb kereséssel, statisztikákkal, még jobb mobilélménnyel vagy összetettebb AI segítséggel.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90054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17024A5-78B2-4CAC-9AF4-1BBD929D74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E6A1FC1-4498-4C15-ABDC-3145DAA2C1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FE50CE0-7FB0-4D86-B553-D94922B64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2026. 03. 31.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63167C6-0D15-4C99-AAED-FFA2444B3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D745A0B-ED26-459A-BFDB-E551BC239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41599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131F9CB-0FF3-4BF5-AF8C-0A0CC98AC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E647CE2-C7A0-46DD-95E7-4408E85950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6EFBC0A-6958-4E9A-9997-144EC53BB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2026. 03. 31.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AFB7426-3DCD-4C12-9D57-DEFEC623B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4B9A37C-1ABC-4EA3-BFE8-3FCDC2F5D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804888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9EF486-DC13-4818-B1E3-ECEB2648D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7CA0232-200C-43BF-8819-77B3F83F3A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57DA921-60FA-4647-AB7B-450EA949A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2026. 03. 31.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12E155A-5958-44BA-992F-F9E020161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B03E3F6-5357-45BA-9AF5-86FA37E9E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8729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C18ED6-CF97-4525-8A20-EA24C3DC1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6A3428-72AD-4111-8FE9-1E32681BFC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EC86ECA-4AA1-4DF8-A359-81A055A14F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CC561BE8-40A4-4494-A2AD-9B97F559D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2026. 03. 31.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8B03E71E-B1A4-4C69-9B71-683A9600A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E0BD70B-B9A2-4CD2-ADF0-515B1A577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62879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ED0C35-7464-40A9-B2F2-E2D00F707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04C678B-430F-47FB-9A06-5A76269AA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D0EBEA39-E9DD-4881-9B1E-8D4AF802F9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A409A72D-046D-4EDA-8245-0FE6658397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89876705-D40D-4047-B3EC-09D46FC1BB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E9A8B9DC-8850-4CAA-A29F-239C213AD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2026. 03. 31.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645AF9E7-C51E-452D-92C6-1B32F9007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66BB048-3331-4373-B2D2-38F24AFBB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9381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80374A-D5DB-428A-BB8C-B9F4E855A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DF61564A-6401-4FFE-A3B0-DE0A62020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2026. 03. 31.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40C03574-A8B2-4567-9BF2-F97DF5D12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4B1C648-4C4E-41CD-AE5A-AB5E95303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92351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1A4BFAFF-E7D4-4941-A76A-87FC6E284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2026. 03. 31.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E3AC517-40B3-4142-859B-86BFE2239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47E101A5-4BF0-4E0D-96ED-0066628D6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9783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89E3809-C28B-44BF-9178-67968E04D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E72BE06-D16D-4FB7-81DC-A154953080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193BA7A-A9BD-44F5-9CC6-D13C20141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48BD076-35C9-4373-931E-3D0A35059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2026. 03. 31.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C512C3E-4119-44F0-8A6A-2A463F70E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A326714-E23E-4624-95EE-01E2983B1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2987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488D39F-2A6B-4227-A7D4-1197EE549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D8B16A98-E3B3-4715-9BA9-53559FB031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56DAD35-D9CF-46BD-95E7-BB5347993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B23FE9A-50C1-4D7D-8E7B-7A6D1404B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2026. 03. 31.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D778FBB-A793-4753-8EC8-6CD85C788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9C78228-B7E9-4A9A-BED3-591D9CAF0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519177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87A1AB7-6D8A-4A3E-BBD1-E9095E95F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59EE59B-2FDB-414A-BF95-88611AFF67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B580B53-6FB6-43EC-BF5A-442B92081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2026. 03. 31.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1E5F777-65FB-41E0-9958-638E8047F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634D98F-7FE2-4A27-97BB-09CCD027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9919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9BDE829A-56F5-4129-81A1-50671762D1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FFC123AE-CB57-4E9A-9682-DE13314F00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6116BAA-F217-474F-BBE5-81FDF5BA4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2026. 03. 31.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C38FF3C-8BAA-4E59-8680-C8FD59D431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F1866A5-C7A0-4565-8518-4242ACB54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8250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B74F7312-427E-426D-9FFA-71AFBAC4C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F4550D6-FE4C-49BE-9175-5BF7D5F6BF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9F40C42-7DAE-4CB5-8669-476FF04D31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C265F0-9B0B-43BF-8579-E8996E214BEE}" type="datetimeFigureOut">
              <a:rPr lang="hu-HU" smtClean="0"/>
              <a:t>2026. 03. 31.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01DAB7A-E1E0-4F9D-9F65-BECE323739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96535E-F28D-49C9-990B-A5682C7A38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4450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Relationship Id="rId9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Relationship Id="rId9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4.jpeg"/><Relationship Id="rId7" Type="http://schemas.openxmlformats.org/officeDocument/2006/relationships/diagramColors" Target="../diagrams/colors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10" Type="http://schemas.openxmlformats.org/officeDocument/2006/relationships/image" Target="../media/image1.png"/><Relationship Id="rId4" Type="http://schemas.openxmlformats.org/officeDocument/2006/relationships/diagramData" Target="../diagrams/data3.xml"/><Relationship Id="rId9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Relationship Id="rId9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Relationship Id="rId9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Relationship Id="rId9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Relationship Id="rId9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8" Type="http://schemas.microsoft.com/office/2007/relationships/diagramDrawing" Target="../diagrams/drawing8.xml"/><Relationship Id="rId3" Type="http://schemas.openxmlformats.org/officeDocument/2006/relationships/image" Target="../media/image5.jpeg"/><Relationship Id="rId7" Type="http://schemas.openxmlformats.org/officeDocument/2006/relationships/diagramColors" Target="../diagrams/colors8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8.xml"/><Relationship Id="rId5" Type="http://schemas.openxmlformats.org/officeDocument/2006/relationships/diagramLayout" Target="../diagrams/layout8.xml"/><Relationship Id="rId10" Type="http://schemas.openxmlformats.org/officeDocument/2006/relationships/image" Target="../media/image2.png"/><Relationship Id="rId4" Type="http://schemas.openxmlformats.org/officeDocument/2006/relationships/diagramData" Target="../diagrams/data8.xml"/><Relationship Id="rId9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9.xml"/><Relationship Id="rId3" Type="http://schemas.openxmlformats.org/officeDocument/2006/relationships/image" Target="../media/image6.jpeg"/><Relationship Id="rId7" Type="http://schemas.openxmlformats.org/officeDocument/2006/relationships/diagramColors" Target="../diagrams/colors9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9.xml"/><Relationship Id="rId5" Type="http://schemas.openxmlformats.org/officeDocument/2006/relationships/diagramLayout" Target="../diagrams/layout9.xml"/><Relationship Id="rId10" Type="http://schemas.openxmlformats.org/officeDocument/2006/relationships/image" Target="../media/image1.png"/><Relationship Id="rId4" Type="http://schemas.openxmlformats.org/officeDocument/2006/relationships/diagramData" Target="../diagrams/data9.xml"/><Relationship Id="rId9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0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CC43FE1C-8D2A-467E-9CCE-383090BA6B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13" r="9089" b="15864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8" name="Rectangle 12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F7F4BBEA-F639-407A-9870-0CBE76807D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hu-HU" sz="4800">
                <a:solidFill>
                  <a:schemeClr val="bg1"/>
                </a:solidFill>
              </a:rPr>
              <a:t>MakettMester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43602BE-5026-4683-913E-188D17BE8D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hu-HU" sz="2000">
                <a:solidFill>
                  <a:schemeClr val="bg1"/>
                </a:solidFill>
              </a:rPr>
              <a:t>Készítette: Claus Patrik, Hohn Márton, Szabados Bendegúz Henrik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25242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11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13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15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21A2965-105D-4BDA-ADFB-DC6880593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hu-HU" sz="4000">
                <a:solidFill>
                  <a:srgbClr val="FFFFFF"/>
                </a:solidFill>
              </a:rPr>
              <a:t>A projekt célja</a:t>
            </a:r>
          </a:p>
        </p:txBody>
      </p:sp>
      <p:graphicFrame>
        <p:nvGraphicFramePr>
          <p:cNvPr id="24" name="Rectangle 1">
            <a:extLst>
              <a:ext uri="{FF2B5EF4-FFF2-40B4-BE49-F238E27FC236}">
                <a16:creationId xmlns:a16="http://schemas.microsoft.com/office/drawing/2014/main" id="{ACFA7781-63C5-52A0-339C-AE08F22D25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5137199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7" name="Kép 6">
            <a:extLst>
              <a:ext uri="{FF2B5EF4-FFF2-40B4-BE49-F238E27FC236}">
                <a16:creationId xmlns:a16="http://schemas.microsoft.com/office/drawing/2014/main" id="{BF7019F0-F156-6E7C-3B14-9AC1410D887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  <p:pic>
        <p:nvPicPr>
          <p:cNvPr id="8" name="Picture 2" descr="Budapesti Gazdasági Szakképzési Centrum Pestszentlőrinci Technikum | EDIR">
            <a:extLst>
              <a:ext uri="{FF2B5EF4-FFF2-40B4-BE49-F238E27FC236}">
                <a16:creationId xmlns:a16="http://schemas.microsoft.com/office/drawing/2014/main" id="{7C374FA8-21A9-926A-86B5-C000259E9A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88" y="5393198"/>
            <a:ext cx="1796980" cy="1179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276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8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8" name="Rectangle 10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2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01104D1-954B-499A-A0C7-A862BD8FE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hu-HU" sz="4000">
                <a:solidFill>
                  <a:srgbClr val="FFFFFF"/>
                </a:solidFill>
              </a:rPr>
              <a:t>A rendszer áttekintése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9869F36-FE59-4DB9-B482-70E4E1D0730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810259" y="649480"/>
            <a:ext cx="6555347" cy="554604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Frontend: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React, komponens alapú felépítés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Backend: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Node.js + Express REST API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Adatbázis: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MySQL / MariaDB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Kommunikáció: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JSON alapú HTTP kérések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Hitelesítés: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JWT token</a:t>
            </a:r>
          </a:p>
        </p:txBody>
      </p:sp>
      <p:pic>
        <p:nvPicPr>
          <p:cNvPr id="6" name="Picture 2" descr="Budapesti Gazdasági Szakképzési Centrum Pestszentlőrinci Technikum | EDIR">
            <a:extLst>
              <a:ext uri="{FF2B5EF4-FFF2-40B4-BE49-F238E27FC236}">
                <a16:creationId xmlns:a16="http://schemas.microsoft.com/office/drawing/2014/main" id="{8BAC10DA-AD74-9460-FA22-0BD41B635A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88" y="5393198"/>
            <a:ext cx="1796980" cy="1179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8DFC1866-F186-2151-77AF-ADFB324664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97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13DA8B6-E7BC-4D9F-90C0-7FAADC977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hu-HU" sz="4000">
                <a:solidFill>
                  <a:srgbClr val="FFFFFF"/>
                </a:solidFill>
              </a:rPr>
              <a:t>Fő funkciók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02662FB8-355F-968C-E9EF-1DC0FAA04C7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8964281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7" name="Kép 6">
            <a:extLst>
              <a:ext uri="{FF2B5EF4-FFF2-40B4-BE49-F238E27FC236}">
                <a16:creationId xmlns:a16="http://schemas.microsoft.com/office/drawing/2014/main" id="{CFEC87F1-4553-48D9-7C08-E404B94B200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  <p:pic>
        <p:nvPicPr>
          <p:cNvPr id="8" name="Picture 2" descr="Budapesti Gazdasági Szakképzési Centrum Pestszentlőrinci Technikum | EDIR">
            <a:extLst>
              <a:ext uri="{FF2B5EF4-FFF2-40B4-BE49-F238E27FC236}">
                <a16:creationId xmlns:a16="http://schemas.microsoft.com/office/drawing/2014/main" id="{BB5C2365-7CF2-E545-13A5-694EA9BA05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88" y="5393198"/>
            <a:ext cx="1796980" cy="1179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4782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8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8" name="Rectangle 10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2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655ECCE-1ACE-490F-92E6-2567A3488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hu-HU" sz="4000">
                <a:solidFill>
                  <a:srgbClr val="FFFFFF"/>
                </a:solidFill>
              </a:rPr>
              <a:t>Adatbázis-tervezés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3DC66E9-0D8C-4FBD-9170-80281BAB23A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810259" y="649480"/>
            <a:ext cx="6555347" cy="554604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Relációs adatbázis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Táblák külön funkciókhoz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Primary key és foreign key kapcsolatok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Kaszkád törlés több kapcsolatnál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Állapotkezelés a maketteknél</a:t>
            </a:r>
          </a:p>
        </p:txBody>
      </p:sp>
      <p:pic>
        <p:nvPicPr>
          <p:cNvPr id="6" name="Picture 2" descr="Budapesti Gazdasági Szakképzési Centrum Pestszentlőrinci Technikum | EDIR">
            <a:extLst>
              <a:ext uri="{FF2B5EF4-FFF2-40B4-BE49-F238E27FC236}">
                <a16:creationId xmlns:a16="http://schemas.microsoft.com/office/drawing/2014/main" id="{92433329-9DD4-8840-15B0-A8BC9DF2B6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88" y="5393198"/>
            <a:ext cx="1796980" cy="1179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8A0F27EB-5C29-796D-04AE-656DB6D16F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981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12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14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16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Freeform: Shape 18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38A9F8F-C102-4DBC-A04D-EDDE8BDDB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Fő táblák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5BBEA526-C9A5-4879-9269-78CF343795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2428" y="764506"/>
            <a:ext cx="7225748" cy="5328988"/>
          </a:xfrm>
          <a:prstGeom prst="rect">
            <a:avLst/>
          </a:prstGeom>
        </p:spPr>
      </p:pic>
      <p:pic>
        <p:nvPicPr>
          <p:cNvPr id="5" name="Picture 2" descr="Budapesti Gazdasági Szakképzési Centrum Pestszentlőrinci Technikum | EDIR">
            <a:extLst>
              <a:ext uri="{FF2B5EF4-FFF2-40B4-BE49-F238E27FC236}">
                <a16:creationId xmlns:a16="http://schemas.microsoft.com/office/drawing/2014/main" id="{D8DB5095-E400-F5AA-491D-E9127285C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88" y="5393198"/>
            <a:ext cx="1796980" cy="1179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C8DF5F2-0CCB-B666-6766-4AA447F4FF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4919" y="5260428"/>
            <a:ext cx="1445169" cy="1445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320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18E7D1F-5209-2934-1732-CAF88D01EE2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2132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30FD143-F919-4DEA-BB0D-87FC69128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dirty="0"/>
              <a:t>Kapcsolatok és logika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653AB991-E242-2B36-7EA2-215AE20D062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192390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8" name="Picture 2" descr="Budapesti Gazdasági Szakképzési Centrum Pestszentlőrinci Technikum | EDIR">
            <a:extLst>
              <a:ext uri="{FF2B5EF4-FFF2-40B4-BE49-F238E27FC236}">
                <a16:creationId xmlns:a16="http://schemas.microsoft.com/office/drawing/2014/main" id="{D406A918-190F-F592-A1D9-937AD23608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88" y="5393198"/>
            <a:ext cx="1796980" cy="1179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F8597FCE-FC79-11D6-3F99-E1A740BB7A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434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61E7EDE-CB4A-402F-B0FB-8640C35891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2BBEB8-4077-499F-80FD-AA9827A8D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8395" y="608243"/>
            <a:ext cx="3380205" cy="5445075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7D8C6D9-7496-48C7-A28D-CF19A7502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6791" y="1005303"/>
            <a:ext cx="2032490" cy="4427309"/>
          </a:xfrm>
        </p:spPr>
        <p:txBody>
          <a:bodyPr>
            <a:normAutofit/>
          </a:bodyPr>
          <a:lstStyle/>
          <a:p>
            <a:r>
              <a:rPr lang="hu-HU" sz="2800">
                <a:solidFill>
                  <a:schemeClr val="bg1"/>
                </a:solidFill>
              </a:rPr>
              <a:t>Miért így terveztük az adatbázist?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12F3397-1552-4A30-BFC9-5533FDE01A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336498" y="1288934"/>
            <a:ext cx="5801194" cy="428013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Redundancia csökkentése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Egyszerűbb lekérdezések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Jogosultságok és állapotok kezelése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Bővíthetőség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Közösségi funkciók támogatása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3B7728-0C26-4662-B285-85C645523C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53319"/>
            <a:ext cx="12192000" cy="64008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8C367AD-9838-470A-87EF-678609CC86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770606" y="3396997"/>
            <a:ext cx="6858002" cy="64008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0CF1642-4E76-4223-A010-6334380A2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44236"/>
            <a:ext cx="12192000" cy="64008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89859A2F-F052-6CD9-84A4-217E3AA847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  <p:pic>
        <p:nvPicPr>
          <p:cNvPr id="7" name="Picture 2" descr="Budapesti Gazdasági Szakképzési Centrum Pestszentlőrinci Technikum | EDIR">
            <a:extLst>
              <a:ext uri="{FF2B5EF4-FFF2-40B4-BE49-F238E27FC236}">
                <a16:creationId xmlns:a16="http://schemas.microsoft.com/office/drawing/2014/main" id="{01A56FBC-DF23-DAA2-1198-340A78F38F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88" y="5393198"/>
            <a:ext cx="1796980" cy="1179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07477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13CED2E-8263-4A50-BD76-202E6B337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hu-HU" sz="4000">
                <a:solidFill>
                  <a:srgbClr val="FFFFFF"/>
                </a:solidFill>
              </a:rPr>
              <a:t>Backend architektúra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560AA97-470D-452D-86F3-3751CD1F1F6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71599" y="2318197"/>
            <a:ext cx="9724031" cy="36833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Express szerver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Route-modulokra bontott felépítés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Middleware-ek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MySQL kapcsolat poolon keresztül</a:t>
            </a:r>
          </a:p>
        </p:txBody>
      </p:sp>
      <p:pic>
        <p:nvPicPr>
          <p:cNvPr id="6" name="Picture 2" descr="Budapesti Gazdasági Szakképzési Centrum Pestszentlőrinci Technikum | EDIR">
            <a:extLst>
              <a:ext uri="{FF2B5EF4-FFF2-40B4-BE49-F238E27FC236}">
                <a16:creationId xmlns:a16="http://schemas.microsoft.com/office/drawing/2014/main" id="{1681253C-DDC2-D61A-ED85-C998B650CC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88" y="5393198"/>
            <a:ext cx="1796980" cy="1179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78ADC8A-1A28-9CC5-D7D3-8245BF34FC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4467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3E97E77-40B9-4F8D-9934-4E93BE8B2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hu-HU" sz="4000">
                <a:solidFill>
                  <a:srgbClr val="FFFFFF"/>
                </a:solidFill>
              </a:rPr>
              <a:t>Hitelesítés és jogosultság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C952FCA-ED37-4ED7-ADE2-49E5C0C3600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810259" y="649480"/>
            <a:ext cx="6555347" cy="554604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 bcrypt hash-eléssel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Bejelentkezés JWT tokennel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authMiddleware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adminMiddleware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Tiltás kezelése login közben is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3AC4B6CF-1B66-58B8-D54D-919EBED3ED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  <p:pic>
        <p:nvPicPr>
          <p:cNvPr id="6" name="Picture 2" descr="Budapesti Gazdasági Szakképzési Centrum Pestszentlőrinci Technikum | EDIR">
            <a:extLst>
              <a:ext uri="{FF2B5EF4-FFF2-40B4-BE49-F238E27FC236}">
                <a16:creationId xmlns:a16="http://schemas.microsoft.com/office/drawing/2014/main" id="{81B4F0C2-D06D-6797-4F9F-F263F80CAB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88" y="5393198"/>
            <a:ext cx="1796980" cy="1179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18130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FCBDB15-0752-4DAB-8ED8-E057DF2B0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hu-HU" sz="4000">
                <a:solidFill>
                  <a:srgbClr val="FFFFFF"/>
                </a:solidFill>
              </a:rPr>
              <a:t>API funkciók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121EFFAC-AB95-9080-4015-5811F2F7CB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61073459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Picture 2" descr="Budapesti Gazdasági Szakképzési Centrum Pestszentlőrinci Technikum | EDIR">
            <a:extLst>
              <a:ext uri="{FF2B5EF4-FFF2-40B4-BE49-F238E27FC236}">
                <a16:creationId xmlns:a16="http://schemas.microsoft.com/office/drawing/2014/main" id="{92AE254A-8FBB-45E3-7B09-81603F8F85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88" y="5393198"/>
            <a:ext cx="1796980" cy="1179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46B645C-0E33-63BB-E3A4-7118E8068DF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5610" y="5476496"/>
            <a:ext cx="1282459" cy="1282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624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408EA59-A08C-4E1D-BC1F-811AFD755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hu-HU" sz="3700">
                <a:solidFill>
                  <a:srgbClr val="FFFFFF"/>
                </a:solidFill>
              </a:rPr>
              <a:t>Miért ilyen backend megoldásokat választottunk?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1B7D4F58-908A-FFF5-79C1-913AA352BFD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5266795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Picture 2" descr="Budapesti Gazdasági Szakképzési Centrum Pestszentlőrinci Technikum | EDIR">
            <a:extLst>
              <a:ext uri="{FF2B5EF4-FFF2-40B4-BE49-F238E27FC236}">
                <a16:creationId xmlns:a16="http://schemas.microsoft.com/office/drawing/2014/main" id="{2DCC92B1-B008-90C4-B4D7-59FF0695CB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88" y="5393198"/>
            <a:ext cx="1796980" cy="1179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4FF149C-548C-1675-6113-5E16404F10B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156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B7EEF1B-A8A1-434C-9308-C40B735DF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hu-HU" sz="4000">
                <a:solidFill>
                  <a:srgbClr val="FFFFFF"/>
                </a:solidFill>
              </a:rPr>
              <a:t>Extra backend funkciók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87050F8-E587-45AD-B8D2-F967925A7DC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810259" y="649480"/>
            <a:ext cx="6555347" cy="554604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Fájlfeltöltés multer-rel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CORS beállítás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Rate limit a login és AI route-okon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E-mail értesítés üzenetnél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Aktivitásnaplózás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AI chat OpenAI kapcsolattal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03885A60-099F-B6AF-D190-2FD17DB9DD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  <p:pic>
        <p:nvPicPr>
          <p:cNvPr id="6" name="Picture 2" descr="Budapesti Gazdasági Szakképzési Centrum Pestszentlőrinci Technikum | EDIR">
            <a:extLst>
              <a:ext uri="{FF2B5EF4-FFF2-40B4-BE49-F238E27FC236}">
                <a16:creationId xmlns:a16="http://schemas.microsoft.com/office/drawing/2014/main" id="{FD082890-F3A2-83ED-706B-C6387C4593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88" y="5393198"/>
            <a:ext cx="1796980" cy="1179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98538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B3178A5-1042-42B3-8ABD-3054DA776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hu-HU" sz="4000">
                <a:solidFill>
                  <a:srgbClr val="FFFFFF"/>
                </a:solidFill>
              </a:rPr>
              <a:t>Frontend felépítése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9C0DE1F-142B-4110-A2A5-FD91448D06B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503158" y="649480"/>
            <a:ext cx="4862447" cy="554604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React komponens alapú rendszer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Külön oldalak és újrahasznosítható komponensek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useAuth és useAdat context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Modalok, kártyák, csillagos értékelés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Reszponzív navbar és mobil menü</a:t>
            </a:r>
          </a:p>
        </p:txBody>
      </p:sp>
      <p:pic>
        <p:nvPicPr>
          <p:cNvPr id="3" name="Picture 2" descr="Budapesti Gazdasági Szakképzési Centrum Pestszentlőrinci Technikum | EDIR">
            <a:extLst>
              <a:ext uri="{FF2B5EF4-FFF2-40B4-BE49-F238E27FC236}">
                <a16:creationId xmlns:a16="http://schemas.microsoft.com/office/drawing/2014/main" id="{668E0D92-EAAB-337A-22A1-4DC658CD8D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88" y="5393198"/>
            <a:ext cx="1796980" cy="1179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26BC7514-2576-6173-36D1-2893A08B8B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9471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39B42FA-CCBF-46EB-B5B4-48D285930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hu-HU" sz="4000">
                <a:solidFill>
                  <a:srgbClr val="FFFFFF"/>
                </a:solidFill>
              </a:rPr>
              <a:t>Makett oldal és felhasználói élmény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1BF997AF-50A1-431A-BA28-E50D31E293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4337812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Kép 2">
            <a:extLst>
              <a:ext uri="{FF2B5EF4-FFF2-40B4-BE49-F238E27FC236}">
                <a16:creationId xmlns:a16="http://schemas.microsoft.com/office/drawing/2014/main" id="{D64C6DD9-D4D0-AD5F-6D4C-39D407E8233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2335" y="5662357"/>
            <a:ext cx="1195638" cy="1195638"/>
          </a:xfrm>
          <a:prstGeom prst="rect">
            <a:avLst/>
          </a:prstGeom>
        </p:spPr>
      </p:pic>
      <p:pic>
        <p:nvPicPr>
          <p:cNvPr id="7" name="Picture 2" descr="Budapesti Gazdasági Szakképzési Centrum Pestszentlőrinci Technikum | EDIR">
            <a:extLst>
              <a:ext uri="{FF2B5EF4-FFF2-40B4-BE49-F238E27FC236}">
                <a16:creationId xmlns:a16="http://schemas.microsoft.com/office/drawing/2014/main" id="{2F9295DE-F432-9C92-E637-B613F6D9B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88" y="5393198"/>
            <a:ext cx="1796980" cy="1179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3804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0261417-5FF9-4AC4-BBE8-4F4A2BB66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hu-HU" sz="4000">
                <a:solidFill>
                  <a:srgbClr val="FFFFFF"/>
                </a:solidFill>
              </a:rPr>
              <a:t>Profil, fórum, építési napló, AI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6E65DC1D-4394-C564-DF9D-7C27C633F5F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39925633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Picture 2" descr="Budapesti Gazdasági Szakképzési Centrum Pestszentlőrinci Technikum | EDIR">
            <a:extLst>
              <a:ext uri="{FF2B5EF4-FFF2-40B4-BE49-F238E27FC236}">
                <a16:creationId xmlns:a16="http://schemas.microsoft.com/office/drawing/2014/main" id="{8A60D6D2-9384-1CE2-83CB-2A23538A85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88" y="5393198"/>
            <a:ext cx="1796980" cy="1179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8D1B4AE9-ACD4-9C7D-BAA0-47E43A98C5D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4400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72E48AA3-2861-04F2-4DB4-64F44F57DA3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625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8AC334C-391E-4020-930B-6C0BC96A7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/>
              <a:t>Dizájn és reszponzivitás</a:t>
            </a:r>
          </a:p>
        </p:txBody>
      </p:sp>
      <p:graphicFrame>
        <p:nvGraphicFramePr>
          <p:cNvPr id="22" name="Rectangle 1">
            <a:extLst>
              <a:ext uri="{FF2B5EF4-FFF2-40B4-BE49-F238E27FC236}">
                <a16:creationId xmlns:a16="http://schemas.microsoft.com/office/drawing/2014/main" id="{F95FEA2D-351E-400F-FB34-CA944BB783A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3740489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3" name="Kép 2">
            <a:extLst>
              <a:ext uri="{FF2B5EF4-FFF2-40B4-BE49-F238E27FC236}">
                <a16:creationId xmlns:a16="http://schemas.microsoft.com/office/drawing/2014/main" id="{8C0BFCB8-D2E6-BC27-69ED-19A699F5247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  <p:pic>
        <p:nvPicPr>
          <p:cNvPr id="6" name="Picture 2" descr="Budapesti Gazdasági Szakképzési Centrum Pestszentlőrinci Technikum | EDIR">
            <a:extLst>
              <a:ext uri="{FF2B5EF4-FFF2-40B4-BE49-F238E27FC236}">
                <a16:creationId xmlns:a16="http://schemas.microsoft.com/office/drawing/2014/main" id="{03ED1A53-BA7B-DEA0-ABDA-CBE0DF0D1F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88" y="5393198"/>
            <a:ext cx="1796980" cy="1179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38647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53DE34D-54B9-0F0E-CFF6-62AB7BA0F1F9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5055" b="1067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F82E039-7C8F-44F2-97A1-7B28A8959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dirty="0"/>
              <a:t>Összegzés és továbbfejlesztés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ED3C2EA8-9573-C5BD-2AFD-B2307349EF2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308850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3" name="Picture 2" descr="Budapesti Gazdasági Szakképzési Centrum Pestszentlőrinci Technikum | EDIR">
            <a:extLst>
              <a:ext uri="{FF2B5EF4-FFF2-40B4-BE49-F238E27FC236}">
                <a16:creationId xmlns:a16="http://schemas.microsoft.com/office/drawing/2014/main" id="{73C18238-D6FF-5E43-C49B-2C199BDA05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88" y="5393198"/>
            <a:ext cx="1796980" cy="1179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6099188D-A973-3E9C-B6F4-3CC452C642B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393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1590</Words>
  <Application>Microsoft Office PowerPoint</Application>
  <PresentationFormat>Szélesvásznú</PresentationFormat>
  <Paragraphs>143</Paragraphs>
  <Slides>18</Slides>
  <Notes>18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Times New Roman</vt:lpstr>
      <vt:lpstr>Office-téma</vt:lpstr>
      <vt:lpstr>MakettMester</vt:lpstr>
      <vt:lpstr>A projekt célja</vt:lpstr>
      <vt:lpstr>A rendszer áttekintése</vt:lpstr>
      <vt:lpstr>Fő funkciók</vt:lpstr>
      <vt:lpstr>Adatbázis-tervezés</vt:lpstr>
      <vt:lpstr>Fő táblák</vt:lpstr>
      <vt:lpstr>Kapcsolatok és logika</vt:lpstr>
      <vt:lpstr>Miért így terveztük az adatbázist?</vt:lpstr>
      <vt:lpstr>Backend architektúra</vt:lpstr>
      <vt:lpstr>Hitelesítés és jogosultság</vt:lpstr>
      <vt:lpstr>API funkciók</vt:lpstr>
      <vt:lpstr>Miért ilyen backend megoldásokat választottunk?</vt:lpstr>
      <vt:lpstr>Extra backend funkciók</vt:lpstr>
      <vt:lpstr>Frontend felépítése</vt:lpstr>
      <vt:lpstr>Makett oldal és felhasználói élmény</vt:lpstr>
      <vt:lpstr>Profil, fórum, építési napló, AI</vt:lpstr>
      <vt:lpstr>Dizájn és reszponzivitás</vt:lpstr>
      <vt:lpstr>Összegzés és továbbfejlesztés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MakettMester</dc:title>
  <dc:creator>Claus Patrik 420</dc:creator>
  <cp:lastModifiedBy>O365 felhasználó</cp:lastModifiedBy>
  <cp:revision>8</cp:revision>
  <dcterms:created xsi:type="dcterms:W3CDTF">2026-03-18T07:19:38Z</dcterms:created>
  <dcterms:modified xsi:type="dcterms:W3CDTF">2026-03-31T06:20:20Z</dcterms:modified>
</cp:coreProperties>
</file>