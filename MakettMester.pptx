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76" r:id="rId3"/>
    <p:sldId id="257" r:id="rId4"/>
    <p:sldId id="274" r:id="rId5"/>
    <p:sldId id="258" r:id="rId6"/>
    <p:sldId id="260" r:id="rId7"/>
    <p:sldId id="261" r:id="rId8"/>
    <p:sldId id="263" r:id="rId9"/>
    <p:sldId id="264" r:id="rId10"/>
    <p:sldId id="265" r:id="rId11"/>
    <p:sldId id="266" r:id="rId12"/>
    <p:sldId id="268" r:id="rId13"/>
    <p:sldId id="269" r:id="rId14"/>
    <p:sldId id="271" r:id="rId15"/>
    <p:sldId id="272" r:id="rId16"/>
    <p:sldId id="273" r:id="rId17"/>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1551" autoAdjust="0"/>
  </p:normalViewPr>
  <p:slideViewPr>
    <p:cSldViewPr snapToGrid="0">
      <p:cViewPr varScale="1">
        <p:scale>
          <a:sx n="70" d="100"/>
          <a:sy n="70" d="100"/>
        </p:scale>
        <p:origin x="116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dgm:t>
        <a:bodyPr/>
        <a:lstStyle/>
        <a:p>
          <a:r>
            <a:rPr lang="en-US" b="0" dirty="0"/>
            <a:t>Creating a unified scale modeling platform</a:t>
          </a:r>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b="0" dirty="0" err="1"/>
            <a:t>Providing</a:t>
          </a:r>
          <a:r>
            <a:rPr lang="hu-HU" b="0" dirty="0"/>
            <a:t> </a:t>
          </a:r>
          <a:r>
            <a:rPr lang="hu-HU" b="0" dirty="0" err="1"/>
            <a:t>community</a:t>
          </a:r>
          <a:r>
            <a:rPr lang="hu-HU" b="0" dirty="0"/>
            <a:t> </a:t>
          </a:r>
          <a:r>
            <a:rPr lang="hu-HU" b="0" dirty="0" err="1"/>
            <a:t>features</a:t>
          </a:r>
          <a:endParaRPr lang="en-US" b="0"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dgm:t>
        <a:bodyPr/>
        <a:lstStyle/>
        <a:p>
          <a:r>
            <a:rPr lang="en-US" b="0" dirty="0"/>
            <a:t>Uploading and managing user-generated content</a:t>
          </a:r>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b="0" dirty="0"/>
            <a:t>Modern, </a:t>
          </a:r>
          <a:r>
            <a:rPr lang="hu-HU" b="0" dirty="0" err="1"/>
            <a:t>responsive</a:t>
          </a:r>
          <a:r>
            <a:rPr lang="hu-HU" b="0" dirty="0"/>
            <a:t> </a:t>
          </a:r>
          <a:r>
            <a:rPr lang="hu-HU" b="0" dirty="0" err="1"/>
            <a:t>interface</a:t>
          </a:r>
          <a:endParaRPr lang="en-US" b="0"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en-US" b="0" dirty="0"/>
            <a:t>Permission management and admin features</a:t>
          </a:r>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dgm:t>
        <a:bodyPr/>
        <a:lstStyle/>
        <a:p>
          <a:r>
            <a:rPr lang="hu-HU" dirty="0" err="1"/>
            <a:t>Teams</a:t>
          </a:r>
          <a:endParaRPr lang="en-US" dirty="0"/>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dirty="0" err="1"/>
            <a:t>Github</a:t>
          </a:r>
          <a:endParaRPr lang="en-US"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dgm:t>
        <a:bodyPr/>
        <a:lstStyle/>
        <a:p>
          <a:r>
            <a:rPr lang="hu-HU" dirty="0"/>
            <a:t>Visual</a:t>
          </a:r>
          <a:r>
            <a:rPr lang="hu-HU" baseline="0" dirty="0"/>
            <a:t> </a:t>
          </a:r>
          <a:r>
            <a:rPr lang="hu-HU" baseline="0" dirty="0" err="1"/>
            <a:t>Studio</a:t>
          </a:r>
          <a:r>
            <a:rPr lang="hu-HU" baseline="0" dirty="0"/>
            <a:t> </a:t>
          </a:r>
          <a:r>
            <a:rPr lang="hu-HU" baseline="0" dirty="0" err="1"/>
            <a:t>Code</a:t>
          </a:r>
          <a:endParaRPr lang="en-US" dirty="0"/>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dirty="0" err="1"/>
            <a:t>Discord</a:t>
          </a:r>
          <a:endParaRPr lang="en-US"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hu-HU" dirty="0"/>
            <a:t>PowerPoint, Word </a:t>
          </a:r>
          <a:endParaRPr lang="en-US" dirty="0"/>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EF8D6BE-D2AC-4A36-A94B-4D4F668847B1}"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1BF28D47-11C3-4DFC-B75A-88D8E3E67FCF}">
      <dgm:prSet/>
      <dgm:spPr/>
      <dgm:t>
        <a:bodyPr/>
        <a:lstStyle/>
        <a:p>
          <a:r>
            <a:rPr lang="hu-HU" b="0" i="0" baseline="0"/>
            <a:t>Makettek listázása, szűrése, átlagértékelés</a:t>
          </a:r>
          <a:endParaRPr lang="en-US"/>
        </a:p>
      </dgm:t>
    </dgm:pt>
    <dgm:pt modelId="{1E17564F-1B42-4939-9148-A8074DAAE016}" type="parTrans" cxnId="{84631E66-F950-4C0B-8F44-050498688820}">
      <dgm:prSet/>
      <dgm:spPr/>
      <dgm:t>
        <a:bodyPr/>
        <a:lstStyle/>
        <a:p>
          <a:endParaRPr lang="en-US"/>
        </a:p>
      </dgm:t>
    </dgm:pt>
    <dgm:pt modelId="{CF7CA9FC-AC86-4485-AEE2-9AF7922AA324}" type="sibTrans" cxnId="{84631E66-F950-4C0B-8F44-050498688820}">
      <dgm:prSet/>
      <dgm:spPr/>
      <dgm:t>
        <a:bodyPr/>
        <a:lstStyle/>
        <a:p>
          <a:endParaRPr lang="en-US"/>
        </a:p>
      </dgm:t>
    </dgm:pt>
    <dgm:pt modelId="{889B6E63-8A27-40E5-8D28-CF1200531ABF}">
      <dgm:prSet/>
      <dgm:spPr/>
      <dgm:t>
        <a:bodyPr/>
        <a:lstStyle/>
        <a:p>
          <a:r>
            <a:rPr lang="hu-HU" b="0" i="0" baseline="0"/>
            <a:t>Vélemények CRUD</a:t>
          </a:r>
          <a:endParaRPr lang="en-US"/>
        </a:p>
      </dgm:t>
    </dgm:pt>
    <dgm:pt modelId="{C0BE2C90-CFD5-4E61-84AA-362B7A21F5E0}" type="parTrans" cxnId="{BB65A34F-0764-4808-AD66-E268BF5D9B2A}">
      <dgm:prSet/>
      <dgm:spPr/>
      <dgm:t>
        <a:bodyPr/>
        <a:lstStyle/>
        <a:p>
          <a:endParaRPr lang="en-US"/>
        </a:p>
      </dgm:t>
    </dgm:pt>
    <dgm:pt modelId="{6104B623-DF22-4B44-A35B-34FC17AF4A3F}" type="sibTrans" cxnId="{BB65A34F-0764-4808-AD66-E268BF5D9B2A}">
      <dgm:prSet/>
      <dgm:spPr/>
      <dgm:t>
        <a:bodyPr/>
        <a:lstStyle/>
        <a:p>
          <a:endParaRPr lang="en-US"/>
        </a:p>
      </dgm:t>
    </dgm:pt>
    <dgm:pt modelId="{7FBF0C56-F248-45D7-8538-22D6A0E3FFC9}">
      <dgm:prSet/>
      <dgm:spPr/>
      <dgm:t>
        <a:bodyPr/>
        <a:lstStyle/>
        <a:p>
          <a:r>
            <a:rPr lang="hu-HU" b="0" i="0" baseline="0"/>
            <a:t>Kedvencek kezelése</a:t>
          </a:r>
          <a:endParaRPr lang="en-US"/>
        </a:p>
      </dgm:t>
    </dgm:pt>
    <dgm:pt modelId="{74206E1F-8DAB-4CC1-9C57-7A4B0DA913C3}" type="parTrans" cxnId="{423928D4-8AD8-4158-8571-B3F79894FEB7}">
      <dgm:prSet/>
      <dgm:spPr/>
      <dgm:t>
        <a:bodyPr/>
        <a:lstStyle/>
        <a:p>
          <a:endParaRPr lang="en-US"/>
        </a:p>
      </dgm:t>
    </dgm:pt>
    <dgm:pt modelId="{089F2EAA-AEA1-4E8D-84CC-69B1AD9848A4}" type="sibTrans" cxnId="{423928D4-8AD8-4158-8571-B3F79894FEB7}">
      <dgm:prSet/>
      <dgm:spPr/>
      <dgm:t>
        <a:bodyPr/>
        <a:lstStyle/>
        <a:p>
          <a:endParaRPr lang="en-US"/>
        </a:p>
      </dgm:t>
    </dgm:pt>
    <dgm:pt modelId="{D350325C-8B3B-4A8E-A02D-46A491B7B3CA}">
      <dgm:prSet/>
      <dgm:spPr/>
      <dgm:t>
        <a:bodyPr/>
        <a:lstStyle/>
        <a:p>
          <a:r>
            <a:rPr lang="hu-HU" b="0" i="0" baseline="0"/>
            <a:t>Fórum témák és üzenetek</a:t>
          </a:r>
          <a:endParaRPr lang="en-US"/>
        </a:p>
      </dgm:t>
    </dgm:pt>
    <dgm:pt modelId="{47B421BE-09F7-4BD3-A459-B46E29727FFE}" type="parTrans" cxnId="{A6677A75-E53C-4F7B-82DB-545739097D8A}">
      <dgm:prSet/>
      <dgm:spPr/>
      <dgm:t>
        <a:bodyPr/>
        <a:lstStyle/>
        <a:p>
          <a:endParaRPr lang="en-US"/>
        </a:p>
      </dgm:t>
    </dgm:pt>
    <dgm:pt modelId="{4393F420-EEC5-40F7-A18E-B9F431FAF7C5}" type="sibTrans" cxnId="{A6677A75-E53C-4F7B-82DB-545739097D8A}">
      <dgm:prSet/>
      <dgm:spPr/>
      <dgm:t>
        <a:bodyPr/>
        <a:lstStyle/>
        <a:p>
          <a:endParaRPr lang="en-US"/>
        </a:p>
      </dgm:t>
    </dgm:pt>
    <dgm:pt modelId="{73837229-6E00-46FC-87FB-59ECF31AAAB5}">
      <dgm:prSet/>
      <dgm:spPr/>
      <dgm:t>
        <a:bodyPr/>
        <a:lstStyle/>
        <a:p>
          <a:r>
            <a:rPr lang="hu-HU" b="0" i="0" baseline="0"/>
            <a:t>Profil frissítés és képfeltöltés</a:t>
          </a:r>
          <a:endParaRPr lang="en-US"/>
        </a:p>
      </dgm:t>
    </dgm:pt>
    <dgm:pt modelId="{C62BA9E6-9124-4B19-BA38-6C956889DCA6}" type="parTrans" cxnId="{74A064EE-5464-4DB7-A4C2-F2DC2306DA4E}">
      <dgm:prSet/>
      <dgm:spPr/>
      <dgm:t>
        <a:bodyPr/>
        <a:lstStyle/>
        <a:p>
          <a:endParaRPr lang="en-US"/>
        </a:p>
      </dgm:t>
    </dgm:pt>
    <dgm:pt modelId="{57945546-8F20-4776-B30A-404B8D936301}" type="sibTrans" cxnId="{74A064EE-5464-4DB7-A4C2-F2DC2306DA4E}">
      <dgm:prSet/>
      <dgm:spPr/>
      <dgm:t>
        <a:bodyPr/>
        <a:lstStyle/>
        <a:p>
          <a:endParaRPr lang="en-US"/>
        </a:p>
      </dgm:t>
    </dgm:pt>
    <dgm:pt modelId="{05BFF187-D27D-484F-8964-1C7DE5DE8F84}">
      <dgm:prSet/>
      <dgm:spPr/>
      <dgm:t>
        <a:bodyPr/>
        <a:lstStyle/>
        <a:p>
          <a:r>
            <a:rPr lang="hu-HU" b="0" i="0" baseline="0"/>
            <a:t>Admin jóváhagyás és felhasználókezelés</a:t>
          </a:r>
          <a:endParaRPr lang="en-US"/>
        </a:p>
      </dgm:t>
    </dgm:pt>
    <dgm:pt modelId="{0A01A2FE-6112-4E6C-8F09-C8F03E5A28C0}" type="parTrans" cxnId="{7ABAF315-45C7-4DD6-8270-6AAF9439104E}">
      <dgm:prSet/>
      <dgm:spPr/>
      <dgm:t>
        <a:bodyPr/>
        <a:lstStyle/>
        <a:p>
          <a:endParaRPr lang="en-US"/>
        </a:p>
      </dgm:t>
    </dgm:pt>
    <dgm:pt modelId="{26FDE385-3FF1-4C1E-9C6B-5B7292326E61}" type="sibTrans" cxnId="{7ABAF315-45C7-4DD6-8270-6AAF9439104E}">
      <dgm:prSet/>
      <dgm:spPr/>
      <dgm:t>
        <a:bodyPr/>
        <a:lstStyle/>
        <a:p>
          <a:endParaRPr lang="en-US"/>
        </a:p>
      </dgm:t>
    </dgm:pt>
    <dgm:pt modelId="{E9AC01FA-C14A-47BB-ACF0-F047C534C9B0}" type="pres">
      <dgm:prSet presAssocID="{9EF8D6BE-D2AC-4A36-A94B-4D4F668847B1}" presName="vert0" presStyleCnt="0">
        <dgm:presLayoutVars>
          <dgm:dir/>
          <dgm:animOne val="branch"/>
          <dgm:animLvl val="lvl"/>
        </dgm:presLayoutVars>
      </dgm:prSet>
      <dgm:spPr/>
    </dgm:pt>
    <dgm:pt modelId="{1F2CF05C-6A8D-4EC1-96B6-AD0354E1F059}" type="pres">
      <dgm:prSet presAssocID="{1BF28D47-11C3-4DFC-B75A-88D8E3E67FCF}" presName="thickLine" presStyleLbl="alignNode1" presStyleIdx="0" presStyleCnt="6"/>
      <dgm:spPr/>
    </dgm:pt>
    <dgm:pt modelId="{4C9DCBC8-3AC8-4E72-B0DF-A713BC3F0052}" type="pres">
      <dgm:prSet presAssocID="{1BF28D47-11C3-4DFC-B75A-88D8E3E67FCF}" presName="horz1" presStyleCnt="0"/>
      <dgm:spPr/>
    </dgm:pt>
    <dgm:pt modelId="{EE0AC314-6C03-4F1B-AD41-225908DC57F0}" type="pres">
      <dgm:prSet presAssocID="{1BF28D47-11C3-4DFC-B75A-88D8E3E67FCF}" presName="tx1" presStyleLbl="revTx" presStyleIdx="0" presStyleCnt="6"/>
      <dgm:spPr/>
    </dgm:pt>
    <dgm:pt modelId="{2BCD43A3-2735-4078-B600-E360B51CD608}" type="pres">
      <dgm:prSet presAssocID="{1BF28D47-11C3-4DFC-B75A-88D8E3E67FCF}" presName="vert1" presStyleCnt="0"/>
      <dgm:spPr/>
    </dgm:pt>
    <dgm:pt modelId="{6DE9E33F-F3F2-437B-B7E5-DF90695AC6D8}" type="pres">
      <dgm:prSet presAssocID="{889B6E63-8A27-40E5-8D28-CF1200531ABF}" presName="thickLine" presStyleLbl="alignNode1" presStyleIdx="1" presStyleCnt="6"/>
      <dgm:spPr/>
    </dgm:pt>
    <dgm:pt modelId="{A82B757F-8BED-4BF7-9399-B0E6D8435031}" type="pres">
      <dgm:prSet presAssocID="{889B6E63-8A27-40E5-8D28-CF1200531ABF}" presName="horz1" presStyleCnt="0"/>
      <dgm:spPr/>
    </dgm:pt>
    <dgm:pt modelId="{2AE35576-B49B-4398-BBCA-1DD160469F83}" type="pres">
      <dgm:prSet presAssocID="{889B6E63-8A27-40E5-8D28-CF1200531ABF}" presName="tx1" presStyleLbl="revTx" presStyleIdx="1" presStyleCnt="6"/>
      <dgm:spPr/>
    </dgm:pt>
    <dgm:pt modelId="{AC9BBB56-5E78-4B65-82A1-D2C39C698285}" type="pres">
      <dgm:prSet presAssocID="{889B6E63-8A27-40E5-8D28-CF1200531ABF}" presName="vert1" presStyleCnt="0"/>
      <dgm:spPr/>
    </dgm:pt>
    <dgm:pt modelId="{904A5F32-A414-4951-BBA9-6461E45F0688}" type="pres">
      <dgm:prSet presAssocID="{7FBF0C56-F248-45D7-8538-22D6A0E3FFC9}" presName="thickLine" presStyleLbl="alignNode1" presStyleIdx="2" presStyleCnt="6"/>
      <dgm:spPr/>
    </dgm:pt>
    <dgm:pt modelId="{ADEBD7F9-6588-4D21-BB60-E1B02F1FC5DF}" type="pres">
      <dgm:prSet presAssocID="{7FBF0C56-F248-45D7-8538-22D6A0E3FFC9}" presName="horz1" presStyleCnt="0"/>
      <dgm:spPr/>
    </dgm:pt>
    <dgm:pt modelId="{EECB28EB-E161-4862-BBDC-ED6E2B0D215C}" type="pres">
      <dgm:prSet presAssocID="{7FBF0C56-F248-45D7-8538-22D6A0E3FFC9}" presName="tx1" presStyleLbl="revTx" presStyleIdx="2" presStyleCnt="6"/>
      <dgm:spPr/>
    </dgm:pt>
    <dgm:pt modelId="{CE046BB3-8392-4BDF-98F6-800B2808CC87}" type="pres">
      <dgm:prSet presAssocID="{7FBF0C56-F248-45D7-8538-22D6A0E3FFC9}" presName="vert1" presStyleCnt="0"/>
      <dgm:spPr/>
    </dgm:pt>
    <dgm:pt modelId="{8D24B6E6-1DE9-4250-A090-BCC314CEBF2E}" type="pres">
      <dgm:prSet presAssocID="{D350325C-8B3B-4A8E-A02D-46A491B7B3CA}" presName="thickLine" presStyleLbl="alignNode1" presStyleIdx="3" presStyleCnt="6"/>
      <dgm:spPr/>
    </dgm:pt>
    <dgm:pt modelId="{04D6D856-9CDD-495A-A265-7152D92FE097}" type="pres">
      <dgm:prSet presAssocID="{D350325C-8B3B-4A8E-A02D-46A491B7B3CA}" presName="horz1" presStyleCnt="0"/>
      <dgm:spPr/>
    </dgm:pt>
    <dgm:pt modelId="{AB955762-06AD-4674-9780-BA9F730DE2E3}" type="pres">
      <dgm:prSet presAssocID="{D350325C-8B3B-4A8E-A02D-46A491B7B3CA}" presName="tx1" presStyleLbl="revTx" presStyleIdx="3" presStyleCnt="6"/>
      <dgm:spPr/>
    </dgm:pt>
    <dgm:pt modelId="{D4FCA325-FF7C-4E48-8F90-DA21A9F640DF}" type="pres">
      <dgm:prSet presAssocID="{D350325C-8B3B-4A8E-A02D-46A491B7B3CA}" presName="vert1" presStyleCnt="0"/>
      <dgm:spPr/>
    </dgm:pt>
    <dgm:pt modelId="{80AB0FA2-91E1-455C-9412-F51D6D5F4FC7}" type="pres">
      <dgm:prSet presAssocID="{73837229-6E00-46FC-87FB-59ECF31AAAB5}" presName="thickLine" presStyleLbl="alignNode1" presStyleIdx="4" presStyleCnt="6"/>
      <dgm:spPr/>
    </dgm:pt>
    <dgm:pt modelId="{108A4CC2-760B-4046-9847-58BA833CCB82}" type="pres">
      <dgm:prSet presAssocID="{73837229-6E00-46FC-87FB-59ECF31AAAB5}" presName="horz1" presStyleCnt="0"/>
      <dgm:spPr/>
    </dgm:pt>
    <dgm:pt modelId="{D73E2400-1C92-4EA6-AAF0-83F159301BF9}" type="pres">
      <dgm:prSet presAssocID="{73837229-6E00-46FC-87FB-59ECF31AAAB5}" presName="tx1" presStyleLbl="revTx" presStyleIdx="4" presStyleCnt="6"/>
      <dgm:spPr/>
    </dgm:pt>
    <dgm:pt modelId="{BB1D4C72-0A0B-4072-B9DB-3310BF4BDFA7}" type="pres">
      <dgm:prSet presAssocID="{73837229-6E00-46FC-87FB-59ECF31AAAB5}" presName="vert1" presStyleCnt="0"/>
      <dgm:spPr/>
    </dgm:pt>
    <dgm:pt modelId="{1AACD170-27A5-4F5A-AA01-A3B70DFEE383}" type="pres">
      <dgm:prSet presAssocID="{05BFF187-D27D-484F-8964-1C7DE5DE8F84}" presName="thickLine" presStyleLbl="alignNode1" presStyleIdx="5" presStyleCnt="6"/>
      <dgm:spPr/>
    </dgm:pt>
    <dgm:pt modelId="{A7D32794-EDC2-4FC1-BC30-6CCCD6488B48}" type="pres">
      <dgm:prSet presAssocID="{05BFF187-D27D-484F-8964-1C7DE5DE8F84}" presName="horz1" presStyleCnt="0"/>
      <dgm:spPr/>
    </dgm:pt>
    <dgm:pt modelId="{EE69E382-CC17-4151-A13A-797B37D77F9C}" type="pres">
      <dgm:prSet presAssocID="{05BFF187-D27D-484F-8964-1C7DE5DE8F84}" presName="tx1" presStyleLbl="revTx" presStyleIdx="5" presStyleCnt="6"/>
      <dgm:spPr/>
    </dgm:pt>
    <dgm:pt modelId="{15AC99D2-76EB-4B53-ABB4-2691B6D295EA}" type="pres">
      <dgm:prSet presAssocID="{05BFF187-D27D-484F-8964-1C7DE5DE8F84}" presName="vert1" presStyleCnt="0"/>
      <dgm:spPr/>
    </dgm:pt>
  </dgm:ptLst>
  <dgm:cxnLst>
    <dgm:cxn modelId="{7ABAF315-45C7-4DD6-8270-6AAF9439104E}" srcId="{9EF8D6BE-D2AC-4A36-A94B-4D4F668847B1}" destId="{05BFF187-D27D-484F-8964-1C7DE5DE8F84}" srcOrd="5" destOrd="0" parTransId="{0A01A2FE-6112-4E6C-8F09-C8F03E5A28C0}" sibTransId="{26FDE385-3FF1-4C1E-9C6B-5B7292326E61}"/>
    <dgm:cxn modelId="{6AC2EA23-2AD8-4151-8147-F9CC37D54CC0}" type="presOf" srcId="{05BFF187-D27D-484F-8964-1C7DE5DE8F84}" destId="{EE69E382-CC17-4151-A13A-797B37D77F9C}" srcOrd="0" destOrd="0" presId="urn:microsoft.com/office/officeart/2008/layout/LinedList"/>
    <dgm:cxn modelId="{84631E66-F950-4C0B-8F44-050498688820}" srcId="{9EF8D6BE-D2AC-4A36-A94B-4D4F668847B1}" destId="{1BF28D47-11C3-4DFC-B75A-88D8E3E67FCF}" srcOrd="0" destOrd="0" parTransId="{1E17564F-1B42-4939-9148-A8074DAAE016}" sibTransId="{CF7CA9FC-AC86-4485-AEE2-9AF7922AA324}"/>
    <dgm:cxn modelId="{BB65A34F-0764-4808-AD66-E268BF5D9B2A}" srcId="{9EF8D6BE-D2AC-4A36-A94B-4D4F668847B1}" destId="{889B6E63-8A27-40E5-8D28-CF1200531ABF}" srcOrd="1" destOrd="0" parTransId="{C0BE2C90-CFD5-4E61-84AA-362B7A21F5E0}" sibTransId="{6104B623-DF22-4B44-A35B-34FC17AF4A3F}"/>
    <dgm:cxn modelId="{3641C652-D5F1-4F15-9001-706F48AC4776}" type="presOf" srcId="{1BF28D47-11C3-4DFC-B75A-88D8E3E67FCF}" destId="{EE0AC314-6C03-4F1B-AD41-225908DC57F0}" srcOrd="0" destOrd="0" presId="urn:microsoft.com/office/officeart/2008/layout/LinedList"/>
    <dgm:cxn modelId="{A6677A75-E53C-4F7B-82DB-545739097D8A}" srcId="{9EF8D6BE-D2AC-4A36-A94B-4D4F668847B1}" destId="{D350325C-8B3B-4A8E-A02D-46A491B7B3CA}" srcOrd="3" destOrd="0" parTransId="{47B421BE-09F7-4BD3-A459-B46E29727FFE}" sibTransId="{4393F420-EEC5-40F7-A18E-B9F431FAF7C5}"/>
    <dgm:cxn modelId="{7E91B08A-0AAE-4125-A0D6-6EE44C5B61FB}" type="presOf" srcId="{9EF8D6BE-D2AC-4A36-A94B-4D4F668847B1}" destId="{E9AC01FA-C14A-47BB-ACF0-F047C534C9B0}" srcOrd="0" destOrd="0" presId="urn:microsoft.com/office/officeart/2008/layout/LinedList"/>
    <dgm:cxn modelId="{07E5B58D-1F2E-41B1-AA91-F5BC85659240}" type="presOf" srcId="{D350325C-8B3B-4A8E-A02D-46A491B7B3CA}" destId="{AB955762-06AD-4674-9780-BA9F730DE2E3}" srcOrd="0" destOrd="0" presId="urn:microsoft.com/office/officeart/2008/layout/LinedList"/>
    <dgm:cxn modelId="{F15A37AC-1CEB-496C-B383-D25C70D5C0A5}" type="presOf" srcId="{7FBF0C56-F248-45D7-8538-22D6A0E3FFC9}" destId="{EECB28EB-E161-4862-BBDC-ED6E2B0D215C}" srcOrd="0" destOrd="0" presId="urn:microsoft.com/office/officeart/2008/layout/LinedList"/>
    <dgm:cxn modelId="{75D363B9-635B-4CA1-AC98-1B6C6CB37679}" type="presOf" srcId="{73837229-6E00-46FC-87FB-59ECF31AAAB5}" destId="{D73E2400-1C92-4EA6-AAF0-83F159301BF9}" srcOrd="0" destOrd="0" presId="urn:microsoft.com/office/officeart/2008/layout/LinedList"/>
    <dgm:cxn modelId="{6CEB5AC9-C2BF-4CCD-8B74-9B1EB3F8B28B}" type="presOf" srcId="{889B6E63-8A27-40E5-8D28-CF1200531ABF}" destId="{2AE35576-B49B-4398-BBCA-1DD160469F83}" srcOrd="0" destOrd="0" presId="urn:microsoft.com/office/officeart/2008/layout/LinedList"/>
    <dgm:cxn modelId="{423928D4-8AD8-4158-8571-B3F79894FEB7}" srcId="{9EF8D6BE-D2AC-4A36-A94B-4D4F668847B1}" destId="{7FBF0C56-F248-45D7-8538-22D6A0E3FFC9}" srcOrd="2" destOrd="0" parTransId="{74206E1F-8DAB-4CC1-9C57-7A4B0DA913C3}" sibTransId="{089F2EAA-AEA1-4E8D-84CC-69B1AD9848A4}"/>
    <dgm:cxn modelId="{74A064EE-5464-4DB7-A4C2-F2DC2306DA4E}" srcId="{9EF8D6BE-D2AC-4A36-A94B-4D4F668847B1}" destId="{73837229-6E00-46FC-87FB-59ECF31AAAB5}" srcOrd="4" destOrd="0" parTransId="{C62BA9E6-9124-4B19-BA38-6C956889DCA6}" sibTransId="{57945546-8F20-4776-B30A-404B8D936301}"/>
    <dgm:cxn modelId="{D6967B74-D988-470E-81FD-B39876711723}" type="presParOf" srcId="{E9AC01FA-C14A-47BB-ACF0-F047C534C9B0}" destId="{1F2CF05C-6A8D-4EC1-96B6-AD0354E1F059}" srcOrd="0" destOrd="0" presId="urn:microsoft.com/office/officeart/2008/layout/LinedList"/>
    <dgm:cxn modelId="{F50FA697-9030-4619-BFCB-3B3A5757B457}" type="presParOf" srcId="{E9AC01FA-C14A-47BB-ACF0-F047C534C9B0}" destId="{4C9DCBC8-3AC8-4E72-B0DF-A713BC3F0052}" srcOrd="1" destOrd="0" presId="urn:microsoft.com/office/officeart/2008/layout/LinedList"/>
    <dgm:cxn modelId="{F48AC665-2279-42FB-A0B6-76285D4F8193}" type="presParOf" srcId="{4C9DCBC8-3AC8-4E72-B0DF-A713BC3F0052}" destId="{EE0AC314-6C03-4F1B-AD41-225908DC57F0}" srcOrd="0" destOrd="0" presId="urn:microsoft.com/office/officeart/2008/layout/LinedList"/>
    <dgm:cxn modelId="{253AF40A-9D64-4081-8896-8757388BAA06}" type="presParOf" srcId="{4C9DCBC8-3AC8-4E72-B0DF-A713BC3F0052}" destId="{2BCD43A3-2735-4078-B600-E360B51CD608}" srcOrd="1" destOrd="0" presId="urn:microsoft.com/office/officeart/2008/layout/LinedList"/>
    <dgm:cxn modelId="{8BD2D04F-5414-457A-9B08-18CC10AF6C88}" type="presParOf" srcId="{E9AC01FA-C14A-47BB-ACF0-F047C534C9B0}" destId="{6DE9E33F-F3F2-437B-B7E5-DF90695AC6D8}" srcOrd="2" destOrd="0" presId="urn:microsoft.com/office/officeart/2008/layout/LinedList"/>
    <dgm:cxn modelId="{2409AA1A-0269-4C74-B20F-944AA1CB21B5}" type="presParOf" srcId="{E9AC01FA-C14A-47BB-ACF0-F047C534C9B0}" destId="{A82B757F-8BED-4BF7-9399-B0E6D8435031}" srcOrd="3" destOrd="0" presId="urn:microsoft.com/office/officeart/2008/layout/LinedList"/>
    <dgm:cxn modelId="{1D37D393-DFD9-410F-B88F-2F0E028103CB}" type="presParOf" srcId="{A82B757F-8BED-4BF7-9399-B0E6D8435031}" destId="{2AE35576-B49B-4398-BBCA-1DD160469F83}" srcOrd="0" destOrd="0" presId="urn:microsoft.com/office/officeart/2008/layout/LinedList"/>
    <dgm:cxn modelId="{BEF6E0BD-9635-49C4-AF8B-E9C3FD8AAD28}" type="presParOf" srcId="{A82B757F-8BED-4BF7-9399-B0E6D8435031}" destId="{AC9BBB56-5E78-4B65-82A1-D2C39C698285}" srcOrd="1" destOrd="0" presId="urn:microsoft.com/office/officeart/2008/layout/LinedList"/>
    <dgm:cxn modelId="{AE12D8E0-969F-4611-8239-5CB9F786CC33}" type="presParOf" srcId="{E9AC01FA-C14A-47BB-ACF0-F047C534C9B0}" destId="{904A5F32-A414-4951-BBA9-6461E45F0688}" srcOrd="4" destOrd="0" presId="urn:microsoft.com/office/officeart/2008/layout/LinedList"/>
    <dgm:cxn modelId="{78541FCE-EE32-4D53-9D57-C946912FDC98}" type="presParOf" srcId="{E9AC01FA-C14A-47BB-ACF0-F047C534C9B0}" destId="{ADEBD7F9-6588-4D21-BB60-E1B02F1FC5DF}" srcOrd="5" destOrd="0" presId="urn:microsoft.com/office/officeart/2008/layout/LinedList"/>
    <dgm:cxn modelId="{D8614529-FEB4-4083-A531-E1F6C735F54B}" type="presParOf" srcId="{ADEBD7F9-6588-4D21-BB60-E1B02F1FC5DF}" destId="{EECB28EB-E161-4862-BBDC-ED6E2B0D215C}" srcOrd="0" destOrd="0" presId="urn:microsoft.com/office/officeart/2008/layout/LinedList"/>
    <dgm:cxn modelId="{484062F7-8E1E-41B1-A4DE-999D8D7AC950}" type="presParOf" srcId="{ADEBD7F9-6588-4D21-BB60-E1B02F1FC5DF}" destId="{CE046BB3-8392-4BDF-98F6-800B2808CC87}" srcOrd="1" destOrd="0" presId="urn:microsoft.com/office/officeart/2008/layout/LinedList"/>
    <dgm:cxn modelId="{4A9916E8-CF23-405E-AEB0-49F4375A35CD}" type="presParOf" srcId="{E9AC01FA-C14A-47BB-ACF0-F047C534C9B0}" destId="{8D24B6E6-1DE9-4250-A090-BCC314CEBF2E}" srcOrd="6" destOrd="0" presId="urn:microsoft.com/office/officeart/2008/layout/LinedList"/>
    <dgm:cxn modelId="{A52DACD9-27DE-459A-895D-C711228967FF}" type="presParOf" srcId="{E9AC01FA-C14A-47BB-ACF0-F047C534C9B0}" destId="{04D6D856-9CDD-495A-A265-7152D92FE097}" srcOrd="7" destOrd="0" presId="urn:microsoft.com/office/officeart/2008/layout/LinedList"/>
    <dgm:cxn modelId="{ADDC0BD2-E401-4525-851D-F0A733EDDD53}" type="presParOf" srcId="{04D6D856-9CDD-495A-A265-7152D92FE097}" destId="{AB955762-06AD-4674-9780-BA9F730DE2E3}" srcOrd="0" destOrd="0" presId="urn:microsoft.com/office/officeart/2008/layout/LinedList"/>
    <dgm:cxn modelId="{893504D3-8393-4CF0-99DF-DED368531AB9}" type="presParOf" srcId="{04D6D856-9CDD-495A-A265-7152D92FE097}" destId="{D4FCA325-FF7C-4E48-8F90-DA21A9F640DF}" srcOrd="1" destOrd="0" presId="urn:microsoft.com/office/officeart/2008/layout/LinedList"/>
    <dgm:cxn modelId="{C1CA008C-AE45-49DB-862C-AA9752017AC7}" type="presParOf" srcId="{E9AC01FA-C14A-47BB-ACF0-F047C534C9B0}" destId="{80AB0FA2-91E1-455C-9412-F51D6D5F4FC7}" srcOrd="8" destOrd="0" presId="urn:microsoft.com/office/officeart/2008/layout/LinedList"/>
    <dgm:cxn modelId="{0492649A-2880-4138-A0B2-BE346A0A4699}" type="presParOf" srcId="{E9AC01FA-C14A-47BB-ACF0-F047C534C9B0}" destId="{108A4CC2-760B-4046-9847-58BA833CCB82}" srcOrd="9" destOrd="0" presId="urn:microsoft.com/office/officeart/2008/layout/LinedList"/>
    <dgm:cxn modelId="{7DFC0196-5089-4245-8FF8-24550B9CE078}" type="presParOf" srcId="{108A4CC2-760B-4046-9847-58BA833CCB82}" destId="{D73E2400-1C92-4EA6-AAF0-83F159301BF9}" srcOrd="0" destOrd="0" presId="urn:microsoft.com/office/officeart/2008/layout/LinedList"/>
    <dgm:cxn modelId="{A4B1E78D-3038-4699-AB54-20E6717C6B58}" type="presParOf" srcId="{108A4CC2-760B-4046-9847-58BA833CCB82}" destId="{BB1D4C72-0A0B-4072-B9DB-3310BF4BDFA7}" srcOrd="1" destOrd="0" presId="urn:microsoft.com/office/officeart/2008/layout/LinedList"/>
    <dgm:cxn modelId="{43B44231-BA76-4CBE-9D64-9FDFAB62F522}" type="presParOf" srcId="{E9AC01FA-C14A-47BB-ACF0-F047C534C9B0}" destId="{1AACD170-27A5-4F5A-AA01-A3B70DFEE383}" srcOrd="10" destOrd="0" presId="urn:microsoft.com/office/officeart/2008/layout/LinedList"/>
    <dgm:cxn modelId="{6B17664C-9ADA-468F-B96A-AFCFDD006A3D}" type="presParOf" srcId="{E9AC01FA-C14A-47BB-ACF0-F047C534C9B0}" destId="{A7D32794-EDC2-4FC1-BC30-6CCCD6488B48}" srcOrd="11" destOrd="0" presId="urn:microsoft.com/office/officeart/2008/layout/LinedList"/>
    <dgm:cxn modelId="{850FD18D-1AE2-47ED-B794-C6ECF07E90BB}" type="presParOf" srcId="{A7D32794-EDC2-4FC1-BC30-6CCCD6488B48}" destId="{EE69E382-CC17-4151-A13A-797B37D77F9C}" srcOrd="0" destOrd="0" presId="urn:microsoft.com/office/officeart/2008/layout/LinedList"/>
    <dgm:cxn modelId="{36F455A1-7F6C-48F5-BB3F-95623E93BE83}" type="presParOf" srcId="{A7D32794-EDC2-4FC1-BC30-6CCCD6488B48}" destId="{15AC99D2-76EB-4B53-ABB4-2691B6D295EA}"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D66A3C7-0730-4FB5-91CA-E3A557183C84}"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25C00A0F-667F-4FA4-A527-178D83CDA70F}">
      <dgm:prSet/>
      <dgm:spPr/>
      <dgm:t>
        <a:bodyPr/>
        <a:lstStyle/>
        <a:p>
          <a:r>
            <a:rPr lang="hu-HU" b="0" i="0" baseline="0"/>
            <a:t>Profil szerkesztése, profilkép</a:t>
          </a:r>
          <a:endParaRPr lang="en-US"/>
        </a:p>
      </dgm:t>
    </dgm:pt>
    <dgm:pt modelId="{84927E03-0701-4088-A265-E0FE1C526C90}" type="parTrans" cxnId="{FF6F78EF-73E5-4D87-B765-0683F3B4905C}">
      <dgm:prSet/>
      <dgm:spPr/>
      <dgm:t>
        <a:bodyPr/>
        <a:lstStyle/>
        <a:p>
          <a:endParaRPr lang="en-US"/>
        </a:p>
      </dgm:t>
    </dgm:pt>
    <dgm:pt modelId="{DC81A335-EB94-4634-A862-BEEF81907185}" type="sibTrans" cxnId="{FF6F78EF-73E5-4D87-B765-0683F3B4905C}">
      <dgm:prSet/>
      <dgm:spPr/>
      <dgm:t>
        <a:bodyPr/>
        <a:lstStyle/>
        <a:p>
          <a:endParaRPr lang="en-US"/>
        </a:p>
      </dgm:t>
    </dgm:pt>
    <dgm:pt modelId="{DECD322D-AEA3-48C3-B236-B4A9BA14B011}">
      <dgm:prSet/>
      <dgm:spPr/>
      <dgm:t>
        <a:bodyPr/>
        <a:lstStyle/>
        <a:p>
          <a:r>
            <a:rPr lang="hu-HU" b="0" i="0" baseline="0"/>
            <a:t>Fórum témák és hozzászólások</a:t>
          </a:r>
          <a:endParaRPr lang="en-US"/>
        </a:p>
      </dgm:t>
    </dgm:pt>
    <dgm:pt modelId="{34E1861F-39D4-4629-84A6-0194D986A9EB}" type="parTrans" cxnId="{CA31DCC5-C103-4C1A-9885-2CD11BA7CC6D}">
      <dgm:prSet/>
      <dgm:spPr/>
      <dgm:t>
        <a:bodyPr/>
        <a:lstStyle/>
        <a:p>
          <a:endParaRPr lang="en-US"/>
        </a:p>
      </dgm:t>
    </dgm:pt>
    <dgm:pt modelId="{8D163FC0-8E06-4C4E-AB28-F5976BDE5D16}" type="sibTrans" cxnId="{CA31DCC5-C103-4C1A-9885-2CD11BA7CC6D}">
      <dgm:prSet/>
      <dgm:spPr/>
      <dgm:t>
        <a:bodyPr/>
        <a:lstStyle/>
        <a:p>
          <a:endParaRPr lang="en-US"/>
        </a:p>
      </dgm:t>
    </dgm:pt>
    <dgm:pt modelId="{DABA18E9-65A8-4135-ABF1-38E0E56D984A}">
      <dgm:prSet/>
      <dgm:spPr/>
      <dgm:t>
        <a:bodyPr/>
        <a:lstStyle/>
        <a:p>
          <a:r>
            <a:rPr lang="hu-HU" b="0" i="0" baseline="0"/>
            <a:t>Építési napló blokkokkal</a:t>
          </a:r>
          <a:endParaRPr lang="en-US"/>
        </a:p>
      </dgm:t>
    </dgm:pt>
    <dgm:pt modelId="{FE3C30AC-9CDF-4175-BBAD-54B9EE969EA8}" type="parTrans" cxnId="{20704A86-47F1-4FDA-BE2A-C1A5D0247992}">
      <dgm:prSet/>
      <dgm:spPr/>
      <dgm:t>
        <a:bodyPr/>
        <a:lstStyle/>
        <a:p>
          <a:endParaRPr lang="en-US"/>
        </a:p>
      </dgm:t>
    </dgm:pt>
    <dgm:pt modelId="{5C7717AC-BB4E-426F-9DF2-5A5E0C684779}" type="sibTrans" cxnId="{20704A86-47F1-4FDA-BE2A-C1A5D0247992}">
      <dgm:prSet/>
      <dgm:spPr/>
      <dgm:t>
        <a:bodyPr/>
        <a:lstStyle/>
        <a:p>
          <a:endParaRPr lang="en-US"/>
        </a:p>
      </dgm:t>
    </dgm:pt>
    <dgm:pt modelId="{AFB90CEA-3F72-43B7-8628-F49C25F66DE2}">
      <dgm:prSet/>
      <dgm:spPr/>
      <dgm:t>
        <a:bodyPr/>
        <a:lstStyle/>
        <a:p>
          <a:r>
            <a:rPr lang="hu-HU" b="0" i="0" baseline="0"/>
            <a:t>AI chat widget</a:t>
          </a:r>
          <a:endParaRPr lang="en-US"/>
        </a:p>
      </dgm:t>
    </dgm:pt>
    <dgm:pt modelId="{FD77FBA7-85EE-4483-AF1B-3EEB84C0F560}" type="parTrans" cxnId="{6ABDF586-33C9-4AF7-845E-051B54A523D5}">
      <dgm:prSet/>
      <dgm:spPr/>
      <dgm:t>
        <a:bodyPr/>
        <a:lstStyle/>
        <a:p>
          <a:endParaRPr lang="en-US"/>
        </a:p>
      </dgm:t>
    </dgm:pt>
    <dgm:pt modelId="{2E6233B7-4565-4DE7-8854-D8ECA5B0F0CF}" type="sibTrans" cxnId="{6ABDF586-33C9-4AF7-845E-051B54A523D5}">
      <dgm:prSet/>
      <dgm:spPr/>
      <dgm:t>
        <a:bodyPr/>
        <a:lstStyle/>
        <a:p>
          <a:endParaRPr lang="en-US"/>
        </a:p>
      </dgm:t>
    </dgm:pt>
    <dgm:pt modelId="{917FC7DB-D486-458A-817B-84E3A870357F}">
      <dgm:prSet/>
      <dgm:spPr/>
      <dgm:t>
        <a:bodyPr/>
        <a:lstStyle/>
        <a:p>
          <a:r>
            <a:rPr lang="hu-HU" b="0" i="0" baseline="0"/>
            <a:t>Szerepkörfüggő felület</a:t>
          </a:r>
          <a:endParaRPr lang="en-US"/>
        </a:p>
      </dgm:t>
    </dgm:pt>
    <dgm:pt modelId="{06F0EE44-0801-45FC-B90D-BC05DD688468}" type="parTrans" cxnId="{3DA61983-FEDF-49B8-A9D3-72275EBC3460}">
      <dgm:prSet/>
      <dgm:spPr/>
      <dgm:t>
        <a:bodyPr/>
        <a:lstStyle/>
        <a:p>
          <a:endParaRPr lang="en-US"/>
        </a:p>
      </dgm:t>
    </dgm:pt>
    <dgm:pt modelId="{07F041F7-8F5C-480D-9410-9ED06D63D79D}" type="sibTrans" cxnId="{3DA61983-FEDF-49B8-A9D3-72275EBC3460}">
      <dgm:prSet/>
      <dgm:spPr/>
      <dgm:t>
        <a:bodyPr/>
        <a:lstStyle/>
        <a:p>
          <a:endParaRPr lang="en-US"/>
        </a:p>
      </dgm:t>
    </dgm:pt>
    <dgm:pt modelId="{FCA085A0-6BAD-4230-8142-127EE3D39B58}" type="pres">
      <dgm:prSet presAssocID="{BD66A3C7-0730-4FB5-91CA-E3A557183C84}" presName="vert0" presStyleCnt="0">
        <dgm:presLayoutVars>
          <dgm:dir/>
          <dgm:animOne val="branch"/>
          <dgm:animLvl val="lvl"/>
        </dgm:presLayoutVars>
      </dgm:prSet>
      <dgm:spPr/>
    </dgm:pt>
    <dgm:pt modelId="{D48BB082-E05F-4DD6-802B-B30E68F7425F}" type="pres">
      <dgm:prSet presAssocID="{25C00A0F-667F-4FA4-A527-178D83CDA70F}" presName="thickLine" presStyleLbl="alignNode1" presStyleIdx="0" presStyleCnt="5"/>
      <dgm:spPr/>
    </dgm:pt>
    <dgm:pt modelId="{CB730ABD-55F2-48ED-A887-AC49965A3026}" type="pres">
      <dgm:prSet presAssocID="{25C00A0F-667F-4FA4-A527-178D83CDA70F}" presName="horz1" presStyleCnt="0"/>
      <dgm:spPr/>
    </dgm:pt>
    <dgm:pt modelId="{DD227D38-6802-4243-B67D-2FF4C9842243}" type="pres">
      <dgm:prSet presAssocID="{25C00A0F-667F-4FA4-A527-178D83CDA70F}" presName="tx1" presStyleLbl="revTx" presStyleIdx="0" presStyleCnt="5"/>
      <dgm:spPr/>
    </dgm:pt>
    <dgm:pt modelId="{9738517E-384F-4B49-BB44-6D290F3C5D48}" type="pres">
      <dgm:prSet presAssocID="{25C00A0F-667F-4FA4-A527-178D83CDA70F}" presName="vert1" presStyleCnt="0"/>
      <dgm:spPr/>
    </dgm:pt>
    <dgm:pt modelId="{AD69286C-1F4A-44FD-832A-8CAE54E16A81}" type="pres">
      <dgm:prSet presAssocID="{DECD322D-AEA3-48C3-B236-B4A9BA14B011}" presName="thickLine" presStyleLbl="alignNode1" presStyleIdx="1" presStyleCnt="5"/>
      <dgm:spPr/>
    </dgm:pt>
    <dgm:pt modelId="{D36E721F-5A73-4334-B4FA-2E64548C7FAC}" type="pres">
      <dgm:prSet presAssocID="{DECD322D-AEA3-48C3-B236-B4A9BA14B011}" presName="horz1" presStyleCnt="0"/>
      <dgm:spPr/>
    </dgm:pt>
    <dgm:pt modelId="{BE5817CD-E099-4329-A6F8-F7C8CC730CBA}" type="pres">
      <dgm:prSet presAssocID="{DECD322D-AEA3-48C3-B236-B4A9BA14B011}" presName="tx1" presStyleLbl="revTx" presStyleIdx="1" presStyleCnt="5"/>
      <dgm:spPr/>
    </dgm:pt>
    <dgm:pt modelId="{B80FF33B-19D3-4A65-9E90-8FD437FD1FAB}" type="pres">
      <dgm:prSet presAssocID="{DECD322D-AEA3-48C3-B236-B4A9BA14B011}" presName="vert1" presStyleCnt="0"/>
      <dgm:spPr/>
    </dgm:pt>
    <dgm:pt modelId="{7A4F1D6A-DBB4-4A0E-AF58-E2094CBD1767}" type="pres">
      <dgm:prSet presAssocID="{DABA18E9-65A8-4135-ABF1-38E0E56D984A}" presName="thickLine" presStyleLbl="alignNode1" presStyleIdx="2" presStyleCnt="5"/>
      <dgm:spPr/>
    </dgm:pt>
    <dgm:pt modelId="{8FA87E1A-500F-4605-B438-53B9919EC63E}" type="pres">
      <dgm:prSet presAssocID="{DABA18E9-65A8-4135-ABF1-38E0E56D984A}" presName="horz1" presStyleCnt="0"/>
      <dgm:spPr/>
    </dgm:pt>
    <dgm:pt modelId="{B73CA87A-4662-44FD-92C7-C2D33632BC95}" type="pres">
      <dgm:prSet presAssocID="{DABA18E9-65A8-4135-ABF1-38E0E56D984A}" presName="tx1" presStyleLbl="revTx" presStyleIdx="2" presStyleCnt="5"/>
      <dgm:spPr/>
    </dgm:pt>
    <dgm:pt modelId="{119096B8-D1A2-497B-B1B9-BCBF2B4CFEB2}" type="pres">
      <dgm:prSet presAssocID="{DABA18E9-65A8-4135-ABF1-38E0E56D984A}" presName="vert1" presStyleCnt="0"/>
      <dgm:spPr/>
    </dgm:pt>
    <dgm:pt modelId="{CBC45202-012C-488D-BD27-B8C48B968BF3}" type="pres">
      <dgm:prSet presAssocID="{AFB90CEA-3F72-43B7-8628-F49C25F66DE2}" presName="thickLine" presStyleLbl="alignNode1" presStyleIdx="3" presStyleCnt="5"/>
      <dgm:spPr/>
    </dgm:pt>
    <dgm:pt modelId="{DC122846-B344-4814-B9C7-FBF6AA7F3B54}" type="pres">
      <dgm:prSet presAssocID="{AFB90CEA-3F72-43B7-8628-F49C25F66DE2}" presName="horz1" presStyleCnt="0"/>
      <dgm:spPr/>
    </dgm:pt>
    <dgm:pt modelId="{ADF14122-D800-4CA2-B646-1ADD05704D68}" type="pres">
      <dgm:prSet presAssocID="{AFB90CEA-3F72-43B7-8628-F49C25F66DE2}" presName="tx1" presStyleLbl="revTx" presStyleIdx="3" presStyleCnt="5"/>
      <dgm:spPr/>
    </dgm:pt>
    <dgm:pt modelId="{8BE3D6B2-12D4-4C7D-B1A8-6359508396A2}" type="pres">
      <dgm:prSet presAssocID="{AFB90CEA-3F72-43B7-8628-F49C25F66DE2}" presName="vert1" presStyleCnt="0"/>
      <dgm:spPr/>
    </dgm:pt>
    <dgm:pt modelId="{66BA995A-CE44-47CB-A678-E0717990EE34}" type="pres">
      <dgm:prSet presAssocID="{917FC7DB-D486-458A-817B-84E3A870357F}" presName="thickLine" presStyleLbl="alignNode1" presStyleIdx="4" presStyleCnt="5"/>
      <dgm:spPr/>
    </dgm:pt>
    <dgm:pt modelId="{231605AC-A63D-4113-A81D-EE74118410D1}" type="pres">
      <dgm:prSet presAssocID="{917FC7DB-D486-458A-817B-84E3A870357F}" presName="horz1" presStyleCnt="0"/>
      <dgm:spPr/>
    </dgm:pt>
    <dgm:pt modelId="{791F7DE8-1232-4D9D-B51C-24E9220C73A6}" type="pres">
      <dgm:prSet presAssocID="{917FC7DB-D486-458A-817B-84E3A870357F}" presName="tx1" presStyleLbl="revTx" presStyleIdx="4" presStyleCnt="5"/>
      <dgm:spPr/>
    </dgm:pt>
    <dgm:pt modelId="{F30BEE3C-1571-4A52-8266-6B25D4FC63AE}" type="pres">
      <dgm:prSet presAssocID="{917FC7DB-D486-458A-817B-84E3A870357F}" presName="vert1" presStyleCnt="0"/>
      <dgm:spPr/>
    </dgm:pt>
  </dgm:ptLst>
  <dgm:cxnLst>
    <dgm:cxn modelId="{EF70E602-5755-489D-BDAA-643ECC0CE5D9}" type="presOf" srcId="{917FC7DB-D486-458A-817B-84E3A870357F}" destId="{791F7DE8-1232-4D9D-B51C-24E9220C73A6}" srcOrd="0" destOrd="0" presId="urn:microsoft.com/office/officeart/2008/layout/LinedList"/>
    <dgm:cxn modelId="{996E7905-4514-4915-BC63-14C72EA303FC}" type="presOf" srcId="{BD66A3C7-0730-4FB5-91CA-E3A557183C84}" destId="{FCA085A0-6BAD-4230-8142-127EE3D39B58}" srcOrd="0" destOrd="0" presId="urn:microsoft.com/office/officeart/2008/layout/LinedList"/>
    <dgm:cxn modelId="{3DCCD364-F441-430A-9AC7-42AECE65BADD}" type="presOf" srcId="{AFB90CEA-3F72-43B7-8628-F49C25F66DE2}" destId="{ADF14122-D800-4CA2-B646-1ADD05704D68}" srcOrd="0" destOrd="0" presId="urn:microsoft.com/office/officeart/2008/layout/LinedList"/>
    <dgm:cxn modelId="{3DA61983-FEDF-49B8-A9D3-72275EBC3460}" srcId="{BD66A3C7-0730-4FB5-91CA-E3A557183C84}" destId="{917FC7DB-D486-458A-817B-84E3A870357F}" srcOrd="4" destOrd="0" parTransId="{06F0EE44-0801-45FC-B90D-BC05DD688468}" sibTransId="{07F041F7-8F5C-480D-9410-9ED06D63D79D}"/>
    <dgm:cxn modelId="{20704A86-47F1-4FDA-BE2A-C1A5D0247992}" srcId="{BD66A3C7-0730-4FB5-91CA-E3A557183C84}" destId="{DABA18E9-65A8-4135-ABF1-38E0E56D984A}" srcOrd="2" destOrd="0" parTransId="{FE3C30AC-9CDF-4175-BBAD-54B9EE969EA8}" sibTransId="{5C7717AC-BB4E-426F-9DF2-5A5E0C684779}"/>
    <dgm:cxn modelId="{6ABDF586-33C9-4AF7-845E-051B54A523D5}" srcId="{BD66A3C7-0730-4FB5-91CA-E3A557183C84}" destId="{AFB90CEA-3F72-43B7-8628-F49C25F66DE2}" srcOrd="3" destOrd="0" parTransId="{FD77FBA7-85EE-4483-AF1B-3EEB84C0F560}" sibTransId="{2E6233B7-4565-4DE7-8854-D8ECA5B0F0CF}"/>
    <dgm:cxn modelId="{557B7597-2262-4CAC-81BC-A2B4366A86A5}" type="presOf" srcId="{DABA18E9-65A8-4135-ABF1-38E0E56D984A}" destId="{B73CA87A-4662-44FD-92C7-C2D33632BC95}" srcOrd="0" destOrd="0" presId="urn:microsoft.com/office/officeart/2008/layout/LinedList"/>
    <dgm:cxn modelId="{CA31DCC5-C103-4C1A-9885-2CD11BA7CC6D}" srcId="{BD66A3C7-0730-4FB5-91CA-E3A557183C84}" destId="{DECD322D-AEA3-48C3-B236-B4A9BA14B011}" srcOrd="1" destOrd="0" parTransId="{34E1861F-39D4-4629-84A6-0194D986A9EB}" sibTransId="{8D163FC0-8E06-4C4E-AB28-F5976BDE5D16}"/>
    <dgm:cxn modelId="{6A137CCD-84F5-4D6D-B08A-F9CA0FAE0B63}" type="presOf" srcId="{DECD322D-AEA3-48C3-B236-B4A9BA14B011}" destId="{BE5817CD-E099-4329-A6F8-F7C8CC730CBA}" srcOrd="0" destOrd="0" presId="urn:microsoft.com/office/officeart/2008/layout/LinedList"/>
    <dgm:cxn modelId="{B84C04CE-90AC-4DD1-973C-757EF03649A6}" type="presOf" srcId="{25C00A0F-667F-4FA4-A527-178D83CDA70F}" destId="{DD227D38-6802-4243-B67D-2FF4C9842243}" srcOrd="0" destOrd="0" presId="urn:microsoft.com/office/officeart/2008/layout/LinedList"/>
    <dgm:cxn modelId="{FF6F78EF-73E5-4D87-B765-0683F3B4905C}" srcId="{BD66A3C7-0730-4FB5-91CA-E3A557183C84}" destId="{25C00A0F-667F-4FA4-A527-178D83CDA70F}" srcOrd="0" destOrd="0" parTransId="{84927E03-0701-4088-A265-E0FE1C526C90}" sibTransId="{DC81A335-EB94-4634-A862-BEEF81907185}"/>
    <dgm:cxn modelId="{34E6D69E-2043-4242-94F8-B5FBE72AAE62}" type="presParOf" srcId="{FCA085A0-6BAD-4230-8142-127EE3D39B58}" destId="{D48BB082-E05F-4DD6-802B-B30E68F7425F}" srcOrd="0" destOrd="0" presId="urn:microsoft.com/office/officeart/2008/layout/LinedList"/>
    <dgm:cxn modelId="{FB56F032-604A-4B7E-985A-22C7AB7EA528}" type="presParOf" srcId="{FCA085A0-6BAD-4230-8142-127EE3D39B58}" destId="{CB730ABD-55F2-48ED-A887-AC49965A3026}" srcOrd="1" destOrd="0" presId="urn:microsoft.com/office/officeart/2008/layout/LinedList"/>
    <dgm:cxn modelId="{74ABE7DB-EEC5-45DA-942E-B3AB141F6232}" type="presParOf" srcId="{CB730ABD-55F2-48ED-A887-AC49965A3026}" destId="{DD227D38-6802-4243-B67D-2FF4C9842243}" srcOrd="0" destOrd="0" presId="urn:microsoft.com/office/officeart/2008/layout/LinedList"/>
    <dgm:cxn modelId="{D93132F9-E450-43FA-B34A-295CD84C6EC6}" type="presParOf" srcId="{CB730ABD-55F2-48ED-A887-AC49965A3026}" destId="{9738517E-384F-4B49-BB44-6D290F3C5D48}" srcOrd="1" destOrd="0" presId="urn:microsoft.com/office/officeart/2008/layout/LinedList"/>
    <dgm:cxn modelId="{71E84355-D5DE-4118-AAD1-C2E367E3C0A6}" type="presParOf" srcId="{FCA085A0-6BAD-4230-8142-127EE3D39B58}" destId="{AD69286C-1F4A-44FD-832A-8CAE54E16A81}" srcOrd="2" destOrd="0" presId="urn:microsoft.com/office/officeart/2008/layout/LinedList"/>
    <dgm:cxn modelId="{6DFFF973-D063-4970-BB34-0508F7D3F183}" type="presParOf" srcId="{FCA085A0-6BAD-4230-8142-127EE3D39B58}" destId="{D36E721F-5A73-4334-B4FA-2E64548C7FAC}" srcOrd="3" destOrd="0" presId="urn:microsoft.com/office/officeart/2008/layout/LinedList"/>
    <dgm:cxn modelId="{187AD674-5E56-4476-81CA-9CC60F8B0F9A}" type="presParOf" srcId="{D36E721F-5A73-4334-B4FA-2E64548C7FAC}" destId="{BE5817CD-E099-4329-A6F8-F7C8CC730CBA}" srcOrd="0" destOrd="0" presId="urn:microsoft.com/office/officeart/2008/layout/LinedList"/>
    <dgm:cxn modelId="{B13F94BF-0854-42B3-82E4-79BAD0B97634}" type="presParOf" srcId="{D36E721F-5A73-4334-B4FA-2E64548C7FAC}" destId="{B80FF33B-19D3-4A65-9E90-8FD437FD1FAB}" srcOrd="1" destOrd="0" presId="urn:microsoft.com/office/officeart/2008/layout/LinedList"/>
    <dgm:cxn modelId="{2FF8DFC3-31AA-406E-BAD2-8804B99F49BC}" type="presParOf" srcId="{FCA085A0-6BAD-4230-8142-127EE3D39B58}" destId="{7A4F1D6A-DBB4-4A0E-AF58-E2094CBD1767}" srcOrd="4" destOrd="0" presId="urn:microsoft.com/office/officeart/2008/layout/LinedList"/>
    <dgm:cxn modelId="{081236BB-B8E1-4427-B46E-AFCE1BE3AA32}" type="presParOf" srcId="{FCA085A0-6BAD-4230-8142-127EE3D39B58}" destId="{8FA87E1A-500F-4605-B438-53B9919EC63E}" srcOrd="5" destOrd="0" presId="urn:microsoft.com/office/officeart/2008/layout/LinedList"/>
    <dgm:cxn modelId="{880BDD4F-0D2F-485B-B131-BF951C05D8EB}" type="presParOf" srcId="{8FA87E1A-500F-4605-B438-53B9919EC63E}" destId="{B73CA87A-4662-44FD-92C7-C2D33632BC95}" srcOrd="0" destOrd="0" presId="urn:microsoft.com/office/officeart/2008/layout/LinedList"/>
    <dgm:cxn modelId="{73FE3BF7-EE57-48BC-BF2F-E5D4450915D1}" type="presParOf" srcId="{8FA87E1A-500F-4605-B438-53B9919EC63E}" destId="{119096B8-D1A2-497B-B1B9-BCBF2B4CFEB2}" srcOrd="1" destOrd="0" presId="urn:microsoft.com/office/officeart/2008/layout/LinedList"/>
    <dgm:cxn modelId="{674438FF-5AEA-4A12-812C-9A2B5553DE2F}" type="presParOf" srcId="{FCA085A0-6BAD-4230-8142-127EE3D39B58}" destId="{CBC45202-012C-488D-BD27-B8C48B968BF3}" srcOrd="6" destOrd="0" presId="urn:microsoft.com/office/officeart/2008/layout/LinedList"/>
    <dgm:cxn modelId="{A0961599-AA95-43E2-A54C-BE2CF3625FA8}" type="presParOf" srcId="{FCA085A0-6BAD-4230-8142-127EE3D39B58}" destId="{DC122846-B344-4814-B9C7-FBF6AA7F3B54}" srcOrd="7" destOrd="0" presId="urn:microsoft.com/office/officeart/2008/layout/LinedList"/>
    <dgm:cxn modelId="{60DFD511-FE75-4F74-8425-0341E6F41C67}" type="presParOf" srcId="{DC122846-B344-4814-B9C7-FBF6AA7F3B54}" destId="{ADF14122-D800-4CA2-B646-1ADD05704D68}" srcOrd="0" destOrd="0" presId="urn:microsoft.com/office/officeart/2008/layout/LinedList"/>
    <dgm:cxn modelId="{7CD4FCB0-9C1B-4647-95F4-B0793BED125A}" type="presParOf" srcId="{DC122846-B344-4814-B9C7-FBF6AA7F3B54}" destId="{8BE3D6B2-12D4-4C7D-B1A8-6359508396A2}" srcOrd="1" destOrd="0" presId="urn:microsoft.com/office/officeart/2008/layout/LinedList"/>
    <dgm:cxn modelId="{C90AA2C3-CC13-4C5F-B9E3-BF1D03AB8ACE}" type="presParOf" srcId="{FCA085A0-6BAD-4230-8142-127EE3D39B58}" destId="{66BA995A-CE44-47CB-A678-E0717990EE34}" srcOrd="8" destOrd="0" presId="urn:microsoft.com/office/officeart/2008/layout/LinedList"/>
    <dgm:cxn modelId="{9F85EEE9-5B2B-4BBE-9681-056CF181FCD4}" type="presParOf" srcId="{FCA085A0-6BAD-4230-8142-127EE3D39B58}" destId="{231605AC-A63D-4113-A81D-EE74118410D1}" srcOrd="9" destOrd="0" presId="urn:microsoft.com/office/officeart/2008/layout/LinedList"/>
    <dgm:cxn modelId="{DBB63BA5-7C6F-4AB8-8C89-15984D7AD9AC}" type="presParOf" srcId="{231605AC-A63D-4113-A81D-EE74118410D1}" destId="{791F7DE8-1232-4D9D-B51C-24E9220C73A6}" srcOrd="0" destOrd="0" presId="urn:microsoft.com/office/officeart/2008/layout/LinedList"/>
    <dgm:cxn modelId="{B726310E-D109-4223-8511-D7C0372070CB}" type="presParOf" srcId="{231605AC-A63D-4113-A81D-EE74118410D1}" destId="{F30BEE3C-1571-4A52-8266-6B25D4FC63AE}"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B9D320F-B5EB-4169-A471-C8A5E9C66AB8}" type="doc">
      <dgm:prSet loTypeId="urn:microsoft.com/office/officeart/2005/8/layout/default" loCatId="list" qsTypeId="urn:microsoft.com/office/officeart/2005/8/quickstyle/simple4" qsCatId="simple" csTypeId="urn:microsoft.com/office/officeart/2005/8/colors/accent1_2" csCatId="accent1"/>
      <dgm:spPr/>
      <dgm:t>
        <a:bodyPr/>
        <a:lstStyle/>
        <a:p>
          <a:endParaRPr lang="en-US"/>
        </a:p>
      </dgm:t>
    </dgm:pt>
    <dgm:pt modelId="{B835ED72-97B3-41D9-99EC-BE4901B9B0D4}">
      <dgm:prSet/>
      <dgm:spPr/>
      <dgm:t>
        <a:bodyPr/>
        <a:lstStyle/>
        <a:p>
          <a:r>
            <a:rPr lang="hu-HU" b="0" i="0" baseline="0"/>
            <a:t>Sötét, modern megjelenés</a:t>
          </a:r>
          <a:endParaRPr lang="en-US"/>
        </a:p>
      </dgm:t>
    </dgm:pt>
    <dgm:pt modelId="{713A5988-73F6-46E6-8C26-3680F2A7D769}" type="parTrans" cxnId="{330C10BD-4970-4422-B924-3EE60BECFAC5}">
      <dgm:prSet/>
      <dgm:spPr/>
      <dgm:t>
        <a:bodyPr/>
        <a:lstStyle/>
        <a:p>
          <a:endParaRPr lang="en-US"/>
        </a:p>
      </dgm:t>
    </dgm:pt>
    <dgm:pt modelId="{6FE9C346-2493-4EBD-8F6E-DAA0CEAB27FD}" type="sibTrans" cxnId="{330C10BD-4970-4422-B924-3EE60BECFAC5}">
      <dgm:prSet/>
      <dgm:spPr/>
      <dgm:t>
        <a:bodyPr/>
        <a:lstStyle/>
        <a:p>
          <a:endParaRPr lang="en-US"/>
        </a:p>
      </dgm:t>
    </dgm:pt>
    <dgm:pt modelId="{7FAFFF25-3A74-49A6-A673-51BDF639466F}">
      <dgm:prSet/>
      <dgm:spPr/>
      <dgm:t>
        <a:bodyPr/>
        <a:lstStyle/>
        <a:p>
          <a:r>
            <a:rPr lang="hu-HU" b="0" i="0" baseline="0"/>
            <a:t>CSS változók</a:t>
          </a:r>
          <a:endParaRPr lang="en-US"/>
        </a:p>
      </dgm:t>
    </dgm:pt>
    <dgm:pt modelId="{CB287C82-2E77-4D45-AFDC-7C41DED00DB4}" type="parTrans" cxnId="{4F2A97D3-DA52-439B-9D8E-3AD672404886}">
      <dgm:prSet/>
      <dgm:spPr/>
      <dgm:t>
        <a:bodyPr/>
        <a:lstStyle/>
        <a:p>
          <a:endParaRPr lang="en-US"/>
        </a:p>
      </dgm:t>
    </dgm:pt>
    <dgm:pt modelId="{DD3F86AF-E406-4736-82E4-800B0BC5F080}" type="sibTrans" cxnId="{4F2A97D3-DA52-439B-9D8E-3AD672404886}">
      <dgm:prSet/>
      <dgm:spPr/>
      <dgm:t>
        <a:bodyPr/>
        <a:lstStyle/>
        <a:p>
          <a:endParaRPr lang="en-US"/>
        </a:p>
      </dgm:t>
    </dgm:pt>
    <dgm:pt modelId="{DC94FF67-C19C-4310-8565-69C691C212D4}">
      <dgm:prSet/>
      <dgm:spPr/>
      <dgm:t>
        <a:bodyPr/>
        <a:lstStyle/>
        <a:p>
          <a:r>
            <a:rPr lang="hu-HU" b="0" i="0" baseline="0"/>
            <a:t>Card alapú layout</a:t>
          </a:r>
          <a:endParaRPr lang="en-US"/>
        </a:p>
      </dgm:t>
    </dgm:pt>
    <dgm:pt modelId="{A8C614FA-F729-456D-9813-41BADC61398E}" type="parTrans" cxnId="{C545CE3A-23C7-47BC-B5C0-A06C2B0A4CDA}">
      <dgm:prSet/>
      <dgm:spPr/>
      <dgm:t>
        <a:bodyPr/>
        <a:lstStyle/>
        <a:p>
          <a:endParaRPr lang="en-US"/>
        </a:p>
      </dgm:t>
    </dgm:pt>
    <dgm:pt modelId="{4B33D008-C25B-4819-BE65-D032CB123D7D}" type="sibTrans" cxnId="{C545CE3A-23C7-47BC-B5C0-A06C2B0A4CDA}">
      <dgm:prSet/>
      <dgm:spPr/>
      <dgm:t>
        <a:bodyPr/>
        <a:lstStyle/>
        <a:p>
          <a:endParaRPr lang="en-US"/>
        </a:p>
      </dgm:t>
    </dgm:pt>
    <dgm:pt modelId="{0727CDFE-0A2C-412B-A1E0-B9F1D7B563C6}">
      <dgm:prSet/>
      <dgm:spPr/>
      <dgm:t>
        <a:bodyPr/>
        <a:lstStyle/>
        <a:p>
          <a:r>
            <a:rPr lang="hu-HU" b="0" i="0" baseline="0"/>
            <a:t>Hover effektek, státusz-pill-ek</a:t>
          </a:r>
          <a:endParaRPr lang="en-US"/>
        </a:p>
      </dgm:t>
    </dgm:pt>
    <dgm:pt modelId="{61D35AA8-ADD0-4F04-B980-1FD58925B106}" type="parTrans" cxnId="{27F41460-F8BB-4F04-AC93-2C511FD004AA}">
      <dgm:prSet/>
      <dgm:spPr/>
      <dgm:t>
        <a:bodyPr/>
        <a:lstStyle/>
        <a:p>
          <a:endParaRPr lang="en-US"/>
        </a:p>
      </dgm:t>
    </dgm:pt>
    <dgm:pt modelId="{CEEE35E8-DE75-4021-9F01-9CCCCDC27261}" type="sibTrans" cxnId="{27F41460-F8BB-4F04-AC93-2C511FD004AA}">
      <dgm:prSet/>
      <dgm:spPr/>
      <dgm:t>
        <a:bodyPr/>
        <a:lstStyle/>
        <a:p>
          <a:endParaRPr lang="en-US"/>
        </a:p>
      </dgm:t>
    </dgm:pt>
    <dgm:pt modelId="{4F57DB78-AD06-4846-9247-5484412CF995}">
      <dgm:prSet/>
      <dgm:spPr/>
      <dgm:t>
        <a:bodyPr/>
        <a:lstStyle/>
        <a:p>
          <a:r>
            <a:rPr lang="hu-HU" b="0" i="0" baseline="0"/>
            <a:t>Mobil nézet támogatása</a:t>
          </a:r>
          <a:endParaRPr lang="en-US"/>
        </a:p>
      </dgm:t>
    </dgm:pt>
    <dgm:pt modelId="{A31E54DE-4375-41BD-83B7-ADCF1963C1C1}" type="parTrans" cxnId="{E443CD6A-02AE-4C54-A440-8CFBDBF0F6E0}">
      <dgm:prSet/>
      <dgm:spPr/>
      <dgm:t>
        <a:bodyPr/>
        <a:lstStyle/>
        <a:p>
          <a:endParaRPr lang="en-US"/>
        </a:p>
      </dgm:t>
    </dgm:pt>
    <dgm:pt modelId="{B9E074BB-61E6-4BD8-BDE5-5F044588DDCA}" type="sibTrans" cxnId="{E443CD6A-02AE-4C54-A440-8CFBDBF0F6E0}">
      <dgm:prSet/>
      <dgm:spPr/>
      <dgm:t>
        <a:bodyPr/>
        <a:lstStyle/>
        <a:p>
          <a:endParaRPr lang="en-US"/>
        </a:p>
      </dgm:t>
    </dgm:pt>
    <dgm:pt modelId="{05FC91FA-BAEF-4FA0-A1D7-26E16956DBB0}" type="pres">
      <dgm:prSet presAssocID="{BB9D320F-B5EB-4169-A471-C8A5E9C66AB8}" presName="diagram" presStyleCnt="0">
        <dgm:presLayoutVars>
          <dgm:dir/>
          <dgm:resizeHandles val="exact"/>
        </dgm:presLayoutVars>
      </dgm:prSet>
      <dgm:spPr/>
    </dgm:pt>
    <dgm:pt modelId="{11BA9323-3618-416D-ABBD-67EE8838CA3D}" type="pres">
      <dgm:prSet presAssocID="{B835ED72-97B3-41D9-99EC-BE4901B9B0D4}" presName="node" presStyleLbl="node1" presStyleIdx="0" presStyleCnt="5">
        <dgm:presLayoutVars>
          <dgm:bulletEnabled val="1"/>
        </dgm:presLayoutVars>
      </dgm:prSet>
      <dgm:spPr/>
    </dgm:pt>
    <dgm:pt modelId="{EA7D3B3F-831A-427E-9929-2B5DC498286B}" type="pres">
      <dgm:prSet presAssocID="{6FE9C346-2493-4EBD-8F6E-DAA0CEAB27FD}" presName="sibTrans" presStyleCnt="0"/>
      <dgm:spPr/>
    </dgm:pt>
    <dgm:pt modelId="{E1B1A7AA-03F6-4432-85D7-B5BCB544E991}" type="pres">
      <dgm:prSet presAssocID="{7FAFFF25-3A74-49A6-A673-51BDF639466F}" presName="node" presStyleLbl="node1" presStyleIdx="1" presStyleCnt="5">
        <dgm:presLayoutVars>
          <dgm:bulletEnabled val="1"/>
        </dgm:presLayoutVars>
      </dgm:prSet>
      <dgm:spPr/>
    </dgm:pt>
    <dgm:pt modelId="{F55C3FE1-4F57-408F-A6F2-57AE131BA678}" type="pres">
      <dgm:prSet presAssocID="{DD3F86AF-E406-4736-82E4-800B0BC5F080}" presName="sibTrans" presStyleCnt="0"/>
      <dgm:spPr/>
    </dgm:pt>
    <dgm:pt modelId="{827B3190-8E14-4643-9018-E819245F7834}" type="pres">
      <dgm:prSet presAssocID="{DC94FF67-C19C-4310-8565-69C691C212D4}" presName="node" presStyleLbl="node1" presStyleIdx="2" presStyleCnt="5">
        <dgm:presLayoutVars>
          <dgm:bulletEnabled val="1"/>
        </dgm:presLayoutVars>
      </dgm:prSet>
      <dgm:spPr/>
    </dgm:pt>
    <dgm:pt modelId="{41B75B74-3981-4A7E-9643-B603F22CE2A5}" type="pres">
      <dgm:prSet presAssocID="{4B33D008-C25B-4819-BE65-D032CB123D7D}" presName="sibTrans" presStyleCnt="0"/>
      <dgm:spPr/>
    </dgm:pt>
    <dgm:pt modelId="{8D195DF9-60E1-4771-A97D-85C02D8592EB}" type="pres">
      <dgm:prSet presAssocID="{0727CDFE-0A2C-412B-A1E0-B9F1D7B563C6}" presName="node" presStyleLbl="node1" presStyleIdx="3" presStyleCnt="5">
        <dgm:presLayoutVars>
          <dgm:bulletEnabled val="1"/>
        </dgm:presLayoutVars>
      </dgm:prSet>
      <dgm:spPr/>
    </dgm:pt>
    <dgm:pt modelId="{A65B9F9C-9918-43FA-A49D-D6A8B6A4BF82}" type="pres">
      <dgm:prSet presAssocID="{CEEE35E8-DE75-4021-9F01-9CCCCDC27261}" presName="sibTrans" presStyleCnt="0"/>
      <dgm:spPr/>
    </dgm:pt>
    <dgm:pt modelId="{8A178E18-DE92-4D64-AEAA-4D4879290C47}" type="pres">
      <dgm:prSet presAssocID="{4F57DB78-AD06-4846-9247-5484412CF995}" presName="node" presStyleLbl="node1" presStyleIdx="4" presStyleCnt="5">
        <dgm:presLayoutVars>
          <dgm:bulletEnabled val="1"/>
        </dgm:presLayoutVars>
      </dgm:prSet>
      <dgm:spPr/>
    </dgm:pt>
  </dgm:ptLst>
  <dgm:cxnLst>
    <dgm:cxn modelId="{072DC808-A1E2-4A82-8F73-B1FF99F31C54}" type="presOf" srcId="{7FAFFF25-3A74-49A6-A673-51BDF639466F}" destId="{E1B1A7AA-03F6-4432-85D7-B5BCB544E991}" srcOrd="0" destOrd="0" presId="urn:microsoft.com/office/officeart/2005/8/layout/default"/>
    <dgm:cxn modelId="{C545CE3A-23C7-47BC-B5C0-A06C2B0A4CDA}" srcId="{BB9D320F-B5EB-4169-A471-C8A5E9C66AB8}" destId="{DC94FF67-C19C-4310-8565-69C691C212D4}" srcOrd="2" destOrd="0" parTransId="{A8C614FA-F729-456D-9813-41BADC61398E}" sibTransId="{4B33D008-C25B-4819-BE65-D032CB123D7D}"/>
    <dgm:cxn modelId="{27F41460-F8BB-4F04-AC93-2C511FD004AA}" srcId="{BB9D320F-B5EB-4169-A471-C8A5E9C66AB8}" destId="{0727CDFE-0A2C-412B-A1E0-B9F1D7B563C6}" srcOrd="3" destOrd="0" parTransId="{61D35AA8-ADD0-4F04-B980-1FD58925B106}" sibTransId="{CEEE35E8-DE75-4021-9F01-9CCCCDC27261}"/>
    <dgm:cxn modelId="{E443CD6A-02AE-4C54-A440-8CFBDBF0F6E0}" srcId="{BB9D320F-B5EB-4169-A471-C8A5E9C66AB8}" destId="{4F57DB78-AD06-4846-9247-5484412CF995}" srcOrd="4" destOrd="0" parTransId="{A31E54DE-4375-41BD-83B7-ADCF1963C1C1}" sibTransId="{B9E074BB-61E6-4BD8-BDE5-5F044588DDCA}"/>
    <dgm:cxn modelId="{486982A4-1D61-4BF0-A6C0-226B3601D569}" type="presOf" srcId="{BB9D320F-B5EB-4169-A471-C8A5E9C66AB8}" destId="{05FC91FA-BAEF-4FA0-A1D7-26E16956DBB0}" srcOrd="0" destOrd="0" presId="urn:microsoft.com/office/officeart/2005/8/layout/default"/>
    <dgm:cxn modelId="{FAA5E0BC-749F-4F83-8C35-08EF85C72AE8}" type="presOf" srcId="{4F57DB78-AD06-4846-9247-5484412CF995}" destId="{8A178E18-DE92-4D64-AEAA-4D4879290C47}" srcOrd="0" destOrd="0" presId="urn:microsoft.com/office/officeart/2005/8/layout/default"/>
    <dgm:cxn modelId="{330C10BD-4970-4422-B924-3EE60BECFAC5}" srcId="{BB9D320F-B5EB-4169-A471-C8A5E9C66AB8}" destId="{B835ED72-97B3-41D9-99EC-BE4901B9B0D4}" srcOrd="0" destOrd="0" parTransId="{713A5988-73F6-46E6-8C26-3680F2A7D769}" sibTransId="{6FE9C346-2493-4EBD-8F6E-DAA0CEAB27FD}"/>
    <dgm:cxn modelId="{85BE9EC6-41CC-48FC-B7EB-1C55B7A67FE3}" type="presOf" srcId="{0727CDFE-0A2C-412B-A1E0-B9F1D7B563C6}" destId="{8D195DF9-60E1-4771-A97D-85C02D8592EB}" srcOrd="0" destOrd="0" presId="urn:microsoft.com/office/officeart/2005/8/layout/default"/>
    <dgm:cxn modelId="{4F2A97D3-DA52-439B-9D8E-3AD672404886}" srcId="{BB9D320F-B5EB-4169-A471-C8A5E9C66AB8}" destId="{7FAFFF25-3A74-49A6-A673-51BDF639466F}" srcOrd="1" destOrd="0" parTransId="{CB287C82-2E77-4D45-AFDC-7C41DED00DB4}" sibTransId="{DD3F86AF-E406-4736-82E4-800B0BC5F080}"/>
    <dgm:cxn modelId="{70AFFBE4-32AA-4DAE-8025-605D57568AC8}" type="presOf" srcId="{DC94FF67-C19C-4310-8565-69C691C212D4}" destId="{827B3190-8E14-4643-9018-E819245F7834}" srcOrd="0" destOrd="0" presId="urn:microsoft.com/office/officeart/2005/8/layout/default"/>
    <dgm:cxn modelId="{E80987EF-24F7-4A4B-B689-3F1F45A9BA37}" type="presOf" srcId="{B835ED72-97B3-41D9-99EC-BE4901B9B0D4}" destId="{11BA9323-3618-416D-ABBD-67EE8838CA3D}" srcOrd="0" destOrd="0" presId="urn:microsoft.com/office/officeart/2005/8/layout/default"/>
    <dgm:cxn modelId="{989786AE-FA66-41F9-8534-B54807FB8EFC}" type="presParOf" srcId="{05FC91FA-BAEF-4FA0-A1D7-26E16956DBB0}" destId="{11BA9323-3618-416D-ABBD-67EE8838CA3D}" srcOrd="0" destOrd="0" presId="urn:microsoft.com/office/officeart/2005/8/layout/default"/>
    <dgm:cxn modelId="{EF02E3F9-4257-4365-8AA7-99BF5B6ECD8D}" type="presParOf" srcId="{05FC91FA-BAEF-4FA0-A1D7-26E16956DBB0}" destId="{EA7D3B3F-831A-427E-9929-2B5DC498286B}" srcOrd="1" destOrd="0" presId="urn:microsoft.com/office/officeart/2005/8/layout/default"/>
    <dgm:cxn modelId="{3D1D4822-AA0B-4DF3-8158-14719A39EDB4}" type="presParOf" srcId="{05FC91FA-BAEF-4FA0-A1D7-26E16956DBB0}" destId="{E1B1A7AA-03F6-4432-85D7-B5BCB544E991}" srcOrd="2" destOrd="0" presId="urn:microsoft.com/office/officeart/2005/8/layout/default"/>
    <dgm:cxn modelId="{39993F3D-8F40-4E39-BC88-01D628253BA8}" type="presParOf" srcId="{05FC91FA-BAEF-4FA0-A1D7-26E16956DBB0}" destId="{F55C3FE1-4F57-408F-A6F2-57AE131BA678}" srcOrd="3" destOrd="0" presId="urn:microsoft.com/office/officeart/2005/8/layout/default"/>
    <dgm:cxn modelId="{A9BFD152-F9DD-46D3-B64C-9945A1D5EBA7}" type="presParOf" srcId="{05FC91FA-BAEF-4FA0-A1D7-26E16956DBB0}" destId="{827B3190-8E14-4643-9018-E819245F7834}" srcOrd="4" destOrd="0" presId="urn:microsoft.com/office/officeart/2005/8/layout/default"/>
    <dgm:cxn modelId="{BF396950-5C57-446B-9419-48B3949AC113}" type="presParOf" srcId="{05FC91FA-BAEF-4FA0-A1D7-26E16956DBB0}" destId="{41B75B74-3981-4A7E-9643-B603F22CE2A5}" srcOrd="5" destOrd="0" presId="urn:microsoft.com/office/officeart/2005/8/layout/default"/>
    <dgm:cxn modelId="{5E715F86-4C79-41B8-8218-609C6B0694FB}" type="presParOf" srcId="{05FC91FA-BAEF-4FA0-A1D7-26E16956DBB0}" destId="{8D195DF9-60E1-4771-A97D-85C02D8592EB}" srcOrd="6" destOrd="0" presId="urn:microsoft.com/office/officeart/2005/8/layout/default"/>
    <dgm:cxn modelId="{19632D5E-42B7-4AB1-900C-7091AB685D48}" type="presParOf" srcId="{05FC91FA-BAEF-4FA0-A1D7-26E16956DBB0}" destId="{A65B9F9C-9918-43FA-A49D-D6A8B6A4BF82}" srcOrd="7" destOrd="0" presId="urn:microsoft.com/office/officeart/2005/8/layout/default"/>
    <dgm:cxn modelId="{B8F7886D-2725-4BC0-8414-128E12C4F168}" type="presParOf" srcId="{05FC91FA-BAEF-4FA0-A1D7-26E16956DBB0}" destId="{8A178E18-DE92-4D64-AEAA-4D4879290C47}"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5ABDADB-D572-4319-8AB1-6A755FD3494F}" type="doc">
      <dgm:prSet loTypeId="urn:microsoft.com/office/officeart/2005/8/layout/default" loCatId="list" qsTypeId="urn:microsoft.com/office/officeart/2005/8/quickstyle/simple4" qsCatId="simple" csTypeId="urn:microsoft.com/office/officeart/2005/8/colors/colorful1" csCatId="colorful"/>
      <dgm:spPr/>
      <dgm:t>
        <a:bodyPr/>
        <a:lstStyle/>
        <a:p>
          <a:endParaRPr lang="en-US"/>
        </a:p>
      </dgm:t>
    </dgm:pt>
    <dgm:pt modelId="{7A2E3DE8-9B87-40B5-91BB-545792DB7E15}">
      <dgm:prSet/>
      <dgm:spPr/>
      <dgm:t>
        <a:bodyPr/>
        <a:lstStyle/>
        <a:p>
          <a:r>
            <a:rPr lang="hu-HU" b="0" i="0" baseline="0"/>
            <a:t>Teljes full-stack rendszer</a:t>
          </a:r>
          <a:endParaRPr lang="en-US"/>
        </a:p>
      </dgm:t>
    </dgm:pt>
    <dgm:pt modelId="{A953E2BC-B90F-4282-B21B-9ECAE5E94081}" type="parTrans" cxnId="{3E87E3F3-F60F-4ACF-90B1-8168FBA02430}">
      <dgm:prSet/>
      <dgm:spPr/>
      <dgm:t>
        <a:bodyPr/>
        <a:lstStyle/>
        <a:p>
          <a:endParaRPr lang="en-US"/>
        </a:p>
      </dgm:t>
    </dgm:pt>
    <dgm:pt modelId="{8D942075-6361-4E0E-B808-BFA425ADC926}" type="sibTrans" cxnId="{3E87E3F3-F60F-4ACF-90B1-8168FBA02430}">
      <dgm:prSet/>
      <dgm:spPr/>
      <dgm:t>
        <a:bodyPr/>
        <a:lstStyle/>
        <a:p>
          <a:endParaRPr lang="en-US"/>
        </a:p>
      </dgm:t>
    </dgm:pt>
    <dgm:pt modelId="{0549F62C-3F62-4253-B412-02A2E9068EFF}">
      <dgm:prSet/>
      <dgm:spPr/>
      <dgm:t>
        <a:bodyPr/>
        <a:lstStyle/>
        <a:p>
          <a:r>
            <a:rPr lang="hu-HU" b="0" i="0" baseline="0"/>
            <a:t>Valós közösségi funkciók</a:t>
          </a:r>
          <a:endParaRPr lang="en-US"/>
        </a:p>
      </dgm:t>
    </dgm:pt>
    <dgm:pt modelId="{02652DAD-7BC1-499B-BF92-C72CC78E615C}" type="parTrans" cxnId="{D544A49E-A532-48AF-9DBD-C883F26716C4}">
      <dgm:prSet/>
      <dgm:spPr/>
      <dgm:t>
        <a:bodyPr/>
        <a:lstStyle/>
        <a:p>
          <a:endParaRPr lang="en-US"/>
        </a:p>
      </dgm:t>
    </dgm:pt>
    <dgm:pt modelId="{245F0005-86DA-414B-B9DF-D58ACA7CEEF0}" type="sibTrans" cxnId="{D544A49E-A532-48AF-9DBD-C883F26716C4}">
      <dgm:prSet/>
      <dgm:spPr/>
      <dgm:t>
        <a:bodyPr/>
        <a:lstStyle/>
        <a:p>
          <a:endParaRPr lang="en-US"/>
        </a:p>
      </dgm:t>
    </dgm:pt>
    <dgm:pt modelId="{64204FC3-3239-4CD9-848E-6E0DE68E3E2B}">
      <dgm:prSet/>
      <dgm:spPr/>
      <dgm:t>
        <a:bodyPr/>
        <a:lstStyle/>
        <a:p>
          <a:r>
            <a:rPr lang="hu-HU" b="0" i="0" baseline="0"/>
            <a:t>Biztonságos és bővíthető felépítés</a:t>
          </a:r>
          <a:endParaRPr lang="en-US"/>
        </a:p>
      </dgm:t>
    </dgm:pt>
    <dgm:pt modelId="{50ACAB5F-34CC-4DD3-84B2-3C40CE34E834}" type="parTrans" cxnId="{9B12B0AA-70CE-4067-B185-CC4CB741FD90}">
      <dgm:prSet/>
      <dgm:spPr/>
      <dgm:t>
        <a:bodyPr/>
        <a:lstStyle/>
        <a:p>
          <a:endParaRPr lang="en-US"/>
        </a:p>
      </dgm:t>
    </dgm:pt>
    <dgm:pt modelId="{5B23037E-2987-4EE6-A9FC-663B986B764D}" type="sibTrans" cxnId="{9B12B0AA-70CE-4067-B185-CC4CB741FD90}">
      <dgm:prSet/>
      <dgm:spPr/>
      <dgm:t>
        <a:bodyPr/>
        <a:lstStyle/>
        <a:p>
          <a:endParaRPr lang="en-US"/>
        </a:p>
      </dgm:t>
    </dgm:pt>
    <dgm:pt modelId="{5872A37B-EC74-4B2D-A200-ABAD239D48E2}">
      <dgm:prSet/>
      <dgm:spPr/>
      <dgm:t>
        <a:bodyPr/>
        <a:lstStyle/>
        <a:p>
          <a:r>
            <a:rPr lang="hu-HU" b="0" i="0" baseline="0"/>
            <a:t>Jövőbeli lehetőségek:</a:t>
          </a:r>
          <a:endParaRPr lang="en-US"/>
        </a:p>
      </dgm:t>
    </dgm:pt>
    <dgm:pt modelId="{4D69D828-7F8E-4185-9100-FD825E10989F}" type="parTrans" cxnId="{330FBFE7-FF9A-484E-B373-4E3A5C7788FC}">
      <dgm:prSet/>
      <dgm:spPr/>
      <dgm:t>
        <a:bodyPr/>
        <a:lstStyle/>
        <a:p>
          <a:endParaRPr lang="en-US"/>
        </a:p>
      </dgm:t>
    </dgm:pt>
    <dgm:pt modelId="{DC8D3F1F-A075-494D-B8D8-254073051074}" type="sibTrans" cxnId="{330FBFE7-FF9A-484E-B373-4E3A5C7788FC}">
      <dgm:prSet/>
      <dgm:spPr/>
      <dgm:t>
        <a:bodyPr/>
        <a:lstStyle/>
        <a:p>
          <a:endParaRPr lang="en-US"/>
        </a:p>
      </dgm:t>
    </dgm:pt>
    <dgm:pt modelId="{013C0EE6-EF89-4648-A247-D05236162253}">
      <dgm:prSet/>
      <dgm:spPr/>
      <dgm:t>
        <a:bodyPr/>
        <a:lstStyle/>
        <a:p>
          <a:r>
            <a:rPr lang="hu-HU" b="0" i="0" baseline="0"/>
            <a:t>még jobb keresés</a:t>
          </a:r>
          <a:endParaRPr lang="en-US"/>
        </a:p>
      </dgm:t>
    </dgm:pt>
    <dgm:pt modelId="{F6DF5799-B3FE-414B-91D7-700B5237FEEB}" type="parTrans" cxnId="{D0202567-7F08-4EC2-A37B-BD213237722A}">
      <dgm:prSet/>
      <dgm:spPr/>
      <dgm:t>
        <a:bodyPr/>
        <a:lstStyle/>
        <a:p>
          <a:endParaRPr lang="en-US"/>
        </a:p>
      </dgm:t>
    </dgm:pt>
    <dgm:pt modelId="{3C9D44EA-78DC-4AAB-9D19-F25726C18A1C}" type="sibTrans" cxnId="{D0202567-7F08-4EC2-A37B-BD213237722A}">
      <dgm:prSet/>
      <dgm:spPr/>
      <dgm:t>
        <a:bodyPr/>
        <a:lstStyle/>
        <a:p>
          <a:endParaRPr lang="en-US"/>
        </a:p>
      </dgm:t>
    </dgm:pt>
    <dgm:pt modelId="{96CD18F8-360F-40F3-B56A-3C8B9DBD0BFF}">
      <dgm:prSet/>
      <dgm:spPr/>
      <dgm:t>
        <a:bodyPr/>
        <a:lstStyle/>
        <a:p>
          <a:r>
            <a:rPr lang="hu-HU" b="0" i="0" baseline="0"/>
            <a:t>több admin statisztika</a:t>
          </a:r>
          <a:endParaRPr lang="en-US"/>
        </a:p>
      </dgm:t>
    </dgm:pt>
    <dgm:pt modelId="{B1EB9829-9959-4141-BF9B-A887CAA2AEA1}" type="parTrans" cxnId="{FD8ECCD2-349A-4462-B06E-03185D24515A}">
      <dgm:prSet/>
      <dgm:spPr/>
      <dgm:t>
        <a:bodyPr/>
        <a:lstStyle/>
        <a:p>
          <a:endParaRPr lang="en-US"/>
        </a:p>
      </dgm:t>
    </dgm:pt>
    <dgm:pt modelId="{FF0453B9-3537-42CF-8A66-496156C95744}" type="sibTrans" cxnId="{FD8ECCD2-349A-4462-B06E-03185D24515A}">
      <dgm:prSet/>
      <dgm:spPr/>
      <dgm:t>
        <a:bodyPr/>
        <a:lstStyle/>
        <a:p>
          <a:endParaRPr lang="en-US"/>
        </a:p>
      </dgm:t>
    </dgm:pt>
    <dgm:pt modelId="{D52B2E31-F629-4C3A-975A-CAFBB97183F8}">
      <dgm:prSet/>
      <dgm:spPr/>
      <dgm:t>
        <a:bodyPr/>
        <a:lstStyle/>
        <a:p>
          <a:r>
            <a:rPr lang="hu-HU" b="0" i="0" baseline="0"/>
            <a:t>fejlettebb AI</a:t>
          </a:r>
          <a:endParaRPr lang="en-US"/>
        </a:p>
      </dgm:t>
    </dgm:pt>
    <dgm:pt modelId="{CD7F7DFB-9CF6-4757-864B-E868C3E5808A}" type="parTrans" cxnId="{2C5F5ED4-EACC-491A-BD76-157327F75DF8}">
      <dgm:prSet/>
      <dgm:spPr/>
      <dgm:t>
        <a:bodyPr/>
        <a:lstStyle/>
        <a:p>
          <a:endParaRPr lang="en-US"/>
        </a:p>
      </dgm:t>
    </dgm:pt>
    <dgm:pt modelId="{C01FC183-0B01-4DFB-8540-A30E08863FEA}" type="sibTrans" cxnId="{2C5F5ED4-EACC-491A-BD76-157327F75DF8}">
      <dgm:prSet/>
      <dgm:spPr/>
      <dgm:t>
        <a:bodyPr/>
        <a:lstStyle/>
        <a:p>
          <a:endParaRPr lang="en-US"/>
        </a:p>
      </dgm:t>
    </dgm:pt>
    <dgm:pt modelId="{CEC5EDF0-9C40-40CD-BEF5-9B9F524D7ABD}">
      <dgm:prSet/>
      <dgm:spPr/>
      <dgm:t>
        <a:bodyPr/>
        <a:lstStyle/>
        <a:p>
          <a:r>
            <a:rPr lang="hu-HU" b="0" i="0" baseline="0"/>
            <a:t>kényelmesebb mobil használat</a:t>
          </a:r>
          <a:endParaRPr lang="en-US"/>
        </a:p>
      </dgm:t>
    </dgm:pt>
    <dgm:pt modelId="{A4DB41A6-8FFE-46B0-8385-42623686BCC3}" type="parTrans" cxnId="{A2666075-052D-4708-A25D-97C75C924AE8}">
      <dgm:prSet/>
      <dgm:spPr/>
      <dgm:t>
        <a:bodyPr/>
        <a:lstStyle/>
        <a:p>
          <a:endParaRPr lang="en-US"/>
        </a:p>
      </dgm:t>
    </dgm:pt>
    <dgm:pt modelId="{AA87F2E1-1099-4F00-B981-C318DB05E94B}" type="sibTrans" cxnId="{A2666075-052D-4708-A25D-97C75C924AE8}">
      <dgm:prSet/>
      <dgm:spPr/>
      <dgm:t>
        <a:bodyPr/>
        <a:lstStyle/>
        <a:p>
          <a:endParaRPr lang="en-US"/>
        </a:p>
      </dgm:t>
    </dgm:pt>
    <dgm:pt modelId="{EA1C0188-5F6D-4F6D-9C1C-3E224011D67C}" type="pres">
      <dgm:prSet presAssocID="{35ABDADB-D572-4319-8AB1-6A755FD3494F}" presName="diagram" presStyleCnt="0">
        <dgm:presLayoutVars>
          <dgm:dir/>
          <dgm:resizeHandles val="exact"/>
        </dgm:presLayoutVars>
      </dgm:prSet>
      <dgm:spPr/>
    </dgm:pt>
    <dgm:pt modelId="{95D7619F-E0AE-4911-84D0-797144573F34}" type="pres">
      <dgm:prSet presAssocID="{7A2E3DE8-9B87-40B5-91BB-545792DB7E15}" presName="node" presStyleLbl="node1" presStyleIdx="0" presStyleCnt="8">
        <dgm:presLayoutVars>
          <dgm:bulletEnabled val="1"/>
        </dgm:presLayoutVars>
      </dgm:prSet>
      <dgm:spPr/>
    </dgm:pt>
    <dgm:pt modelId="{F0CA90D8-F42D-435F-A1DF-45AEDBC3CCDD}" type="pres">
      <dgm:prSet presAssocID="{8D942075-6361-4E0E-B808-BFA425ADC926}" presName="sibTrans" presStyleCnt="0"/>
      <dgm:spPr/>
    </dgm:pt>
    <dgm:pt modelId="{A4D58D6C-8A38-4D4D-AFCB-0C1289ACBF64}" type="pres">
      <dgm:prSet presAssocID="{0549F62C-3F62-4253-B412-02A2E9068EFF}" presName="node" presStyleLbl="node1" presStyleIdx="1" presStyleCnt="8">
        <dgm:presLayoutVars>
          <dgm:bulletEnabled val="1"/>
        </dgm:presLayoutVars>
      </dgm:prSet>
      <dgm:spPr/>
    </dgm:pt>
    <dgm:pt modelId="{6B6B8741-E52C-429D-A572-6EDCFABAB7DA}" type="pres">
      <dgm:prSet presAssocID="{245F0005-86DA-414B-B9DF-D58ACA7CEEF0}" presName="sibTrans" presStyleCnt="0"/>
      <dgm:spPr/>
    </dgm:pt>
    <dgm:pt modelId="{B64420B2-49D5-41AA-B11E-40A8B480A401}" type="pres">
      <dgm:prSet presAssocID="{64204FC3-3239-4CD9-848E-6E0DE68E3E2B}" presName="node" presStyleLbl="node1" presStyleIdx="2" presStyleCnt="8">
        <dgm:presLayoutVars>
          <dgm:bulletEnabled val="1"/>
        </dgm:presLayoutVars>
      </dgm:prSet>
      <dgm:spPr/>
    </dgm:pt>
    <dgm:pt modelId="{C6E1E131-60CC-4602-8513-46F69E4C02A3}" type="pres">
      <dgm:prSet presAssocID="{5B23037E-2987-4EE6-A9FC-663B986B764D}" presName="sibTrans" presStyleCnt="0"/>
      <dgm:spPr/>
    </dgm:pt>
    <dgm:pt modelId="{01629716-0988-496A-90A5-6ACE1684B104}" type="pres">
      <dgm:prSet presAssocID="{5872A37B-EC74-4B2D-A200-ABAD239D48E2}" presName="node" presStyleLbl="node1" presStyleIdx="3" presStyleCnt="8">
        <dgm:presLayoutVars>
          <dgm:bulletEnabled val="1"/>
        </dgm:presLayoutVars>
      </dgm:prSet>
      <dgm:spPr/>
    </dgm:pt>
    <dgm:pt modelId="{202EC48F-AB48-4A65-9EE4-281043A1D699}" type="pres">
      <dgm:prSet presAssocID="{DC8D3F1F-A075-494D-B8D8-254073051074}" presName="sibTrans" presStyleCnt="0"/>
      <dgm:spPr/>
    </dgm:pt>
    <dgm:pt modelId="{3D86CB13-53DD-4B2E-BD8B-F1C6BCEF5138}" type="pres">
      <dgm:prSet presAssocID="{013C0EE6-EF89-4648-A247-D05236162253}" presName="node" presStyleLbl="node1" presStyleIdx="4" presStyleCnt="8">
        <dgm:presLayoutVars>
          <dgm:bulletEnabled val="1"/>
        </dgm:presLayoutVars>
      </dgm:prSet>
      <dgm:spPr/>
    </dgm:pt>
    <dgm:pt modelId="{F840C04E-C69C-4429-A437-9A773E6C4E55}" type="pres">
      <dgm:prSet presAssocID="{3C9D44EA-78DC-4AAB-9D19-F25726C18A1C}" presName="sibTrans" presStyleCnt="0"/>
      <dgm:spPr/>
    </dgm:pt>
    <dgm:pt modelId="{B27C0AFC-D5E1-40AC-A6EE-9BEE72D7E8A9}" type="pres">
      <dgm:prSet presAssocID="{96CD18F8-360F-40F3-B56A-3C8B9DBD0BFF}" presName="node" presStyleLbl="node1" presStyleIdx="5" presStyleCnt="8">
        <dgm:presLayoutVars>
          <dgm:bulletEnabled val="1"/>
        </dgm:presLayoutVars>
      </dgm:prSet>
      <dgm:spPr/>
    </dgm:pt>
    <dgm:pt modelId="{B151B100-0478-4A8E-8441-D83E2CE9626D}" type="pres">
      <dgm:prSet presAssocID="{FF0453B9-3537-42CF-8A66-496156C95744}" presName="sibTrans" presStyleCnt="0"/>
      <dgm:spPr/>
    </dgm:pt>
    <dgm:pt modelId="{19194100-9AD8-4931-B58B-8CD85B53308C}" type="pres">
      <dgm:prSet presAssocID="{D52B2E31-F629-4C3A-975A-CAFBB97183F8}" presName="node" presStyleLbl="node1" presStyleIdx="6" presStyleCnt="8">
        <dgm:presLayoutVars>
          <dgm:bulletEnabled val="1"/>
        </dgm:presLayoutVars>
      </dgm:prSet>
      <dgm:spPr/>
    </dgm:pt>
    <dgm:pt modelId="{5425ED67-A1C2-44F2-9602-C4E723200000}" type="pres">
      <dgm:prSet presAssocID="{C01FC183-0B01-4DFB-8540-A30E08863FEA}" presName="sibTrans" presStyleCnt="0"/>
      <dgm:spPr/>
    </dgm:pt>
    <dgm:pt modelId="{4AA23C1D-AF61-413B-8231-886F356C5A41}" type="pres">
      <dgm:prSet presAssocID="{CEC5EDF0-9C40-40CD-BEF5-9B9F524D7ABD}" presName="node" presStyleLbl="node1" presStyleIdx="7" presStyleCnt="8">
        <dgm:presLayoutVars>
          <dgm:bulletEnabled val="1"/>
        </dgm:presLayoutVars>
      </dgm:prSet>
      <dgm:spPr/>
    </dgm:pt>
  </dgm:ptLst>
  <dgm:cxnLst>
    <dgm:cxn modelId="{8B771033-113A-46A6-8324-8C7DB62973B9}" type="presOf" srcId="{D52B2E31-F629-4C3A-975A-CAFBB97183F8}" destId="{19194100-9AD8-4931-B58B-8CD85B53308C}" srcOrd="0" destOrd="0" presId="urn:microsoft.com/office/officeart/2005/8/layout/default"/>
    <dgm:cxn modelId="{D0202567-7F08-4EC2-A37B-BD213237722A}" srcId="{35ABDADB-D572-4319-8AB1-6A755FD3494F}" destId="{013C0EE6-EF89-4648-A247-D05236162253}" srcOrd="4" destOrd="0" parTransId="{F6DF5799-B3FE-414B-91D7-700B5237FEEB}" sibTransId="{3C9D44EA-78DC-4AAB-9D19-F25726C18A1C}"/>
    <dgm:cxn modelId="{BD866D6E-30D9-4B30-9D1E-CE82B1A993C6}" type="presOf" srcId="{96CD18F8-360F-40F3-B56A-3C8B9DBD0BFF}" destId="{B27C0AFC-D5E1-40AC-A6EE-9BEE72D7E8A9}" srcOrd="0" destOrd="0" presId="urn:microsoft.com/office/officeart/2005/8/layout/default"/>
    <dgm:cxn modelId="{A2666075-052D-4708-A25D-97C75C924AE8}" srcId="{35ABDADB-D572-4319-8AB1-6A755FD3494F}" destId="{CEC5EDF0-9C40-40CD-BEF5-9B9F524D7ABD}" srcOrd="7" destOrd="0" parTransId="{A4DB41A6-8FFE-46B0-8385-42623686BCC3}" sibTransId="{AA87F2E1-1099-4F00-B981-C318DB05E94B}"/>
    <dgm:cxn modelId="{57C23056-51B6-4B74-91D4-13CD4F87799C}" type="presOf" srcId="{35ABDADB-D572-4319-8AB1-6A755FD3494F}" destId="{EA1C0188-5F6D-4F6D-9C1C-3E224011D67C}" srcOrd="0" destOrd="0" presId="urn:microsoft.com/office/officeart/2005/8/layout/default"/>
    <dgm:cxn modelId="{D544A49E-A532-48AF-9DBD-C883F26716C4}" srcId="{35ABDADB-D572-4319-8AB1-6A755FD3494F}" destId="{0549F62C-3F62-4253-B412-02A2E9068EFF}" srcOrd="1" destOrd="0" parTransId="{02652DAD-7BC1-499B-BF92-C72CC78E615C}" sibTransId="{245F0005-86DA-414B-B9DF-D58ACA7CEEF0}"/>
    <dgm:cxn modelId="{9B12B0AA-70CE-4067-B185-CC4CB741FD90}" srcId="{35ABDADB-D572-4319-8AB1-6A755FD3494F}" destId="{64204FC3-3239-4CD9-848E-6E0DE68E3E2B}" srcOrd="2" destOrd="0" parTransId="{50ACAB5F-34CC-4DD3-84B2-3C40CE34E834}" sibTransId="{5B23037E-2987-4EE6-A9FC-663B986B764D}"/>
    <dgm:cxn modelId="{EE2F4AC1-CF4F-40BB-8354-66CB958C2ED6}" type="presOf" srcId="{64204FC3-3239-4CD9-848E-6E0DE68E3E2B}" destId="{B64420B2-49D5-41AA-B11E-40A8B480A401}" srcOrd="0" destOrd="0" presId="urn:microsoft.com/office/officeart/2005/8/layout/default"/>
    <dgm:cxn modelId="{D1CC77C2-0365-4FFC-8383-B885A0FE2D72}" type="presOf" srcId="{0549F62C-3F62-4253-B412-02A2E9068EFF}" destId="{A4D58D6C-8A38-4D4D-AFCB-0C1289ACBF64}" srcOrd="0" destOrd="0" presId="urn:microsoft.com/office/officeart/2005/8/layout/default"/>
    <dgm:cxn modelId="{B828D4C2-A3E9-444A-9BAD-41A4ED7CE762}" type="presOf" srcId="{CEC5EDF0-9C40-40CD-BEF5-9B9F524D7ABD}" destId="{4AA23C1D-AF61-413B-8231-886F356C5A41}" srcOrd="0" destOrd="0" presId="urn:microsoft.com/office/officeart/2005/8/layout/default"/>
    <dgm:cxn modelId="{FD8ECCD2-349A-4462-B06E-03185D24515A}" srcId="{35ABDADB-D572-4319-8AB1-6A755FD3494F}" destId="{96CD18F8-360F-40F3-B56A-3C8B9DBD0BFF}" srcOrd="5" destOrd="0" parTransId="{B1EB9829-9959-4141-BF9B-A887CAA2AEA1}" sibTransId="{FF0453B9-3537-42CF-8A66-496156C95744}"/>
    <dgm:cxn modelId="{2C5F5ED4-EACC-491A-BD76-157327F75DF8}" srcId="{35ABDADB-D572-4319-8AB1-6A755FD3494F}" destId="{D52B2E31-F629-4C3A-975A-CAFBB97183F8}" srcOrd="6" destOrd="0" parTransId="{CD7F7DFB-9CF6-4757-864B-E868C3E5808A}" sibTransId="{C01FC183-0B01-4DFB-8540-A30E08863FEA}"/>
    <dgm:cxn modelId="{D45921E3-9F3F-474E-AA99-A76BFDAEBC3A}" type="presOf" srcId="{013C0EE6-EF89-4648-A247-D05236162253}" destId="{3D86CB13-53DD-4B2E-BD8B-F1C6BCEF5138}" srcOrd="0" destOrd="0" presId="urn:microsoft.com/office/officeart/2005/8/layout/default"/>
    <dgm:cxn modelId="{330FBFE7-FF9A-484E-B373-4E3A5C7788FC}" srcId="{35ABDADB-D572-4319-8AB1-6A755FD3494F}" destId="{5872A37B-EC74-4B2D-A200-ABAD239D48E2}" srcOrd="3" destOrd="0" parTransId="{4D69D828-7F8E-4185-9100-FD825E10989F}" sibTransId="{DC8D3F1F-A075-494D-B8D8-254073051074}"/>
    <dgm:cxn modelId="{76E1CBED-BD40-445B-8CC1-1C9713BA356F}" type="presOf" srcId="{5872A37B-EC74-4B2D-A200-ABAD239D48E2}" destId="{01629716-0988-496A-90A5-6ACE1684B104}" srcOrd="0" destOrd="0" presId="urn:microsoft.com/office/officeart/2005/8/layout/default"/>
    <dgm:cxn modelId="{3E87E3F3-F60F-4ACF-90B1-8168FBA02430}" srcId="{35ABDADB-D572-4319-8AB1-6A755FD3494F}" destId="{7A2E3DE8-9B87-40B5-91BB-545792DB7E15}" srcOrd="0" destOrd="0" parTransId="{A953E2BC-B90F-4282-B21B-9ECAE5E94081}" sibTransId="{8D942075-6361-4E0E-B808-BFA425ADC926}"/>
    <dgm:cxn modelId="{9B39C7F4-F009-46D6-A491-5066396934BC}" type="presOf" srcId="{7A2E3DE8-9B87-40B5-91BB-545792DB7E15}" destId="{95D7619F-E0AE-4911-84D0-797144573F34}" srcOrd="0" destOrd="0" presId="urn:microsoft.com/office/officeart/2005/8/layout/default"/>
    <dgm:cxn modelId="{0E2CE4BF-EFE5-4C7F-A95D-3CBD8A935D26}" type="presParOf" srcId="{EA1C0188-5F6D-4F6D-9C1C-3E224011D67C}" destId="{95D7619F-E0AE-4911-84D0-797144573F34}" srcOrd="0" destOrd="0" presId="urn:microsoft.com/office/officeart/2005/8/layout/default"/>
    <dgm:cxn modelId="{47B11516-36E0-48E2-8835-16A1F387E6B4}" type="presParOf" srcId="{EA1C0188-5F6D-4F6D-9C1C-3E224011D67C}" destId="{F0CA90D8-F42D-435F-A1DF-45AEDBC3CCDD}" srcOrd="1" destOrd="0" presId="urn:microsoft.com/office/officeart/2005/8/layout/default"/>
    <dgm:cxn modelId="{350E096A-F48D-4213-83D7-86B01CB97B42}" type="presParOf" srcId="{EA1C0188-5F6D-4F6D-9C1C-3E224011D67C}" destId="{A4D58D6C-8A38-4D4D-AFCB-0C1289ACBF64}" srcOrd="2" destOrd="0" presId="urn:microsoft.com/office/officeart/2005/8/layout/default"/>
    <dgm:cxn modelId="{1CAF60D1-D091-45F0-9C49-ED9151D627F5}" type="presParOf" srcId="{EA1C0188-5F6D-4F6D-9C1C-3E224011D67C}" destId="{6B6B8741-E52C-429D-A572-6EDCFABAB7DA}" srcOrd="3" destOrd="0" presId="urn:microsoft.com/office/officeart/2005/8/layout/default"/>
    <dgm:cxn modelId="{7EF9FB08-9D72-4E1F-82F7-70EDAD4B86E4}" type="presParOf" srcId="{EA1C0188-5F6D-4F6D-9C1C-3E224011D67C}" destId="{B64420B2-49D5-41AA-B11E-40A8B480A401}" srcOrd="4" destOrd="0" presId="urn:microsoft.com/office/officeart/2005/8/layout/default"/>
    <dgm:cxn modelId="{0E2684FC-0182-41DC-87B9-C7970493093B}" type="presParOf" srcId="{EA1C0188-5F6D-4F6D-9C1C-3E224011D67C}" destId="{C6E1E131-60CC-4602-8513-46F69E4C02A3}" srcOrd="5" destOrd="0" presId="urn:microsoft.com/office/officeart/2005/8/layout/default"/>
    <dgm:cxn modelId="{2F928473-D602-4E03-A948-C9749CD20D72}" type="presParOf" srcId="{EA1C0188-5F6D-4F6D-9C1C-3E224011D67C}" destId="{01629716-0988-496A-90A5-6ACE1684B104}" srcOrd="6" destOrd="0" presId="urn:microsoft.com/office/officeart/2005/8/layout/default"/>
    <dgm:cxn modelId="{AF6D5FD2-733E-4001-B9C8-84F301A80E2B}" type="presParOf" srcId="{EA1C0188-5F6D-4F6D-9C1C-3E224011D67C}" destId="{202EC48F-AB48-4A65-9EE4-281043A1D699}" srcOrd="7" destOrd="0" presId="urn:microsoft.com/office/officeart/2005/8/layout/default"/>
    <dgm:cxn modelId="{D738133A-303D-471A-87F4-732D6A53C0FD}" type="presParOf" srcId="{EA1C0188-5F6D-4F6D-9C1C-3E224011D67C}" destId="{3D86CB13-53DD-4B2E-BD8B-F1C6BCEF5138}" srcOrd="8" destOrd="0" presId="urn:microsoft.com/office/officeart/2005/8/layout/default"/>
    <dgm:cxn modelId="{083A0BF1-7B5F-4AC1-A836-6D4E605FFFD0}" type="presParOf" srcId="{EA1C0188-5F6D-4F6D-9C1C-3E224011D67C}" destId="{F840C04E-C69C-4429-A437-9A773E6C4E55}" srcOrd="9" destOrd="0" presId="urn:microsoft.com/office/officeart/2005/8/layout/default"/>
    <dgm:cxn modelId="{002C57EA-63C5-4EC7-866B-95EE11B8937A}" type="presParOf" srcId="{EA1C0188-5F6D-4F6D-9C1C-3E224011D67C}" destId="{B27C0AFC-D5E1-40AC-A6EE-9BEE72D7E8A9}" srcOrd="10" destOrd="0" presId="urn:microsoft.com/office/officeart/2005/8/layout/default"/>
    <dgm:cxn modelId="{8DA624EF-C259-4C34-8283-50466D69BF95}" type="presParOf" srcId="{EA1C0188-5F6D-4F6D-9C1C-3E224011D67C}" destId="{B151B100-0478-4A8E-8441-D83E2CE9626D}" srcOrd="11" destOrd="0" presId="urn:microsoft.com/office/officeart/2005/8/layout/default"/>
    <dgm:cxn modelId="{E06FC11E-8837-42C8-8DDC-6844081AD59F}" type="presParOf" srcId="{EA1C0188-5F6D-4F6D-9C1C-3E224011D67C}" destId="{19194100-9AD8-4931-B58B-8CD85B53308C}" srcOrd="12" destOrd="0" presId="urn:microsoft.com/office/officeart/2005/8/layout/default"/>
    <dgm:cxn modelId="{692E6250-5550-4F5F-9519-BE9E4A00372C}" type="presParOf" srcId="{EA1C0188-5F6D-4F6D-9C1C-3E224011D67C}" destId="{5425ED67-A1C2-44F2-9602-C4E723200000}" srcOrd="13" destOrd="0" presId="urn:microsoft.com/office/officeart/2005/8/layout/default"/>
    <dgm:cxn modelId="{37CB0C05-5A50-4999-B20C-1732FCBCEDD7}" type="presParOf" srcId="{EA1C0188-5F6D-4F6D-9C1C-3E224011D67C}" destId="{4AA23C1D-AF61-413B-8231-886F356C5A41}" srcOrd="14"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1191919"/>
          <a:ext cx="6666833" cy="4032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955759"/>
          <a:ext cx="4666783" cy="47232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en-US" sz="1600" b="0" kern="1200" dirty="0"/>
            <a:t>Creating a unified scale modeling platform</a:t>
          </a:r>
        </a:p>
      </dsp:txBody>
      <dsp:txXfrm>
        <a:off x="356398" y="978816"/>
        <a:ext cx="4620669" cy="426206"/>
      </dsp:txXfrm>
    </dsp:sp>
    <dsp:sp modelId="{714043A1-0692-490B-8FA7-0EB7D7429743}">
      <dsp:nvSpPr>
        <dsp:cNvPr id="0" name=""/>
        <dsp:cNvSpPr/>
      </dsp:nvSpPr>
      <dsp:spPr>
        <a:xfrm>
          <a:off x="0" y="1917679"/>
          <a:ext cx="6666833" cy="4032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681520"/>
          <a:ext cx="4666783" cy="47232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hu-HU" sz="1600" b="0" kern="1200" dirty="0" err="1"/>
            <a:t>Providing</a:t>
          </a:r>
          <a:r>
            <a:rPr lang="hu-HU" sz="1600" b="0" kern="1200" dirty="0"/>
            <a:t> </a:t>
          </a:r>
          <a:r>
            <a:rPr lang="hu-HU" sz="1600" b="0" kern="1200" dirty="0" err="1"/>
            <a:t>community</a:t>
          </a:r>
          <a:r>
            <a:rPr lang="hu-HU" sz="1600" b="0" kern="1200" dirty="0"/>
            <a:t> </a:t>
          </a:r>
          <a:r>
            <a:rPr lang="hu-HU" sz="1600" b="0" kern="1200" dirty="0" err="1"/>
            <a:t>features</a:t>
          </a:r>
          <a:endParaRPr lang="en-US" sz="1600" b="0" kern="1200" dirty="0"/>
        </a:p>
      </dsp:txBody>
      <dsp:txXfrm>
        <a:off x="356398" y="1704577"/>
        <a:ext cx="4620669" cy="426206"/>
      </dsp:txXfrm>
    </dsp:sp>
    <dsp:sp modelId="{74625971-222A-4497-8CAE-AEF7556CEA36}">
      <dsp:nvSpPr>
        <dsp:cNvPr id="0" name=""/>
        <dsp:cNvSpPr/>
      </dsp:nvSpPr>
      <dsp:spPr>
        <a:xfrm>
          <a:off x="0" y="2643439"/>
          <a:ext cx="6666833" cy="4032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407279"/>
          <a:ext cx="4666783" cy="47232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en-US" sz="1600" b="0" kern="1200" dirty="0"/>
            <a:t>Uploading and managing user-generated content</a:t>
          </a:r>
        </a:p>
      </dsp:txBody>
      <dsp:txXfrm>
        <a:off x="356398" y="2430336"/>
        <a:ext cx="4620669" cy="426206"/>
      </dsp:txXfrm>
    </dsp:sp>
    <dsp:sp modelId="{00C1891F-0781-44ED-93C0-78FAE83B02F1}">
      <dsp:nvSpPr>
        <dsp:cNvPr id="0" name=""/>
        <dsp:cNvSpPr/>
      </dsp:nvSpPr>
      <dsp:spPr>
        <a:xfrm>
          <a:off x="0" y="3369199"/>
          <a:ext cx="6666833" cy="4032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133039"/>
          <a:ext cx="4666783" cy="47232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hu-HU" sz="1600" b="0" kern="1200" dirty="0"/>
            <a:t>Modern, </a:t>
          </a:r>
          <a:r>
            <a:rPr lang="hu-HU" sz="1600" b="0" kern="1200" dirty="0" err="1"/>
            <a:t>responsive</a:t>
          </a:r>
          <a:r>
            <a:rPr lang="hu-HU" sz="1600" b="0" kern="1200" dirty="0"/>
            <a:t> </a:t>
          </a:r>
          <a:r>
            <a:rPr lang="hu-HU" sz="1600" b="0" kern="1200" dirty="0" err="1"/>
            <a:t>interface</a:t>
          </a:r>
          <a:endParaRPr lang="en-US" sz="1600" b="0" kern="1200" dirty="0"/>
        </a:p>
      </dsp:txBody>
      <dsp:txXfrm>
        <a:off x="356398" y="3156096"/>
        <a:ext cx="4620669" cy="426206"/>
      </dsp:txXfrm>
    </dsp:sp>
    <dsp:sp modelId="{C9A4A968-1E08-4854-B136-9680E32934A6}">
      <dsp:nvSpPr>
        <dsp:cNvPr id="0" name=""/>
        <dsp:cNvSpPr/>
      </dsp:nvSpPr>
      <dsp:spPr>
        <a:xfrm>
          <a:off x="0" y="4094960"/>
          <a:ext cx="6666833" cy="4032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3858800"/>
          <a:ext cx="4666783" cy="47232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en-US" sz="1600" b="0" kern="1200" dirty="0"/>
            <a:t>Permission management and admin features</a:t>
          </a:r>
        </a:p>
      </dsp:txBody>
      <dsp:txXfrm>
        <a:off x="356398" y="3881857"/>
        <a:ext cx="4620669" cy="42620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424400"/>
          <a:ext cx="6666833" cy="6048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70160"/>
          <a:ext cx="4666783" cy="70848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Teams</a:t>
          </a:r>
          <a:endParaRPr lang="en-US" sz="2400" kern="1200" dirty="0"/>
        </a:p>
      </dsp:txBody>
      <dsp:txXfrm>
        <a:off x="367926" y="104745"/>
        <a:ext cx="4597613" cy="639310"/>
      </dsp:txXfrm>
    </dsp:sp>
    <dsp:sp modelId="{714043A1-0692-490B-8FA7-0EB7D7429743}">
      <dsp:nvSpPr>
        <dsp:cNvPr id="0" name=""/>
        <dsp:cNvSpPr/>
      </dsp:nvSpPr>
      <dsp:spPr>
        <a:xfrm>
          <a:off x="0" y="1513040"/>
          <a:ext cx="6666833" cy="6048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158800"/>
          <a:ext cx="4666783" cy="70848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Github</a:t>
          </a:r>
          <a:endParaRPr lang="en-US" sz="2400" kern="1200" dirty="0"/>
        </a:p>
      </dsp:txBody>
      <dsp:txXfrm>
        <a:off x="367926" y="1193385"/>
        <a:ext cx="4597613" cy="639310"/>
      </dsp:txXfrm>
    </dsp:sp>
    <dsp:sp modelId="{74625971-222A-4497-8CAE-AEF7556CEA36}">
      <dsp:nvSpPr>
        <dsp:cNvPr id="0" name=""/>
        <dsp:cNvSpPr/>
      </dsp:nvSpPr>
      <dsp:spPr>
        <a:xfrm>
          <a:off x="0" y="2601680"/>
          <a:ext cx="6666833" cy="6048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247440"/>
          <a:ext cx="4666783" cy="70848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Visual</a:t>
          </a:r>
          <a:r>
            <a:rPr lang="hu-HU" sz="2400" kern="1200" baseline="0" dirty="0"/>
            <a:t> </a:t>
          </a:r>
          <a:r>
            <a:rPr lang="hu-HU" sz="2400" kern="1200" baseline="0" dirty="0" err="1"/>
            <a:t>Studio</a:t>
          </a:r>
          <a:r>
            <a:rPr lang="hu-HU" sz="2400" kern="1200" baseline="0" dirty="0"/>
            <a:t> </a:t>
          </a:r>
          <a:r>
            <a:rPr lang="hu-HU" sz="2400" kern="1200" baseline="0" dirty="0" err="1"/>
            <a:t>Code</a:t>
          </a:r>
          <a:endParaRPr lang="en-US" sz="2400" kern="1200" dirty="0"/>
        </a:p>
      </dsp:txBody>
      <dsp:txXfrm>
        <a:off x="367926" y="2282025"/>
        <a:ext cx="4597613" cy="639310"/>
      </dsp:txXfrm>
    </dsp:sp>
    <dsp:sp modelId="{00C1891F-0781-44ED-93C0-78FAE83B02F1}">
      <dsp:nvSpPr>
        <dsp:cNvPr id="0" name=""/>
        <dsp:cNvSpPr/>
      </dsp:nvSpPr>
      <dsp:spPr>
        <a:xfrm>
          <a:off x="0" y="3690319"/>
          <a:ext cx="6666833" cy="6048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336080"/>
          <a:ext cx="4666783" cy="70848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Discord</a:t>
          </a:r>
          <a:endParaRPr lang="en-US" sz="2400" kern="1200" dirty="0"/>
        </a:p>
      </dsp:txBody>
      <dsp:txXfrm>
        <a:off x="367926" y="3370665"/>
        <a:ext cx="4597613" cy="639310"/>
      </dsp:txXfrm>
    </dsp:sp>
    <dsp:sp modelId="{C9A4A968-1E08-4854-B136-9680E32934A6}">
      <dsp:nvSpPr>
        <dsp:cNvPr id="0" name=""/>
        <dsp:cNvSpPr/>
      </dsp:nvSpPr>
      <dsp:spPr>
        <a:xfrm>
          <a:off x="0" y="4778959"/>
          <a:ext cx="6666833" cy="6048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4424719"/>
          <a:ext cx="4666783" cy="70848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PowerPoint, Word </a:t>
          </a:r>
          <a:endParaRPr lang="en-US" sz="2400" kern="1200" dirty="0"/>
        </a:p>
      </dsp:txBody>
      <dsp:txXfrm>
        <a:off x="367926" y="4459304"/>
        <a:ext cx="4597613" cy="63931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2CF05C-6A8D-4EC1-96B6-AD0354E1F059}">
      <dsp:nvSpPr>
        <dsp:cNvPr id="0" name=""/>
        <dsp:cNvSpPr/>
      </dsp:nvSpPr>
      <dsp:spPr>
        <a:xfrm>
          <a:off x="0" y="2663"/>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0AC314-6C03-4F1B-AD41-225908DC57F0}">
      <dsp:nvSpPr>
        <dsp:cNvPr id="0" name=""/>
        <dsp:cNvSpPr/>
      </dsp:nvSpPr>
      <dsp:spPr>
        <a:xfrm>
          <a:off x="0" y="2663"/>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Makettek listázása, szűrése, átlagértékelés</a:t>
          </a:r>
          <a:endParaRPr lang="en-US" sz="2900" kern="1200"/>
        </a:p>
      </dsp:txBody>
      <dsp:txXfrm>
        <a:off x="0" y="2663"/>
        <a:ext cx="6666833" cy="908098"/>
      </dsp:txXfrm>
    </dsp:sp>
    <dsp:sp modelId="{6DE9E33F-F3F2-437B-B7E5-DF90695AC6D8}">
      <dsp:nvSpPr>
        <dsp:cNvPr id="0" name=""/>
        <dsp:cNvSpPr/>
      </dsp:nvSpPr>
      <dsp:spPr>
        <a:xfrm>
          <a:off x="0" y="910762"/>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AE35576-B49B-4398-BBCA-1DD160469F83}">
      <dsp:nvSpPr>
        <dsp:cNvPr id="0" name=""/>
        <dsp:cNvSpPr/>
      </dsp:nvSpPr>
      <dsp:spPr>
        <a:xfrm>
          <a:off x="0" y="910762"/>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Vélemények CRUD</a:t>
          </a:r>
          <a:endParaRPr lang="en-US" sz="2900" kern="1200"/>
        </a:p>
      </dsp:txBody>
      <dsp:txXfrm>
        <a:off x="0" y="910762"/>
        <a:ext cx="6666833" cy="908098"/>
      </dsp:txXfrm>
    </dsp:sp>
    <dsp:sp modelId="{904A5F32-A414-4951-BBA9-6461E45F0688}">
      <dsp:nvSpPr>
        <dsp:cNvPr id="0" name=""/>
        <dsp:cNvSpPr/>
      </dsp:nvSpPr>
      <dsp:spPr>
        <a:xfrm>
          <a:off x="0" y="181886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CB28EB-E161-4862-BBDC-ED6E2B0D215C}">
      <dsp:nvSpPr>
        <dsp:cNvPr id="0" name=""/>
        <dsp:cNvSpPr/>
      </dsp:nvSpPr>
      <dsp:spPr>
        <a:xfrm>
          <a:off x="0" y="1818861"/>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Kedvencek kezelése</a:t>
          </a:r>
          <a:endParaRPr lang="en-US" sz="2900" kern="1200"/>
        </a:p>
      </dsp:txBody>
      <dsp:txXfrm>
        <a:off x="0" y="1818861"/>
        <a:ext cx="6666833" cy="908098"/>
      </dsp:txXfrm>
    </dsp:sp>
    <dsp:sp modelId="{8D24B6E6-1DE9-4250-A090-BCC314CEBF2E}">
      <dsp:nvSpPr>
        <dsp:cNvPr id="0" name=""/>
        <dsp:cNvSpPr/>
      </dsp:nvSpPr>
      <dsp:spPr>
        <a:xfrm>
          <a:off x="0" y="272696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B955762-06AD-4674-9780-BA9F730DE2E3}">
      <dsp:nvSpPr>
        <dsp:cNvPr id="0" name=""/>
        <dsp:cNvSpPr/>
      </dsp:nvSpPr>
      <dsp:spPr>
        <a:xfrm>
          <a:off x="0" y="2726960"/>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Fórum témák és üzenetek</a:t>
          </a:r>
          <a:endParaRPr lang="en-US" sz="2900" kern="1200"/>
        </a:p>
      </dsp:txBody>
      <dsp:txXfrm>
        <a:off x="0" y="2726960"/>
        <a:ext cx="6666833" cy="908098"/>
      </dsp:txXfrm>
    </dsp:sp>
    <dsp:sp modelId="{80AB0FA2-91E1-455C-9412-F51D6D5F4FC7}">
      <dsp:nvSpPr>
        <dsp:cNvPr id="0" name=""/>
        <dsp:cNvSpPr/>
      </dsp:nvSpPr>
      <dsp:spPr>
        <a:xfrm>
          <a:off x="0" y="3635058"/>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73E2400-1C92-4EA6-AAF0-83F159301BF9}">
      <dsp:nvSpPr>
        <dsp:cNvPr id="0" name=""/>
        <dsp:cNvSpPr/>
      </dsp:nvSpPr>
      <dsp:spPr>
        <a:xfrm>
          <a:off x="0" y="3635058"/>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Profil frissítés és képfeltöltés</a:t>
          </a:r>
          <a:endParaRPr lang="en-US" sz="2900" kern="1200"/>
        </a:p>
      </dsp:txBody>
      <dsp:txXfrm>
        <a:off x="0" y="3635058"/>
        <a:ext cx="6666833" cy="908098"/>
      </dsp:txXfrm>
    </dsp:sp>
    <dsp:sp modelId="{1AACD170-27A5-4F5A-AA01-A3B70DFEE383}">
      <dsp:nvSpPr>
        <dsp:cNvPr id="0" name=""/>
        <dsp:cNvSpPr/>
      </dsp:nvSpPr>
      <dsp:spPr>
        <a:xfrm>
          <a:off x="0" y="4543157"/>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69E382-CC17-4151-A13A-797B37D77F9C}">
      <dsp:nvSpPr>
        <dsp:cNvPr id="0" name=""/>
        <dsp:cNvSpPr/>
      </dsp:nvSpPr>
      <dsp:spPr>
        <a:xfrm>
          <a:off x="0" y="4543157"/>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Admin jóváhagyás és felhasználókezelés</a:t>
          </a:r>
          <a:endParaRPr lang="en-US" sz="2900" kern="1200"/>
        </a:p>
      </dsp:txBody>
      <dsp:txXfrm>
        <a:off x="0" y="4543157"/>
        <a:ext cx="6666833" cy="90809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8BB082-E05F-4DD6-802B-B30E68F7425F}">
      <dsp:nvSpPr>
        <dsp:cNvPr id="0" name=""/>
        <dsp:cNvSpPr/>
      </dsp:nvSpPr>
      <dsp:spPr>
        <a:xfrm>
          <a:off x="0" y="665"/>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D227D38-6802-4243-B67D-2FF4C9842243}">
      <dsp:nvSpPr>
        <dsp:cNvPr id="0" name=""/>
        <dsp:cNvSpPr/>
      </dsp:nvSpPr>
      <dsp:spPr>
        <a:xfrm>
          <a:off x="0" y="665"/>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Profil szerkesztése, profilkép</a:t>
          </a:r>
          <a:endParaRPr lang="en-US" sz="4000" kern="1200"/>
        </a:p>
      </dsp:txBody>
      <dsp:txXfrm>
        <a:off x="0" y="665"/>
        <a:ext cx="6666833" cy="1090517"/>
      </dsp:txXfrm>
    </dsp:sp>
    <dsp:sp modelId="{AD69286C-1F4A-44FD-832A-8CAE54E16A81}">
      <dsp:nvSpPr>
        <dsp:cNvPr id="0" name=""/>
        <dsp:cNvSpPr/>
      </dsp:nvSpPr>
      <dsp:spPr>
        <a:xfrm>
          <a:off x="0" y="1091183"/>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E5817CD-E099-4329-A6F8-F7C8CC730CBA}">
      <dsp:nvSpPr>
        <dsp:cNvPr id="0" name=""/>
        <dsp:cNvSpPr/>
      </dsp:nvSpPr>
      <dsp:spPr>
        <a:xfrm>
          <a:off x="0" y="1091183"/>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Fórum témák és hozzászólások</a:t>
          </a:r>
          <a:endParaRPr lang="en-US" sz="4000" kern="1200"/>
        </a:p>
      </dsp:txBody>
      <dsp:txXfrm>
        <a:off x="0" y="1091183"/>
        <a:ext cx="6666833" cy="1090517"/>
      </dsp:txXfrm>
    </dsp:sp>
    <dsp:sp modelId="{7A4F1D6A-DBB4-4A0E-AF58-E2094CBD1767}">
      <dsp:nvSpPr>
        <dsp:cNvPr id="0" name=""/>
        <dsp:cNvSpPr/>
      </dsp:nvSpPr>
      <dsp:spPr>
        <a:xfrm>
          <a:off x="0" y="218170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73CA87A-4662-44FD-92C7-C2D33632BC95}">
      <dsp:nvSpPr>
        <dsp:cNvPr id="0" name=""/>
        <dsp:cNvSpPr/>
      </dsp:nvSpPr>
      <dsp:spPr>
        <a:xfrm>
          <a:off x="0" y="2181701"/>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Építési napló blokkokkal</a:t>
          </a:r>
          <a:endParaRPr lang="en-US" sz="4000" kern="1200"/>
        </a:p>
      </dsp:txBody>
      <dsp:txXfrm>
        <a:off x="0" y="2181701"/>
        <a:ext cx="6666833" cy="1090517"/>
      </dsp:txXfrm>
    </dsp:sp>
    <dsp:sp modelId="{CBC45202-012C-488D-BD27-B8C48B968BF3}">
      <dsp:nvSpPr>
        <dsp:cNvPr id="0" name=""/>
        <dsp:cNvSpPr/>
      </dsp:nvSpPr>
      <dsp:spPr>
        <a:xfrm>
          <a:off x="0" y="3272218"/>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DF14122-D800-4CA2-B646-1ADD05704D68}">
      <dsp:nvSpPr>
        <dsp:cNvPr id="0" name=""/>
        <dsp:cNvSpPr/>
      </dsp:nvSpPr>
      <dsp:spPr>
        <a:xfrm>
          <a:off x="0" y="3272218"/>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AI chat widget</a:t>
          </a:r>
          <a:endParaRPr lang="en-US" sz="4000" kern="1200"/>
        </a:p>
      </dsp:txBody>
      <dsp:txXfrm>
        <a:off x="0" y="3272218"/>
        <a:ext cx="6666833" cy="1090517"/>
      </dsp:txXfrm>
    </dsp:sp>
    <dsp:sp modelId="{66BA995A-CE44-47CB-A678-E0717990EE34}">
      <dsp:nvSpPr>
        <dsp:cNvPr id="0" name=""/>
        <dsp:cNvSpPr/>
      </dsp:nvSpPr>
      <dsp:spPr>
        <a:xfrm>
          <a:off x="0" y="4362736"/>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91F7DE8-1232-4D9D-B51C-24E9220C73A6}">
      <dsp:nvSpPr>
        <dsp:cNvPr id="0" name=""/>
        <dsp:cNvSpPr/>
      </dsp:nvSpPr>
      <dsp:spPr>
        <a:xfrm>
          <a:off x="0" y="4362736"/>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Szerepkörfüggő felület</a:t>
          </a:r>
          <a:endParaRPr lang="en-US" sz="4000" kern="1200"/>
        </a:p>
      </dsp:txBody>
      <dsp:txXfrm>
        <a:off x="0" y="4362736"/>
        <a:ext cx="6666833" cy="109051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BA9323-3618-416D-ABBD-67EE8838CA3D}">
      <dsp:nvSpPr>
        <dsp:cNvPr id="0" name=""/>
        <dsp:cNvSpPr/>
      </dsp:nvSpPr>
      <dsp:spPr>
        <a:xfrm>
          <a:off x="0"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Sötét, modern megjelenés</a:t>
          </a:r>
          <a:endParaRPr lang="en-US" sz="3900" kern="1200"/>
        </a:p>
      </dsp:txBody>
      <dsp:txXfrm>
        <a:off x="0" y="39687"/>
        <a:ext cx="3286125" cy="1971675"/>
      </dsp:txXfrm>
    </dsp:sp>
    <dsp:sp modelId="{E1B1A7AA-03F6-4432-85D7-B5BCB544E991}">
      <dsp:nvSpPr>
        <dsp:cNvPr id="0" name=""/>
        <dsp:cNvSpPr/>
      </dsp:nvSpPr>
      <dsp:spPr>
        <a:xfrm>
          <a:off x="3614737"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CSS változók</a:t>
          </a:r>
          <a:endParaRPr lang="en-US" sz="3900" kern="1200"/>
        </a:p>
      </dsp:txBody>
      <dsp:txXfrm>
        <a:off x="3614737" y="39687"/>
        <a:ext cx="3286125" cy="1971675"/>
      </dsp:txXfrm>
    </dsp:sp>
    <dsp:sp modelId="{827B3190-8E14-4643-9018-E819245F7834}">
      <dsp:nvSpPr>
        <dsp:cNvPr id="0" name=""/>
        <dsp:cNvSpPr/>
      </dsp:nvSpPr>
      <dsp:spPr>
        <a:xfrm>
          <a:off x="7229475"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Card alapú layout</a:t>
          </a:r>
          <a:endParaRPr lang="en-US" sz="3900" kern="1200"/>
        </a:p>
      </dsp:txBody>
      <dsp:txXfrm>
        <a:off x="7229475" y="39687"/>
        <a:ext cx="3286125" cy="1971675"/>
      </dsp:txXfrm>
    </dsp:sp>
    <dsp:sp modelId="{8D195DF9-60E1-4771-A97D-85C02D8592EB}">
      <dsp:nvSpPr>
        <dsp:cNvPr id="0" name=""/>
        <dsp:cNvSpPr/>
      </dsp:nvSpPr>
      <dsp:spPr>
        <a:xfrm>
          <a:off x="1807368"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Hover effektek, státusz-pill-ek</a:t>
          </a:r>
          <a:endParaRPr lang="en-US" sz="3900" kern="1200"/>
        </a:p>
      </dsp:txBody>
      <dsp:txXfrm>
        <a:off x="1807368" y="2339975"/>
        <a:ext cx="3286125" cy="1971675"/>
      </dsp:txXfrm>
    </dsp:sp>
    <dsp:sp modelId="{8A178E18-DE92-4D64-AEAA-4D4879290C47}">
      <dsp:nvSpPr>
        <dsp:cNvPr id="0" name=""/>
        <dsp:cNvSpPr/>
      </dsp:nvSpPr>
      <dsp:spPr>
        <a:xfrm>
          <a:off x="5422106"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Mobil nézet támogatása</a:t>
          </a:r>
          <a:endParaRPr lang="en-US" sz="3900" kern="1200"/>
        </a:p>
      </dsp:txBody>
      <dsp:txXfrm>
        <a:off x="5422106" y="2339975"/>
        <a:ext cx="3286125" cy="197167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D7619F-E0AE-4911-84D0-797144573F34}">
      <dsp:nvSpPr>
        <dsp:cNvPr id="0" name=""/>
        <dsp:cNvSpPr/>
      </dsp:nvSpPr>
      <dsp:spPr>
        <a:xfrm>
          <a:off x="3080" y="587032"/>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Teljes full-stack rendszer</a:t>
          </a:r>
          <a:endParaRPr lang="en-US" sz="2900" kern="1200"/>
        </a:p>
      </dsp:txBody>
      <dsp:txXfrm>
        <a:off x="3080" y="587032"/>
        <a:ext cx="2444055" cy="1466433"/>
      </dsp:txXfrm>
    </dsp:sp>
    <dsp:sp modelId="{A4D58D6C-8A38-4D4D-AFCB-0C1289ACBF64}">
      <dsp:nvSpPr>
        <dsp:cNvPr id="0" name=""/>
        <dsp:cNvSpPr/>
      </dsp:nvSpPr>
      <dsp:spPr>
        <a:xfrm>
          <a:off x="2691541" y="587032"/>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Valós közösségi funkciók</a:t>
          </a:r>
          <a:endParaRPr lang="en-US" sz="2900" kern="1200"/>
        </a:p>
      </dsp:txBody>
      <dsp:txXfrm>
        <a:off x="2691541" y="587032"/>
        <a:ext cx="2444055" cy="1466433"/>
      </dsp:txXfrm>
    </dsp:sp>
    <dsp:sp modelId="{B64420B2-49D5-41AA-B11E-40A8B480A401}">
      <dsp:nvSpPr>
        <dsp:cNvPr id="0" name=""/>
        <dsp:cNvSpPr/>
      </dsp:nvSpPr>
      <dsp:spPr>
        <a:xfrm>
          <a:off x="5380002" y="587032"/>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Biztonságos és bővíthető felépítés</a:t>
          </a:r>
          <a:endParaRPr lang="en-US" sz="2900" kern="1200"/>
        </a:p>
      </dsp:txBody>
      <dsp:txXfrm>
        <a:off x="5380002" y="587032"/>
        <a:ext cx="2444055" cy="1466433"/>
      </dsp:txXfrm>
    </dsp:sp>
    <dsp:sp modelId="{01629716-0988-496A-90A5-6ACE1684B104}">
      <dsp:nvSpPr>
        <dsp:cNvPr id="0" name=""/>
        <dsp:cNvSpPr/>
      </dsp:nvSpPr>
      <dsp:spPr>
        <a:xfrm>
          <a:off x="8068463" y="587032"/>
          <a:ext cx="2444055" cy="146643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Jövőbeli lehetőségek:</a:t>
          </a:r>
          <a:endParaRPr lang="en-US" sz="2900" kern="1200"/>
        </a:p>
      </dsp:txBody>
      <dsp:txXfrm>
        <a:off x="8068463" y="587032"/>
        <a:ext cx="2444055" cy="1466433"/>
      </dsp:txXfrm>
    </dsp:sp>
    <dsp:sp modelId="{3D86CB13-53DD-4B2E-BD8B-F1C6BCEF5138}">
      <dsp:nvSpPr>
        <dsp:cNvPr id="0" name=""/>
        <dsp:cNvSpPr/>
      </dsp:nvSpPr>
      <dsp:spPr>
        <a:xfrm>
          <a:off x="3080" y="2297871"/>
          <a:ext cx="2444055" cy="1466433"/>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még jobb keresés</a:t>
          </a:r>
          <a:endParaRPr lang="en-US" sz="2900" kern="1200"/>
        </a:p>
      </dsp:txBody>
      <dsp:txXfrm>
        <a:off x="3080" y="2297871"/>
        <a:ext cx="2444055" cy="1466433"/>
      </dsp:txXfrm>
    </dsp:sp>
    <dsp:sp modelId="{B27C0AFC-D5E1-40AC-A6EE-9BEE72D7E8A9}">
      <dsp:nvSpPr>
        <dsp:cNvPr id="0" name=""/>
        <dsp:cNvSpPr/>
      </dsp:nvSpPr>
      <dsp:spPr>
        <a:xfrm>
          <a:off x="2691541" y="2297871"/>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több admin statisztika</a:t>
          </a:r>
          <a:endParaRPr lang="en-US" sz="2900" kern="1200"/>
        </a:p>
      </dsp:txBody>
      <dsp:txXfrm>
        <a:off x="2691541" y="2297871"/>
        <a:ext cx="2444055" cy="1466433"/>
      </dsp:txXfrm>
    </dsp:sp>
    <dsp:sp modelId="{19194100-9AD8-4931-B58B-8CD85B53308C}">
      <dsp:nvSpPr>
        <dsp:cNvPr id="0" name=""/>
        <dsp:cNvSpPr/>
      </dsp:nvSpPr>
      <dsp:spPr>
        <a:xfrm>
          <a:off x="5380002" y="2297871"/>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fejlettebb AI</a:t>
          </a:r>
          <a:endParaRPr lang="en-US" sz="2900" kern="1200"/>
        </a:p>
      </dsp:txBody>
      <dsp:txXfrm>
        <a:off x="5380002" y="2297871"/>
        <a:ext cx="2444055" cy="1466433"/>
      </dsp:txXfrm>
    </dsp:sp>
    <dsp:sp modelId="{4AA23C1D-AF61-413B-8231-886F356C5A41}">
      <dsp:nvSpPr>
        <dsp:cNvPr id="0" name=""/>
        <dsp:cNvSpPr/>
      </dsp:nvSpPr>
      <dsp:spPr>
        <a:xfrm>
          <a:off x="8068463" y="2297871"/>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kényelmesebb mobil használat</a:t>
          </a:r>
          <a:endParaRPr lang="en-US" sz="2900" kern="1200"/>
        </a:p>
      </dsp:txBody>
      <dsp:txXfrm>
        <a:off x="8068463" y="2297871"/>
        <a:ext cx="2444055" cy="146643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átum hely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4F195F-7F2C-40F3-B247-AEA4312FB65B}" type="datetimeFigureOut">
              <a:rPr lang="hu-HU" smtClean="0"/>
              <a:t>2026. 04. 22.</a:t>
            </a:fld>
            <a:endParaRPr lang="hu-HU"/>
          </a:p>
        </p:txBody>
      </p:sp>
      <p:sp>
        <p:nvSpPr>
          <p:cNvPr id="4" name="Diakép hely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Jegyzetek hely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Élőláb hely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Dia számának hely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B2AB52-DE3E-44E0-AFFD-20264D143888}" type="slidenum">
              <a:rPr lang="hu-HU" smtClean="0"/>
              <a:t>‹#›</a:t>
            </a:fld>
            <a:endParaRPr lang="hu-HU"/>
          </a:p>
        </p:txBody>
      </p:sp>
    </p:spTree>
    <p:extLst>
      <p:ext uri="{BB962C8B-B14F-4D97-AF65-F5344CB8AC3E}">
        <p14:creationId xmlns:p14="http://schemas.microsoft.com/office/powerpoint/2010/main" val="301544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Hello, my name is Patrik, and I would like to present our project together with my teammates, Hohn Márton and Szabados Bendegúz Henrik.</a:t>
            </a:r>
            <a:r>
              <a:rPr lang="hu-HU" dirty="0"/>
              <a:t> </a:t>
            </a:r>
            <a:r>
              <a:rPr lang="en-US" dirty="0"/>
              <a:t>Our project is called MakettMester, and we created it as a community platform for people interested in scale modeling.</a:t>
            </a:r>
            <a:r>
              <a:rPr lang="hu-HU" dirty="0"/>
              <a:t> </a:t>
            </a:r>
            <a:r>
              <a:rPr lang="en-US" dirty="0"/>
              <a:t>With this application, users can browse models, write reviews, save favorites, use the forum, and track their own build logs.</a:t>
            </a:r>
            <a:r>
              <a:rPr lang="hu-HU" dirty="0"/>
              <a:t> </a:t>
            </a:r>
            <a:r>
              <a:rPr lang="en-US" dirty="0"/>
              <a:t>In this presentation, we will show the frontend, backend, and database of our system.</a:t>
            </a:r>
          </a:p>
        </p:txBody>
      </p:sp>
      <p:sp>
        <p:nvSpPr>
          <p:cNvPr id="4" name="Dia számának helye 3"/>
          <p:cNvSpPr>
            <a:spLocks noGrp="1"/>
          </p:cNvSpPr>
          <p:nvPr>
            <p:ph type="sldNum" sz="quarter" idx="5"/>
          </p:nvPr>
        </p:nvSpPr>
        <p:spPr/>
        <p:txBody>
          <a:bodyPr/>
          <a:lstStyle/>
          <a:p>
            <a:fld id="{C4B2AB52-DE3E-44E0-AFFD-20264D143888}" type="slidenum">
              <a:rPr lang="hu-HU" smtClean="0"/>
              <a:t>1</a:t>
            </a:fld>
            <a:endParaRPr lang="hu-HU"/>
          </a:p>
        </p:txBody>
      </p:sp>
    </p:spTree>
    <p:extLst>
      <p:ext uri="{BB962C8B-B14F-4D97-AF65-F5344CB8AC3E}">
        <p14:creationId xmlns:p14="http://schemas.microsoft.com/office/powerpoint/2010/main" val="151576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C49E6-C83C-2D66-7713-95154B9EC6FA}"/>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74657C0F-C1AB-EE6A-BA62-419C79E82A4A}"/>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D0F341A8-B6DC-632A-669D-2A5E12F17648}"/>
              </a:ext>
            </a:extLst>
          </p:cNvPr>
          <p:cNvSpPr>
            <a:spLocks noGrp="1"/>
          </p:cNvSpPr>
          <p:nvPr>
            <p:ph type="body" idx="1"/>
          </p:nvPr>
        </p:nvSpPr>
        <p:spPr/>
        <p:txBody>
          <a:bodyPr/>
          <a:lstStyle/>
          <a:p>
            <a:r>
              <a:rPr lang="en-US" dirty="0"/>
              <a:t>The main problem was that there is no single platform for scale model enthusiasts where everything is available in one place.</a:t>
            </a:r>
            <a:r>
              <a:rPr lang="hu-HU" dirty="0"/>
              <a:t> </a:t>
            </a:r>
            <a:r>
              <a:rPr lang="en-US" dirty="0"/>
              <a:t>Most existing websites only focus on listing models, and they don’t really support community features. Because of this, it is hard for users to share their experiences or track their own projects.</a:t>
            </a:r>
            <a:r>
              <a:rPr lang="hu-HU" dirty="0"/>
              <a:t> </a:t>
            </a:r>
            <a:r>
              <a:rPr lang="en-US" dirty="0"/>
              <a:t>Our solution was to create one platform that combines all these features. Users can browse models, write reviews, and communicate with others in the forum.</a:t>
            </a:r>
            <a:r>
              <a:rPr lang="hu-HU" dirty="0"/>
              <a:t> </a:t>
            </a:r>
            <a:r>
              <a:rPr lang="en-US" dirty="0"/>
              <a:t>We also added a build log feature, so users can track their own work step by step.</a:t>
            </a:r>
            <a:r>
              <a:rPr lang="hu-HU" dirty="0"/>
              <a:t> </a:t>
            </a:r>
            <a:r>
              <a:rPr lang="en-US" dirty="0"/>
              <a:t>In addition, we created an admin system and used role-based access control, and we made the application modern and responsive.</a:t>
            </a:r>
          </a:p>
        </p:txBody>
      </p:sp>
      <p:sp>
        <p:nvSpPr>
          <p:cNvPr id="4" name="Dia számának helye 3">
            <a:extLst>
              <a:ext uri="{FF2B5EF4-FFF2-40B4-BE49-F238E27FC236}">
                <a16:creationId xmlns:a16="http://schemas.microsoft.com/office/drawing/2014/main" id="{BDF2C884-5103-0818-92B0-BC6EADFEBFC1}"/>
              </a:ext>
            </a:extLst>
          </p:cNvPr>
          <p:cNvSpPr>
            <a:spLocks noGrp="1"/>
          </p:cNvSpPr>
          <p:nvPr>
            <p:ph type="sldNum" sz="quarter" idx="5"/>
          </p:nvPr>
        </p:nvSpPr>
        <p:spPr/>
        <p:txBody>
          <a:bodyPr/>
          <a:lstStyle/>
          <a:p>
            <a:fld id="{C4B2AB52-DE3E-44E0-AFFD-20264D143888}" type="slidenum">
              <a:rPr lang="hu-HU" smtClean="0"/>
              <a:t>2</a:t>
            </a:fld>
            <a:endParaRPr lang="hu-HU"/>
          </a:p>
        </p:txBody>
      </p:sp>
    </p:spTree>
    <p:extLst>
      <p:ext uri="{BB962C8B-B14F-4D97-AF65-F5344CB8AC3E}">
        <p14:creationId xmlns:p14="http://schemas.microsoft.com/office/powerpoint/2010/main" val="3749620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“The goal of the project was to create a unified platform where people interested in scale modeling can not only browse content but also actively participate in the community. It was important for us to allow users to submit their own models, write reviews, start forum topics, and for the system to handle different permission levels. In addition, we aimed to make the application modern and responsive.”</a:t>
            </a:r>
          </a:p>
        </p:txBody>
      </p:sp>
      <p:sp>
        <p:nvSpPr>
          <p:cNvPr id="4" name="Dia számának helye 3"/>
          <p:cNvSpPr>
            <a:spLocks noGrp="1"/>
          </p:cNvSpPr>
          <p:nvPr>
            <p:ph type="sldNum" sz="quarter" idx="5"/>
          </p:nvPr>
        </p:nvSpPr>
        <p:spPr/>
        <p:txBody>
          <a:bodyPr/>
          <a:lstStyle/>
          <a:p>
            <a:fld id="{C4B2AB52-DE3E-44E0-AFFD-20264D143888}" type="slidenum">
              <a:rPr lang="hu-HU" smtClean="0"/>
              <a:t>3</a:t>
            </a:fld>
            <a:endParaRPr lang="hu-HU"/>
          </a:p>
        </p:txBody>
      </p:sp>
    </p:spTree>
    <p:extLst>
      <p:ext uri="{BB962C8B-B14F-4D97-AF65-F5344CB8AC3E}">
        <p14:creationId xmlns:p14="http://schemas.microsoft.com/office/powerpoint/2010/main" val="3081590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We used several tools during the development of our project. For communication and teamwork, we relied on Microsoft Teams and Discord. Version control and collaboration were managed through GitHub. The development itself was done in Visual Studio Code, which provided a flexible and efficient coding environment. For documentation and presentation, we used PowerPoint and Word. These tools together helped us work efficiently as a team and keep the project well organized.</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4</a:t>
            </a:fld>
            <a:endParaRPr lang="hu-HU"/>
          </a:p>
        </p:txBody>
      </p:sp>
    </p:spTree>
    <p:extLst>
      <p:ext uri="{BB962C8B-B14F-4D97-AF65-F5344CB8AC3E}">
        <p14:creationId xmlns:p14="http://schemas.microsoft.com/office/powerpoint/2010/main" val="11998976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“The system consists of three main parts. The frontend was built in React, structured into components. The backend is a Node.js and Express-based REST API that handles requests, business logic, and communication with the database. The data is stored in a MySQL database. The frontend and backend communicate with each other through JSON-based HTTP requests. User authentication is managed using JWT tokens.”</a:t>
            </a:r>
          </a:p>
        </p:txBody>
      </p:sp>
      <p:sp>
        <p:nvSpPr>
          <p:cNvPr id="4" name="Dia számának helye 3"/>
          <p:cNvSpPr>
            <a:spLocks noGrp="1"/>
          </p:cNvSpPr>
          <p:nvPr>
            <p:ph type="sldNum" sz="quarter" idx="5"/>
          </p:nvPr>
        </p:nvSpPr>
        <p:spPr/>
        <p:txBody>
          <a:bodyPr/>
          <a:lstStyle/>
          <a:p>
            <a:fld id="{C4B2AB52-DE3E-44E0-AFFD-20264D143888}" type="slidenum">
              <a:rPr lang="hu-HU" smtClean="0"/>
              <a:t>5</a:t>
            </a:fld>
            <a:endParaRPr lang="hu-HU"/>
          </a:p>
        </p:txBody>
      </p:sp>
    </p:spTree>
    <p:extLst>
      <p:ext uri="{BB962C8B-B14F-4D97-AF65-F5344CB8AC3E}">
        <p14:creationId xmlns:p14="http://schemas.microsoft.com/office/powerpoint/2010/main" val="5891873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relációs szemlélettel terveztük meg. Törekedtünk arra, hogy minden nagyobb funkció külön táblát kapjon, így átláthatóbb és könnyebben kezelhető lett a szerkezet. A táblák között elsődleges és idegen kulcsos kapcsolatokat hoztunk létre. Több helyen ON DELETE CASCADE megoldást használunk, mert így a kapcsolódó rekordok automatikusan törlődnek, ha a szülő rekord megszűnik</a:t>
            </a:r>
          </a:p>
        </p:txBody>
      </p:sp>
      <p:sp>
        <p:nvSpPr>
          <p:cNvPr id="4" name="Dia számának helye 3"/>
          <p:cNvSpPr>
            <a:spLocks noGrp="1"/>
          </p:cNvSpPr>
          <p:nvPr>
            <p:ph type="sldNum" sz="quarter" idx="5"/>
          </p:nvPr>
        </p:nvSpPr>
        <p:spPr/>
        <p:txBody>
          <a:bodyPr/>
          <a:lstStyle/>
          <a:p>
            <a:fld id="{C4B2AB52-DE3E-44E0-AFFD-20264D143888}" type="slidenum">
              <a:rPr lang="hu-HU" smtClean="0"/>
              <a:t>6</a:t>
            </a:fld>
            <a:endParaRPr lang="hu-HU"/>
          </a:p>
        </p:txBody>
      </p:sp>
    </p:spTree>
    <p:extLst>
      <p:ext uri="{BB962C8B-B14F-4D97-AF65-F5344CB8AC3E}">
        <p14:creationId xmlns:p14="http://schemas.microsoft.com/office/powerpoint/2010/main" val="36789833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legfontosabb táblák a felhasználók, a makettek és a vélemények táblái. Emellett külön táblát kapott a kedvencek funkció, a fórum témái és hozzászólásai, az építési napló, valamint az építési tippek naplója és annak blokkjai. Van külön üzenetek tábla a kapcsolatfelvételhez, illetve aktivitásnapló is, amely az </a:t>
            </a:r>
            <a:r>
              <a:rPr lang="hu-HU" dirty="0" err="1"/>
              <a:t>admin</a:t>
            </a:r>
            <a:r>
              <a:rPr lang="hu-HU" dirty="0"/>
              <a:t> műveletek és más események követését segíti.</a:t>
            </a:r>
          </a:p>
        </p:txBody>
      </p:sp>
      <p:sp>
        <p:nvSpPr>
          <p:cNvPr id="4" name="Dia számának helye 3"/>
          <p:cNvSpPr>
            <a:spLocks noGrp="1"/>
          </p:cNvSpPr>
          <p:nvPr>
            <p:ph type="sldNum" sz="quarter" idx="5"/>
          </p:nvPr>
        </p:nvSpPr>
        <p:spPr/>
        <p:txBody>
          <a:bodyPr/>
          <a:lstStyle/>
          <a:p>
            <a:fld id="{C4B2AB52-DE3E-44E0-AFFD-20264D143888}" type="slidenum">
              <a:rPr lang="hu-HU" smtClean="0"/>
              <a:t>7</a:t>
            </a:fld>
            <a:endParaRPr lang="hu-HU"/>
          </a:p>
        </p:txBody>
      </p:sp>
    </p:spTree>
    <p:extLst>
      <p:ext uri="{BB962C8B-B14F-4D97-AF65-F5344CB8AC3E}">
        <p14:creationId xmlns:p14="http://schemas.microsoft.com/office/powerpoint/2010/main" val="42608141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azért terveztük így, mert szerettük volna elkerülni az adatismétlést, és különválasztani a funkciókat. Így a rendszer később is könnyebben bővíthető marad. Például a fórum, a kedvencek vagy az építési tippek külön táblákat kaptak, mert ezek önálló funkcionális egységek. Az állapotkezelés és a szerepköralapú működés miatt is előnyös volt a részletesebb adatmodell.</a:t>
            </a:r>
          </a:p>
        </p:txBody>
      </p:sp>
      <p:sp>
        <p:nvSpPr>
          <p:cNvPr id="4" name="Dia számának helye 3"/>
          <p:cNvSpPr>
            <a:spLocks noGrp="1"/>
          </p:cNvSpPr>
          <p:nvPr>
            <p:ph type="sldNum" sz="quarter" idx="5"/>
          </p:nvPr>
        </p:nvSpPr>
        <p:spPr/>
        <p:txBody>
          <a:bodyPr/>
          <a:lstStyle/>
          <a:p>
            <a:fld id="{C4B2AB52-DE3E-44E0-AFFD-20264D143888}" type="slidenum">
              <a:rPr lang="hu-HU" smtClean="0"/>
              <a:t>8</a:t>
            </a:fld>
            <a:endParaRPr lang="hu-HU"/>
          </a:p>
        </p:txBody>
      </p:sp>
    </p:spTree>
    <p:extLst>
      <p:ext uri="{BB962C8B-B14F-4D97-AF65-F5344CB8AC3E}">
        <p14:creationId xmlns:p14="http://schemas.microsoft.com/office/powerpoint/2010/main" val="40537972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Expressre épül. A </a:t>
            </a:r>
            <a:r>
              <a:rPr lang="hu-HU" dirty="0" err="1"/>
              <a:t>route-okat</a:t>
            </a:r>
            <a:r>
              <a:rPr lang="hu-HU" dirty="0"/>
              <a:t> külön </a:t>
            </a:r>
            <a:r>
              <a:rPr lang="hu-HU" dirty="0" err="1"/>
              <a:t>fájlakba</a:t>
            </a:r>
            <a:r>
              <a:rPr lang="hu-HU" dirty="0"/>
              <a:t> szerveztük, például </a:t>
            </a:r>
            <a:r>
              <a:rPr lang="hu-HU" dirty="0" err="1"/>
              <a:t>auth</a:t>
            </a:r>
            <a:r>
              <a:rPr lang="hu-HU" dirty="0"/>
              <a:t>, makettek, fórum, </a:t>
            </a:r>
            <a:r>
              <a:rPr lang="hu-HU" dirty="0" err="1"/>
              <a:t>admin</a:t>
            </a:r>
            <a:r>
              <a:rPr lang="hu-HU" dirty="0"/>
              <a:t> és AI </a:t>
            </a:r>
            <a:r>
              <a:rPr lang="hu-HU" dirty="0" err="1"/>
              <a:t>route</a:t>
            </a:r>
            <a:r>
              <a:rPr lang="hu-HU" dirty="0"/>
              <a:t>-okba. A közös függvényeket és eszközöket, például az </a:t>
            </a:r>
            <a:r>
              <a:rPr lang="hu-HU" dirty="0" err="1"/>
              <a:t>adatbázislekérdezést</a:t>
            </a:r>
            <a:r>
              <a:rPr lang="hu-HU" dirty="0"/>
              <a:t>, </a:t>
            </a:r>
            <a:r>
              <a:rPr lang="hu-HU" dirty="0" err="1"/>
              <a:t>middleware-eket</a:t>
            </a:r>
            <a:r>
              <a:rPr lang="hu-HU" dirty="0"/>
              <a:t>, a JWT-kezelést, a feltöltést és a naplózást egy közös context objektumon keresztül adjuk át a </a:t>
            </a:r>
            <a:r>
              <a:rPr lang="hu-HU" dirty="0" err="1"/>
              <a:t>route</a:t>
            </a:r>
            <a:r>
              <a:rPr lang="hu-HU" dirty="0"/>
              <a:t>-moduloknak. Ez modulárisabbá és átláthatóbbá teszi a szervert.</a:t>
            </a:r>
          </a:p>
        </p:txBody>
      </p:sp>
      <p:sp>
        <p:nvSpPr>
          <p:cNvPr id="4" name="Dia számának helye 3"/>
          <p:cNvSpPr>
            <a:spLocks noGrp="1"/>
          </p:cNvSpPr>
          <p:nvPr>
            <p:ph type="sldNum" sz="quarter" idx="5"/>
          </p:nvPr>
        </p:nvSpPr>
        <p:spPr/>
        <p:txBody>
          <a:bodyPr/>
          <a:lstStyle/>
          <a:p>
            <a:fld id="{C4B2AB52-DE3E-44E0-AFFD-20264D143888}" type="slidenum">
              <a:rPr lang="hu-HU" smtClean="0"/>
              <a:t>9</a:t>
            </a:fld>
            <a:endParaRPr lang="hu-HU"/>
          </a:p>
        </p:txBody>
      </p:sp>
    </p:spTree>
    <p:extLst>
      <p:ext uri="{BB962C8B-B14F-4D97-AF65-F5344CB8AC3E}">
        <p14:creationId xmlns:p14="http://schemas.microsoft.com/office/powerpoint/2010/main" val="27267137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regisztrációnál a jelszót nem sima szövegként tároljuk, hanem </a:t>
            </a:r>
            <a:r>
              <a:rPr lang="hu-HU" dirty="0" err="1"/>
              <a:t>bcrypt</a:t>
            </a:r>
            <a:r>
              <a:rPr lang="hu-HU" dirty="0"/>
              <a:t> segítségével </a:t>
            </a:r>
            <a:r>
              <a:rPr lang="hu-HU" dirty="0" err="1"/>
              <a:t>hash-eljük</a:t>
            </a:r>
            <a:r>
              <a:rPr lang="hu-HU" dirty="0"/>
              <a:t>. Bejelentkezéskor a rendszer JWT </a:t>
            </a:r>
            <a:r>
              <a:rPr lang="hu-HU" dirty="0" err="1"/>
              <a:t>tokent</a:t>
            </a:r>
            <a:r>
              <a:rPr lang="hu-HU" dirty="0"/>
              <a:t> generál, amit a frontend eltárol, és minden védett kérésnél elküld. Az </a:t>
            </a:r>
            <a:r>
              <a:rPr lang="hu-HU" dirty="0" err="1"/>
              <a:t>authMiddleware</a:t>
            </a:r>
            <a:r>
              <a:rPr lang="hu-HU" dirty="0"/>
              <a:t> ellenőrzi a </a:t>
            </a:r>
            <a:r>
              <a:rPr lang="hu-HU" dirty="0" err="1"/>
              <a:t>token</a:t>
            </a:r>
            <a:r>
              <a:rPr lang="hu-HU" dirty="0"/>
              <a:t> érvényességét és betölti a felhasználó aktuális adatait az adatbázisból. Az </a:t>
            </a:r>
            <a:r>
              <a:rPr lang="hu-HU" dirty="0" err="1"/>
              <a:t>adminMiddleware</a:t>
            </a:r>
            <a:r>
              <a:rPr lang="hu-HU" dirty="0"/>
              <a:t> csak </a:t>
            </a:r>
            <a:r>
              <a:rPr lang="hu-HU" dirty="0" err="1"/>
              <a:t>admin</a:t>
            </a:r>
            <a:r>
              <a:rPr lang="hu-HU" dirty="0"/>
              <a:t> szerepkörnél enged tovább. Külön figyeltünk arra is, hogy a tiltott felhasználók ne tudjanak belépni, illetve ideiglenes tiltás esetén automatikus feloldás is történjen a megadott idő után.</a:t>
            </a:r>
          </a:p>
        </p:txBody>
      </p:sp>
      <p:sp>
        <p:nvSpPr>
          <p:cNvPr id="4" name="Dia számának helye 3"/>
          <p:cNvSpPr>
            <a:spLocks noGrp="1"/>
          </p:cNvSpPr>
          <p:nvPr>
            <p:ph type="sldNum" sz="quarter" idx="5"/>
          </p:nvPr>
        </p:nvSpPr>
        <p:spPr/>
        <p:txBody>
          <a:bodyPr/>
          <a:lstStyle/>
          <a:p>
            <a:fld id="{C4B2AB52-DE3E-44E0-AFFD-20264D143888}" type="slidenum">
              <a:rPr lang="hu-HU" smtClean="0"/>
              <a:t>10</a:t>
            </a:fld>
            <a:endParaRPr lang="hu-HU"/>
          </a:p>
        </p:txBody>
      </p:sp>
    </p:spTree>
    <p:extLst>
      <p:ext uri="{BB962C8B-B14F-4D97-AF65-F5344CB8AC3E}">
        <p14:creationId xmlns:p14="http://schemas.microsoft.com/office/powerpoint/2010/main" val="4499654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egyik legfontosabb feladata az API biztosítása. A makettek </a:t>
            </a:r>
            <a:r>
              <a:rPr lang="hu-HU" dirty="0" err="1"/>
              <a:t>route</a:t>
            </a:r>
            <a:r>
              <a:rPr lang="hu-HU" dirty="0"/>
              <a:t> kezeli a listázást, a szűrést, a keresést és az átlagértékelések számolását SQL oldalon. A véleményeknél külön CRUD műveletek vannak. A kedvencek </a:t>
            </a:r>
            <a:r>
              <a:rPr lang="hu-HU" dirty="0" err="1"/>
              <a:t>route</a:t>
            </a:r>
            <a:r>
              <a:rPr lang="hu-HU" dirty="0"/>
              <a:t> a felhasználó saját kedvenceit kezeli. A fórum </a:t>
            </a:r>
            <a:r>
              <a:rPr lang="hu-HU" dirty="0" err="1"/>
              <a:t>route</a:t>
            </a:r>
            <a:r>
              <a:rPr lang="hu-HU" dirty="0"/>
              <a:t> külön témákat és üzeneteket szolgál ki. A profil </a:t>
            </a:r>
            <a:r>
              <a:rPr lang="hu-HU" dirty="0" err="1"/>
              <a:t>route</a:t>
            </a:r>
            <a:r>
              <a:rPr lang="hu-HU" dirty="0"/>
              <a:t> lehetővé teszi a profiladatok és a profilkép módosítását. Az </a:t>
            </a:r>
            <a:r>
              <a:rPr lang="hu-HU" dirty="0" err="1"/>
              <a:t>admin</a:t>
            </a:r>
            <a:r>
              <a:rPr lang="hu-HU" dirty="0"/>
              <a:t> </a:t>
            </a:r>
            <a:r>
              <a:rPr lang="hu-HU" dirty="0" err="1"/>
              <a:t>route</a:t>
            </a:r>
            <a:r>
              <a:rPr lang="hu-HU" dirty="0"/>
              <a:t> pedig a makettek jóváhagyásáért és a felhasználók kezeléséért felel.</a:t>
            </a:r>
          </a:p>
        </p:txBody>
      </p:sp>
      <p:sp>
        <p:nvSpPr>
          <p:cNvPr id="4" name="Dia számának helye 3"/>
          <p:cNvSpPr>
            <a:spLocks noGrp="1"/>
          </p:cNvSpPr>
          <p:nvPr>
            <p:ph type="sldNum" sz="quarter" idx="5"/>
          </p:nvPr>
        </p:nvSpPr>
        <p:spPr/>
        <p:txBody>
          <a:bodyPr/>
          <a:lstStyle/>
          <a:p>
            <a:fld id="{C4B2AB52-DE3E-44E0-AFFD-20264D143888}" type="slidenum">
              <a:rPr lang="hu-HU" smtClean="0"/>
              <a:t>11</a:t>
            </a:fld>
            <a:endParaRPr lang="hu-HU"/>
          </a:p>
        </p:txBody>
      </p:sp>
    </p:spTree>
    <p:extLst>
      <p:ext uri="{BB962C8B-B14F-4D97-AF65-F5344CB8AC3E}">
        <p14:creationId xmlns:p14="http://schemas.microsoft.com/office/powerpoint/2010/main" val="3153109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Több extra backend funkciót is beépítettünk. A képfeltöltést a </a:t>
            </a:r>
            <a:r>
              <a:rPr lang="hu-HU" dirty="0" err="1"/>
              <a:t>multer</a:t>
            </a:r>
            <a:r>
              <a:rPr lang="hu-HU" dirty="0"/>
              <a:t> kezeli, a statikus fájlokat az </a:t>
            </a:r>
            <a:r>
              <a:rPr lang="hu-HU" dirty="0" err="1"/>
              <a:t>uploads</a:t>
            </a:r>
            <a:r>
              <a:rPr lang="hu-HU" dirty="0"/>
              <a:t> mappából szolgáljuk ki. A CORS beállításokra szükség volt, hogy a frontend biztonságosan elérhesse az API-t. </a:t>
            </a:r>
            <a:r>
              <a:rPr lang="hu-HU" dirty="0" err="1"/>
              <a:t>Rate</a:t>
            </a:r>
            <a:r>
              <a:rPr lang="hu-HU" dirty="0"/>
              <a:t> limitet alkalmaztunk a login és AI végpontokon, hogy csökkentsük a túlterhelés és visszaélés lehetőségét. Az üzenetküldésnél e-mail értesítés is megoldható, ha a környezeti változók be vannak állítva. Emellett aktivitásnaplózást is beépítettünk, valamint külön AI </a:t>
            </a:r>
            <a:r>
              <a:rPr lang="hu-HU" dirty="0" err="1"/>
              <a:t>route-on</a:t>
            </a:r>
            <a:r>
              <a:rPr lang="hu-HU" dirty="0"/>
              <a:t> keresztül </a:t>
            </a:r>
            <a:r>
              <a:rPr lang="hu-HU" dirty="0" err="1"/>
              <a:t>OpenAI</a:t>
            </a:r>
            <a:r>
              <a:rPr lang="hu-HU" dirty="0"/>
              <a:t>-alapú chat funkciót is biztosítunk</a:t>
            </a:r>
          </a:p>
        </p:txBody>
      </p:sp>
      <p:sp>
        <p:nvSpPr>
          <p:cNvPr id="4" name="Dia számának helye 3"/>
          <p:cNvSpPr>
            <a:spLocks noGrp="1"/>
          </p:cNvSpPr>
          <p:nvPr>
            <p:ph type="sldNum" sz="quarter" idx="5"/>
          </p:nvPr>
        </p:nvSpPr>
        <p:spPr/>
        <p:txBody>
          <a:bodyPr/>
          <a:lstStyle/>
          <a:p>
            <a:fld id="{C4B2AB52-DE3E-44E0-AFFD-20264D143888}" type="slidenum">
              <a:rPr lang="hu-HU" smtClean="0"/>
              <a:t>12</a:t>
            </a:fld>
            <a:endParaRPr lang="hu-HU"/>
          </a:p>
        </p:txBody>
      </p:sp>
    </p:spTree>
    <p:extLst>
      <p:ext uri="{BB962C8B-B14F-4D97-AF65-F5344CB8AC3E}">
        <p14:creationId xmlns:p14="http://schemas.microsoft.com/office/powerpoint/2010/main" val="1253310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frontendet </a:t>
            </a:r>
            <a:r>
              <a:rPr lang="hu-HU" dirty="0" err="1"/>
              <a:t>Reactben</a:t>
            </a:r>
            <a:r>
              <a:rPr lang="hu-HU" dirty="0"/>
              <a:t> készítettük el, komponens alapú felépítéssel. Az oldalak, például a Makettek, Profil, Fórum vagy Építési napló külön komponensek, emellett több újrahasznosítható elem is készült, például a makettkártya, a </a:t>
            </a:r>
            <a:r>
              <a:rPr lang="hu-HU" dirty="0" err="1"/>
              <a:t>modál</a:t>
            </a:r>
            <a:r>
              <a:rPr lang="hu-HU" dirty="0"/>
              <a:t> ablak vagy a csillagos értékelő. A globális állapotkezelést a </a:t>
            </a:r>
            <a:r>
              <a:rPr lang="hu-HU" dirty="0" err="1"/>
              <a:t>useAuth</a:t>
            </a:r>
            <a:r>
              <a:rPr lang="hu-HU" dirty="0"/>
              <a:t> és </a:t>
            </a:r>
            <a:r>
              <a:rPr lang="hu-HU" dirty="0" err="1"/>
              <a:t>useAdat</a:t>
            </a:r>
            <a:r>
              <a:rPr lang="hu-HU" dirty="0"/>
              <a:t> context segítségével oldottuk meg. A navigáció reszponzív, mobilon hamburger menü jelenik meg, és a felhasználó szerepkörétől függően más menüpontok jelennek meg.</a:t>
            </a:r>
          </a:p>
        </p:txBody>
      </p:sp>
      <p:sp>
        <p:nvSpPr>
          <p:cNvPr id="4" name="Dia számának helye 3"/>
          <p:cNvSpPr>
            <a:spLocks noGrp="1"/>
          </p:cNvSpPr>
          <p:nvPr>
            <p:ph type="sldNum" sz="quarter" idx="5"/>
          </p:nvPr>
        </p:nvSpPr>
        <p:spPr/>
        <p:txBody>
          <a:bodyPr/>
          <a:lstStyle/>
          <a:p>
            <a:fld id="{C4B2AB52-DE3E-44E0-AFFD-20264D143888}" type="slidenum">
              <a:rPr lang="hu-HU" smtClean="0"/>
              <a:t>13</a:t>
            </a:fld>
            <a:endParaRPr lang="hu-HU"/>
          </a:p>
        </p:txBody>
      </p:sp>
    </p:spTree>
    <p:extLst>
      <p:ext uri="{BB962C8B-B14F-4D97-AF65-F5344CB8AC3E}">
        <p14:creationId xmlns:p14="http://schemas.microsoft.com/office/powerpoint/2010/main" val="24049497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 több összetettebb oldalt is tartalmaz. A Profil oldalon lehet név- és profilkép-módosítást végezni. A Fórum oldalon témák és hozzászólások jelennek meg, szerkesztési és törlési jogosultságokkal. Az Építési napló oldalon a felhasználó blokkokra bontva tudja vezetni a folyamatot. Az AI chat </a:t>
            </a:r>
            <a:r>
              <a:rPr lang="hu-HU" dirty="0" err="1"/>
              <a:t>widget</a:t>
            </a:r>
            <a:r>
              <a:rPr lang="hu-HU" dirty="0"/>
              <a:t> lebegő gombként jelenik meg, és rövid </a:t>
            </a:r>
            <a:r>
              <a:rPr lang="hu-HU" dirty="0" err="1"/>
              <a:t>makettezési</a:t>
            </a:r>
            <a:r>
              <a:rPr lang="hu-HU" dirty="0"/>
              <a:t> segítséget ad. A felület több pontján a felhasználó szerepkörétől függően más elemek látszanak.</a:t>
            </a:r>
          </a:p>
        </p:txBody>
      </p:sp>
      <p:sp>
        <p:nvSpPr>
          <p:cNvPr id="4" name="Dia számának helye 3"/>
          <p:cNvSpPr>
            <a:spLocks noGrp="1"/>
          </p:cNvSpPr>
          <p:nvPr>
            <p:ph type="sldNum" sz="quarter" idx="5"/>
          </p:nvPr>
        </p:nvSpPr>
        <p:spPr/>
        <p:txBody>
          <a:bodyPr/>
          <a:lstStyle/>
          <a:p>
            <a:fld id="{C4B2AB52-DE3E-44E0-AFFD-20264D143888}" type="slidenum">
              <a:rPr lang="hu-HU" smtClean="0"/>
              <a:t>14</a:t>
            </a:fld>
            <a:endParaRPr lang="hu-HU"/>
          </a:p>
        </p:txBody>
      </p:sp>
    </p:spTree>
    <p:extLst>
      <p:ext uri="{BB962C8B-B14F-4D97-AF65-F5344CB8AC3E}">
        <p14:creationId xmlns:p14="http://schemas.microsoft.com/office/powerpoint/2010/main" val="682579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dizájnnál egy sötét, modern megjelenést választottunk, mert ez jobban illik a témához és vizuálisan is letisztultabb. CSS változókat használtunk a színek egységes kezeléséhez. Az egész rendszer </a:t>
            </a:r>
            <a:r>
              <a:rPr lang="hu-HU" dirty="0" err="1"/>
              <a:t>card</a:t>
            </a:r>
            <a:r>
              <a:rPr lang="hu-HU" dirty="0"/>
              <a:t> alapú elrendezésre épül, több </a:t>
            </a:r>
            <a:r>
              <a:rPr lang="hu-HU" dirty="0" err="1"/>
              <a:t>hover</a:t>
            </a:r>
            <a:r>
              <a:rPr lang="hu-HU" dirty="0"/>
              <a:t> effektussal, státuszjelölő elemmel és reszponzív törésponttal. Mobil nézetben a </a:t>
            </a:r>
            <a:r>
              <a:rPr lang="hu-HU" dirty="0" err="1"/>
              <a:t>grid</a:t>
            </a:r>
            <a:r>
              <a:rPr lang="hu-HU" dirty="0"/>
              <a:t> és a navigáció is átrendeződik.</a:t>
            </a:r>
          </a:p>
        </p:txBody>
      </p:sp>
      <p:sp>
        <p:nvSpPr>
          <p:cNvPr id="4" name="Dia számának helye 3"/>
          <p:cNvSpPr>
            <a:spLocks noGrp="1"/>
          </p:cNvSpPr>
          <p:nvPr>
            <p:ph type="sldNum" sz="quarter" idx="5"/>
          </p:nvPr>
        </p:nvSpPr>
        <p:spPr/>
        <p:txBody>
          <a:bodyPr/>
          <a:lstStyle/>
          <a:p>
            <a:fld id="{C4B2AB52-DE3E-44E0-AFFD-20264D143888}" type="slidenum">
              <a:rPr lang="hu-HU" smtClean="0"/>
              <a:t>15</a:t>
            </a:fld>
            <a:endParaRPr lang="hu-HU"/>
          </a:p>
        </p:txBody>
      </p:sp>
    </p:spTree>
    <p:extLst>
      <p:ext uri="{BB962C8B-B14F-4D97-AF65-F5344CB8AC3E}">
        <p14:creationId xmlns:p14="http://schemas.microsoft.com/office/powerpoint/2010/main" val="18519228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Összességében a </a:t>
            </a:r>
            <a:r>
              <a:rPr lang="hu-HU" dirty="0" err="1"/>
              <a:t>MakettMester</a:t>
            </a:r>
            <a:r>
              <a:rPr lang="hu-HU" dirty="0"/>
              <a:t> egy teljes </a:t>
            </a:r>
            <a:r>
              <a:rPr lang="hu-HU" dirty="0" err="1"/>
              <a:t>full-stack</a:t>
            </a:r>
            <a:r>
              <a:rPr lang="hu-HU" dirty="0"/>
              <a:t> alkalmazás lett, amely valós közösségi funkciókat valósít meg. A projekt során külön figyeltünk a moduláris felépítésre, a biztonságra, a bővíthetőségre és a felhasználói élményre. A rendszer jelenlegi állapotában is jól használható, de továbbfejleszthető például fejlettebb kereséssel, statisztikákkal, még jobb mobilélménnyel vagy összetettebb AI segítséggel.</a:t>
            </a:r>
          </a:p>
        </p:txBody>
      </p:sp>
      <p:sp>
        <p:nvSpPr>
          <p:cNvPr id="4" name="Dia számának helye 3"/>
          <p:cNvSpPr>
            <a:spLocks noGrp="1"/>
          </p:cNvSpPr>
          <p:nvPr>
            <p:ph type="sldNum" sz="quarter" idx="5"/>
          </p:nvPr>
        </p:nvSpPr>
        <p:spPr/>
        <p:txBody>
          <a:bodyPr/>
          <a:lstStyle/>
          <a:p>
            <a:fld id="{C4B2AB52-DE3E-44E0-AFFD-20264D143888}" type="slidenum">
              <a:rPr lang="hu-HU" smtClean="0"/>
              <a:t>16</a:t>
            </a:fld>
            <a:endParaRPr lang="hu-HU"/>
          </a:p>
        </p:txBody>
      </p:sp>
    </p:spTree>
    <p:extLst>
      <p:ext uri="{BB962C8B-B14F-4D97-AF65-F5344CB8AC3E}">
        <p14:creationId xmlns:p14="http://schemas.microsoft.com/office/powerpoint/2010/main" val="17090054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17024A5-78B2-4CAC-9AF4-1BBD929D7447}"/>
              </a:ext>
            </a:extLst>
          </p:cNvPr>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p>
        </p:txBody>
      </p:sp>
      <p:sp>
        <p:nvSpPr>
          <p:cNvPr id="3" name="Alcím 2">
            <a:extLst>
              <a:ext uri="{FF2B5EF4-FFF2-40B4-BE49-F238E27FC236}">
                <a16:creationId xmlns:a16="http://schemas.microsoft.com/office/drawing/2014/main" id="{FE6A1FC1-4498-4C15-ABDC-3145DAA2C1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p>
        </p:txBody>
      </p:sp>
      <p:sp>
        <p:nvSpPr>
          <p:cNvPr id="4" name="Dátum helye 3">
            <a:extLst>
              <a:ext uri="{FF2B5EF4-FFF2-40B4-BE49-F238E27FC236}">
                <a16:creationId xmlns:a16="http://schemas.microsoft.com/office/drawing/2014/main" id="{0FE50CE0-7FB0-4D86-B553-D94922B64973}"/>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5" name="Élőláb helye 4">
            <a:extLst>
              <a:ext uri="{FF2B5EF4-FFF2-40B4-BE49-F238E27FC236}">
                <a16:creationId xmlns:a16="http://schemas.microsoft.com/office/drawing/2014/main" id="{063167C6-0D15-4C99-AAED-FFA2444B3A5B}"/>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0D745A0B-ED26-459A-BFDB-E551BC2399DB}"/>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84159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131F9CB-0FF3-4BF5-AF8C-0A0CC98AC184}"/>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7E647CE2-C7A0-46DD-95E7-4408E85950A4}"/>
              </a:ext>
            </a:extLst>
          </p:cNvPr>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EFBC0A-6958-4E9A-9997-144EC53BB26D}"/>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5" name="Élőláb helye 4">
            <a:extLst>
              <a:ext uri="{FF2B5EF4-FFF2-40B4-BE49-F238E27FC236}">
                <a16:creationId xmlns:a16="http://schemas.microsoft.com/office/drawing/2014/main" id="{AAFB7426-3DCD-4C12-9D57-DEFEC623B344}"/>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74B9A37C-1ABC-4EA3-BFE8-3FCDC2F5D211}"/>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0804888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29EF486-DC13-4818-B1E3-ECEB2648D73D}"/>
              </a:ext>
            </a:extLst>
          </p:cNvPr>
          <p:cNvSpPr>
            <a:spLocks noGrp="1"/>
          </p:cNvSpPr>
          <p:nvPr>
            <p:ph type="title"/>
          </p:nvPr>
        </p:nvSpPr>
        <p:spPr>
          <a:xfrm>
            <a:off x="831850" y="1709738"/>
            <a:ext cx="10515600" cy="2852737"/>
          </a:xfrm>
        </p:spPr>
        <p:txBody>
          <a:bodyPr anchor="b"/>
          <a:lstStyle>
            <a:lvl1pPr>
              <a:defRPr sz="6000"/>
            </a:lvl1pPr>
          </a:lstStyle>
          <a:p>
            <a:r>
              <a:rPr lang="hu-HU"/>
              <a:t>Mintacím szerkesztése</a:t>
            </a:r>
          </a:p>
        </p:txBody>
      </p:sp>
      <p:sp>
        <p:nvSpPr>
          <p:cNvPr id="3" name="Szöveg helye 2">
            <a:extLst>
              <a:ext uri="{FF2B5EF4-FFF2-40B4-BE49-F238E27FC236}">
                <a16:creationId xmlns:a16="http://schemas.microsoft.com/office/drawing/2014/main" id="{77CA0232-200C-43BF-8819-77B3F83F3A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a:extLst>
              <a:ext uri="{FF2B5EF4-FFF2-40B4-BE49-F238E27FC236}">
                <a16:creationId xmlns:a16="http://schemas.microsoft.com/office/drawing/2014/main" id="{457DA921-60FA-4647-AB7B-450EA949AF79}"/>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5" name="Élőláb helye 4">
            <a:extLst>
              <a:ext uri="{FF2B5EF4-FFF2-40B4-BE49-F238E27FC236}">
                <a16:creationId xmlns:a16="http://schemas.microsoft.com/office/drawing/2014/main" id="{012E155A-5958-44BA-992F-F9E0201619FD}"/>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CB03E3F6-5357-45BA-9AF5-86FA37E9EC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28729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1C18ED6-CF97-4525-8A20-EA24C3DC128D}"/>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436A3428-72AD-4111-8FE9-1E32681BFC09}"/>
              </a:ext>
            </a:extLst>
          </p:cNvPr>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a:extLst>
              <a:ext uri="{FF2B5EF4-FFF2-40B4-BE49-F238E27FC236}">
                <a16:creationId xmlns:a16="http://schemas.microsoft.com/office/drawing/2014/main" id="{AEC86ECA-4AA1-4DF8-A359-81A055A14F28}"/>
              </a:ext>
            </a:extLst>
          </p:cNvPr>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Dátum helye 4">
            <a:extLst>
              <a:ext uri="{FF2B5EF4-FFF2-40B4-BE49-F238E27FC236}">
                <a16:creationId xmlns:a16="http://schemas.microsoft.com/office/drawing/2014/main" id="{CC561BE8-40A4-4494-A2AD-9B97F559D24D}"/>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6" name="Élőláb helye 5">
            <a:extLst>
              <a:ext uri="{FF2B5EF4-FFF2-40B4-BE49-F238E27FC236}">
                <a16:creationId xmlns:a16="http://schemas.microsoft.com/office/drawing/2014/main" id="{8B03E71E-B1A4-4C69-9B71-683A9600A18C}"/>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7E0BD70B-B9A2-4CD2-ADF0-515B1A5777D5}"/>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76287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BED0C35-7464-40A9-B2F2-E2D00F707578}"/>
              </a:ext>
            </a:extLst>
          </p:cNvPr>
          <p:cNvSpPr>
            <a:spLocks noGrp="1"/>
          </p:cNvSpPr>
          <p:nvPr>
            <p:ph type="title"/>
          </p:nvPr>
        </p:nvSpPr>
        <p:spPr>
          <a:xfrm>
            <a:off x="839788" y="365125"/>
            <a:ext cx="10515600" cy="1325563"/>
          </a:xfrm>
        </p:spPr>
        <p:txBody>
          <a:bodyPr/>
          <a:lstStyle/>
          <a:p>
            <a:r>
              <a:rPr lang="hu-HU"/>
              <a:t>Mintacím szerkesztése</a:t>
            </a:r>
          </a:p>
        </p:txBody>
      </p:sp>
      <p:sp>
        <p:nvSpPr>
          <p:cNvPr id="3" name="Szöveg helye 2">
            <a:extLst>
              <a:ext uri="{FF2B5EF4-FFF2-40B4-BE49-F238E27FC236}">
                <a16:creationId xmlns:a16="http://schemas.microsoft.com/office/drawing/2014/main" id="{F04C678B-430F-47FB-9A06-5A76269AAD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a:extLst>
              <a:ext uri="{FF2B5EF4-FFF2-40B4-BE49-F238E27FC236}">
                <a16:creationId xmlns:a16="http://schemas.microsoft.com/office/drawing/2014/main" id="{D0EBEA39-E9DD-4881-9B1E-8D4AF802F9F6}"/>
              </a:ext>
            </a:extLst>
          </p:cNvPr>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a:extLst>
              <a:ext uri="{FF2B5EF4-FFF2-40B4-BE49-F238E27FC236}">
                <a16:creationId xmlns:a16="http://schemas.microsoft.com/office/drawing/2014/main" id="{A409A72D-046D-4EDA-8245-0FE6658397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a:extLst>
              <a:ext uri="{FF2B5EF4-FFF2-40B4-BE49-F238E27FC236}">
                <a16:creationId xmlns:a16="http://schemas.microsoft.com/office/drawing/2014/main" id="{89876705-D40D-4047-B3EC-09D46FC1BB63}"/>
              </a:ext>
            </a:extLst>
          </p:cNvPr>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Dátum helye 6">
            <a:extLst>
              <a:ext uri="{FF2B5EF4-FFF2-40B4-BE49-F238E27FC236}">
                <a16:creationId xmlns:a16="http://schemas.microsoft.com/office/drawing/2014/main" id="{E9A8B9DC-8850-4CAA-A29F-239C213ADABA}"/>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8" name="Élőláb helye 7">
            <a:extLst>
              <a:ext uri="{FF2B5EF4-FFF2-40B4-BE49-F238E27FC236}">
                <a16:creationId xmlns:a16="http://schemas.microsoft.com/office/drawing/2014/main" id="{645AF9E7-C51E-452D-92C6-1B32F900797A}"/>
              </a:ext>
            </a:extLst>
          </p:cNvPr>
          <p:cNvSpPr>
            <a:spLocks noGrp="1"/>
          </p:cNvSpPr>
          <p:nvPr>
            <p:ph type="ftr" sz="quarter" idx="11"/>
          </p:nvPr>
        </p:nvSpPr>
        <p:spPr/>
        <p:txBody>
          <a:bodyPr/>
          <a:lstStyle/>
          <a:p>
            <a:endParaRPr lang="hu-HU"/>
          </a:p>
        </p:txBody>
      </p:sp>
      <p:sp>
        <p:nvSpPr>
          <p:cNvPr id="9" name="Dia számának helye 8">
            <a:extLst>
              <a:ext uri="{FF2B5EF4-FFF2-40B4-BE49-F238E27FC236}">
                <a16:creationId xmlns:a16="http://schemas.microsoft.com/office/drawing/2014/main" id="{566BB048-3331-4373-B2D2-38F24AFBB5B2}"/>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9381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C80374A-D5DB-428A-BB8C-B9F4E855ABD3}"/>
              </a:ext>
            </a:extLst>
          </p:cNvPr>
          <p:cNvSpPr>
            <a:spLocks noGrp="1"/>
          </p:cNvSpPr>
          <p:nvPr>
            <p:ph type="title"/>
          </p:nvPr>
        </p:nvSpPr>
        <p:spPr/>
        <p:txBody>
          <a:bodyPr/>
          <a:lstStyle/>
          <a:p>
            <a:r>
              <a:rPr lang="hu-HU"/>
              <a:t>Mintacím szerkesztése</a:t>
            </a:r>
          </a:p>
        </p:txBody>
      </p:sp>
      <p:sp>
        <p:nvSpPr>
          <p:cNvPr id="3" name="Dátum helye 2">
            <a:extLst>
              <a:ext uri="{FF2B5EF4-FFF2-40B4-BE49-F238E27FC236}">
                <a16:creationId xmlns:a16="http://schemas.microsoft.com/office/drawing/2014/main" id="{DF61564A-6401-4FFE-A3B0-DE0A62020CDF}"/>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4" name="Élőláb helye 3">
            <a:extLst>
              <a:ext uri="{FF2B5EF4-FFF2-40B4-BE49-F238E27FC236}">
                <a16:creationId xmlns:a16="http://schemas.microsoft.com/office/drawing/2014/main" id="{40C03574-A8B2-4567-9BF2-F97DF5D12EFD}"/>
              </a:ext>
            </a:extLst>
          </p:cNvPr>
          <p:cNvSpPr>
            <a:spLocks noGrp="1"/>
          </p:cNvSpPr>
          <p:nvPr>
            <p:ph type="ftr" sz="quarter" idx="11"/>
          </p:nvPr>
        </p:nvSpPr>
        <p:spPr/>
        <p:txBody>
          <a:bodyPr/>
          <a:lstStyle/>
          <a:p>
            <a:endParaRPr lang="hu-HU"/>
          </a:p>
        </p:txBody>
      </p:sp>
      <p:sp>
        <p:nvSpPr>
          <p:cNvPr id="5" name="Dia számának helye 4">
            <a:extLst>
              <a:ext uri="{FF2B5EF4-FFF2-40B4-BE49-F238E27FC236}">
                <a16:creationId xmlns:a16="http://schemas.microsoft.com/office/drawing/2014/main" id="{74B1C648-4C4E-41CD-AE5A-AB5E953036FD}"/>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192351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a:extLst>
              <a:ext uri="{FF2B5EF4-FFF2-40B4-BE49-F238E27FC236}">
                <a16:creationId xmlns:a16="http://schemas.microsoft.com/office/drawing/2014/main" id="{1A4BFAFF-E7D4-4941-A76A-87FC6E2842C3}"/>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3" name="Élőláb helye 2">
            <a:extLst>
              <a:ext uri="{FF2B5EF4-FFF2-40B4-BE49-F238E27FC236}">
                <a16:creationId xmlns:a16="http://schemas.microsoft.com/office/drawing/2014/main" id="{4E3AC517-40B3-4142-859B-86BFE2239785}"/>
              </a:ext>
            </a:extLst>
          </p:cNvPr>
          <p:cNvSpPr>
            <a:spLocks noGrp="1"/>
          </p:cNvSpPr>
          <p:nvPr>
            <p:ph type="ftr" sz="quarter" idx="11"/>
          </p:nvPr>
        </p:nvSpPr>
        <p:spPr/>
        <p:txBody>
          <a:bodyPr/>
          <a:lstStyle/>
          <a:p>
            <a:endParaRPr lang="hu-HU"/>
          </a:p>
        </p:txBody>
      </p:sp>
      <p:sp>
        <p:nvSpPr>
          <p:cNvPr id="4" name="Dia számának helye 3">
            <a:extLst>
              <a:ext uri="{FF2B5EF4-FFF2-40B4-BE49-F238E27FC236}">
                <a16:creationId xmlns:a16="http://schemas.microsoft.com/office/drawing/2014/main" id="{47E101A5-4BF0-4E0D-96ED-0066628D6F6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329783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89E3809-C28B-44BF-9178-67968E04DBE1}"/>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Tartalom helye 2">
            <a:extLst>
              <a:ext uri="{FF2B5EF4-FFF2-40B4-BE49-F238E27FC236}">
                <a16:creationId xmlns:a16="http://schemas.microsoft.com/office/drawing/2014/main" id="{8E72BE06-D16D-4FB7-81DC-A154953080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a:extLst>
              <a:ext uri="{FF2B5EF4-FFF2-40B4-BE49-F238E27FC236}">
                <a16:creationId xmlns:a16="http://schemas.microsoft.com/office/drawing/2014/main" id="{5193BA7A-A9BD-44F5-9CC6-D13C201417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448BD076-35C9-4373-931E-3D0A3505996D}"/>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6" name="Élőláb helye 5">
            <a:extLst>
              <a:ext uri="{FF2B5EF4-FFF2-40B4-BE49-F238E27FC236}">
                <a16:creationId xmlns:a16="http://schemas.microsoft.com/office/drawing/2014/main" id="{CC512C3E-4119-44F0-8A6A-2A463F70E60E}"/>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CA326714-E23E-4624-95EE-01E2983B16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2987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488D39F-2A6B-4227-A7D4-1197EE549CD6}"/>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Kép helye 2">
            <a:extLst>
              <a:ext uri="{FF2B5EF4-FFF2-40B4-BE49-F238E27FC236}">
                <a16:creationId xmlns:a16="http://schemas.microsoft.com/office/drawing/2014/main" id="{D8B16A98-E3B3-4715-9BA9-53559FB031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Szöveg helye 3">
            <a:extLst>
              <a:ext uri="{FF2B5EF4-FFF2-40B4-BE49-F238E27FC236}">
                <a16:creationId xmlns:a16="http://schemas.microsoft.com/office/drawing/2014/main" id="{956DAD35-D9CF-46BD-95E7-BB5347993B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AB23FE9A-50C1-4D7D-8E7B-7A6D1404BE60}"/>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6" name="Élőláb helye 5">
            <a:extLst>
              <a:ext uri="{FF2B5EF4-FFF2-40B4-BE49-F238E27FC236}">
                <a16:creationId xmlns:a16="http://schemas.microsoft.com/office/drawing/2014/main" id="{2D778FBB-A793-4753-8EC8-6CD85C788907}"/>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A9C78228-B7E9-4A9A-BED3-591D9CAF0B8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2519177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C87A1AB7-6D8A-4A3E-BBD1-E9095E95F07A}"/>
              </a:ext>
            </a:extLst>
          </p:cNvPr>
          <p:cNvSpPr>
            <a:spLocks noGrp="1"/>
          </p:cNvSpPr>
          <p:nvPr>
            <p:ph type="title"/>
          </p:nvPr>
        </p:nvSpPr>
        <p:spPr/>
        <p:txBody>
          <a:bodyPr/>
          <a:lstStyle/>
          <a:p>
            <a:r>
              <a:rPr lang="hu-HU"/>
              <a:t>Mintacím szerkesztése</a:t>
            </a:r>
          </a:p>
        </p:txBody>
      </p:sp>
      <p:sp>
        <p:nvSpPr>
          <p:cNvPr id="3" name="Függőleges szöveg helye 2">
            <a:extLst>
              <a:ext uri="{FF2B5EF4-FFF2-40B4-BE49-F238E27FC236}">
                <a16:creationId xmlns:a16="http://schemas.microsoft.com/office/drawing/2014/main" id="{259EE59B-2FDB-414A-BF95-88611AFF6755}"/>
              </a:ext>
            </a:extLst>
          </p:cNvPr>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EB580B53-6FB6-43EC-BF5A-442B92081119}"/>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5" name="Élőláb helye 4">
            <a:extLst>
              <a:ext uri="{FF2B5EF4-FFF2-40B4-BE49-F238E27FC236}">
                <a16:creationId xmlns:a16="http://schemas.microsoft.com/office/drawing/2014/main" id="{B1E5F777-65FB-41E0-9958-638E8047F5A5}"/>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634D98F-7FE2-4A27-97BB-09CCD027562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009919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a:extLst>
              <a:ext uri="{FF2B5EF4-FFF2-40B4-BE49-F238E27FC236}">
                <a16:creationId xmlns:a16="http://schemas.microsoft.com/office/drawing/2014/main" id="{9BDE829A-56F5-4129-81A1-50671762D12D}"/>
              </a:ext>
            </a:extLst>
          </p:cNvPr>
          <p:cNvSpPr>
            <a:spLocks noGrp="1"/>
          </p:cNvSpPr>
          <p:nvPr>
            <p:ph type="title" orient="vert"/>
          </p:nvPr>
        </p:nvSpPr>
        <p:spPr>
          <a:xfrm>
            <a:off x="8724900" y="365125"/>
            <a:ext cx="2628900" cy="5811838"/>
          </a:xfrm>
        </p:spPr>
        <p:txBody>
          <a:bodyPr vert="eaVert"/>
          <a:lstStyle/>
          <a:p>
            <a:r>
              <a:rPr lang="hu-HU"/>
              <a:t>Mintacím szerkesztése</a:t>
            </a:r>
          </a:p>
        </p:txBody>
      </p:sp>
      <p:sp>
        <p:nvSpPr>
          <p:cNvPr id="3" name="Függőleges szöveg helye 2">
            <a:extLst>
              <a:ext uri="{FF2B5EF4-FFF2-40B4-BE49-F238E27FC236}">
                <a16:creationId xmlns:a16="http://schemas.microsoft.com/office/drawing/2014/main" id="{FFC123AE-CB57-4E9A-9682-DE13314F0084}"/>
              </a:ext>
            </a:extLst>
          </p:cNvPr>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116BAA-F217-474F-BBE5-81FDF5BA4A22}"/>
              </a:ext>
            </a:extLst>
          </p:cNvPr>
          <p:cNvSpPr>
            <a:spLocks noGrp="1"/>
          </p:cNvSpPr>
          <p:nvPr>
            <p:ph type="dt" sz="half" idx="10"/>
          </p:nvPr>
        </p:nvSpPr>
        <p:spPr/>
        <p:txBody>
          <a:bodyPr/>
          <a:lstStyle/>
          <a:p>
            <a:fld id="{F6C265F0-9B0B-43BF-8579-E8996E214BEE}" type="datetimeFigureOut">
              <a:rPr lang="hu-HU" smtClean="0"/>
              <a:t>2026. 04. 22.</a:t>
            </a:fld>
            <a:endParaRPr lang="hu-HU"/>
          </a:p>
        </p:txBody>
      </p:sp>
      <p:sp>
        <p:nvSpPr>
          <p:cNvPr id="5" name="Élőláb helye 4">
            <a:extLst>
              <a:ext uri="{FF2B5EF4-FFF2-40B4-BE49-F238E27FC236}">
                <a16:creationId xmlns:a16="http://schemas.microsoft.com/office/drawing/2014/main" id="{6C38FF3C-8BAA-4E59-8680-C8FD59D431EE}"/>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F1866A5-C7A0-4565-8518-4242ACB5407E}"/>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788250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a:extLst>
              <a:ext uri="{FF2B5EF4-FFF2-40B4-BE49-F238E27FC236}">
                <a16:creationId xmlns:a16="http://schemas.microsoft.com/office/drawing/2014/main" id="{B74F7312-427E-426D-9FFA-71AFBAC4C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p>
        </p:txBody>
      </p:sp>
      <p:sp>
        <p:nvSpPr>
          <p:cNvPr id="3" name="Szöveg helye 2">
            <a:extLst>
              <a:ext uri="{FF2B5EF4-FFF2-40B4-BE49-F238E27FC236}">
                <a16:creationId xmlns:a16="http://schemas.microsoft.com/office/drawing/2014/main" id="{1F4550D6-FE4C-49BE-9175-5BF7D5F6BF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B9F40C42-7DAE-4CB5-8669-476FF04D31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C265F0-9B0B-43BF-8579-E8996E214BEE}" type="datetimeFigureOut">
              <a:rPr lang="hu-HU" smtClean="0"/>
              <a:t>2026. 04. 22.</a:t>
            </a:fld>
            <a:endParaRPr lang="hu-HU"/>
          </a:p>
        </p:txBody>
      </p:sp>
      <p:sp>
        <p:nvSpPr>
          <p:cNvPr id="5" name="Élőláb helye 4">
            <a:extLst>
              <a:ext uri="{FF2B5EF4-FFF2-40B4-BE49-F238E27FC236}">
                <a16:creationId xmlns:a16="http://schemas.microsoft.com/office/drawing/2014/main" id="{D01DAB7A-E1E0-4F9D-9F65-BECE323739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u-HU"/>
          </a:p>
        </p:txBody>
      </p:sp>
      <p:sp>
        <p:nvSpPr>
          <p:cNvPr id="6" name="Dia számának helye 5">
            <a:extLst>
              <a:ext uri="{FF2B5EF4-FFF2-40B4-BE49-F238E27FC236}">
                <a16:creationId xmlns:a16="http://schemas.microsoft.com/office/drawing/2014/main" id="{4396535E-F28D-49C9-990B-A5682C7A38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B71BAE-1E04-4F19-ABDD-76D9870951CD}" type="slidenum">
              <a:rPr lang="hu-HU" smtClean="0"/>
              <a:t>‹#›</a:t>
            </a:fld>
            <a:endParaRPr lang="hu-HU"/>
          </a:p>
        </p:txBody>
      </p:sp>
    </p:spTree>
    <p:extLst>
      <p:ext uri="{BB962C8B-B14F-4D97-AF65-F5344CB8AC3E}">
        <p14:creationId xmlns:p14="http://schemas.microsoft.com/office/powerpoint/2010/main" val="40544509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 Id="rId9" Type="http://schemas.openxmlformats.org/officeDocument/2006/relationships/image" Target="../media/image1.png"/></Relationships>
</file>

<file path=ppt/slides/_rels/slide15.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4.jpeg"/><Relationship Id="rId7" Type="http://schemas.openxmlformats.org/officeDocument/2006/relationships/diagramColors" Target="../diagrams/colors5.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10" Type="http://schemas.openxmlformats.org/officeDocument/2006/relationships/image" Target="../media/image2.png"/><Relationship Id="rId4" Type="http://schemas.openxmlformats.org/officeDocument/2006/relationships/diagramData" Target="../diagrams/data5.xml"/><Relationship Id="rId9" Type="http://schemas.openxmlformats.org/officeDocument/2006/relationships/image" Target="../media/image1.png"/></Relationships>
</file>

<file path=ppt/slides/_rels/slide16.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5.jpeg"/><Relationship Id="rId7" Type="http://schemas.openxmlformats.org/officeDocument/2006/relationships/diagramColors" Target="../diagrams/colors6.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QuickStyle" Target="../diagrams/quickStyle6.xml"/><Relationship Id="rId5" Type="http://schemas.openxmlformats.org/officeDocument/2006/relationships/diagramLayout" Target="../diagrams/layout6.xml"/><Relationship Id="rId10" Type="http://schemas.openxmlformats.org/officeDocument/2006/relationships/image" Target="../media/image1.png"/><Relationship Id="rId4" Type="http://schemas.openxmlformats.org/officeDocument/2006/relationships/diagramData" Target="../diagrams/data6.xml"/><Relationship Id="rId9"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CC43FE1C-8D2A-467E-9CCE-383090BA6B16}"/>
              </a:ext>
            </a:extLst>
          </p:cNvPr>
          <p:cNvPicPr>
            <a:picLocks noChangeAspect="1"/>
          </p:cNvPicPr>
          <p:nvPr/>
        </p:nvPicPr>
        <p:blipFill>
          <a:blip r:embed="rId3">
            <a:extLst>
              <a:ext uri="{28A0092B-C50C-407E-A947-70E740481C1C}">
                <a14:useLocalDpi xmlns:a14="http://schemas.microsoft.com/office/drawing/2010/main" val="0"/>
              </a:ext>
            </a:extLst>
          </a:blip>
          <a:srcRect t="12213" r="9089" b="15864"/>
          <a:stretch>
            <a:fillRect/>
          </a:stretch>
        </p:blipFill>
        <p:spPr>
          <a:xfrm>
            <a:off x="3523488" y="10"/>
            <a:ext cx="8668512" cy="6857990"/>
          </a:xfrm>
          <a:prstGeom prst="rect">
            <a:avLst/>
          </a:prstGeom>
        </p:spPr>
      </p:pic>
      <p:sp>
        <p:nvSpPr>
          <p:cNvPr id="18" name="Rectangle 1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F7F4BBEA-F639-407A-9870-0CBE76807DC3}"/>
              </a:ext>
            </a:extLst>
          </p:cNvPr>
          <p:cNvSpPr>
            <a:spLocks noGrp="1"/>
          </p:cNvSpPr>
          <p:nvPr>
            <p:ph type="ctrTitle"/>
          </p:nvPr>
        </p:nvSpPr>
        <p:spPr>
          <a:xfrm>
            <a:off x="477981" y="1122363"/>
            <a:ext cx="4023360" cy="3204134"/>
          </a:xfrm>
        </p:spPr>
        <p:txBody>
          <a:bodyPr anchor="b">
            <a:normAutofit/>
          </a:bodyPr>
          <a:lstStyle/>
          <a:p>
            <a:pPr algn="l"/>
            <a:r>
              <a:rPr lang="hu-HU" sz="4800">
                <a:solidFill>
                  <a:schemeClr val="bg1"/>
                </a:solidFill>
              </a:rPr>
              <a:t>MakettMester</a:t>
            </a:r>
          </a:p>
        </p:txBody>
      </p:sp>
      <p:sp>
        <p:nvSpPr>
          <p:cNvPr id="3" name="Alcím 2">
            <a:extLst>
              <a:ext uri="{FF2B5EF4-FFF2-40B4-BE49-F238E27FC236}">
                <a16:creationId xmlns:a16="http://schemas.microsoft.com/office/drawing/2014/main" id="{D43602BE-5026-4683-913E-188D17BE8DF7}"/>
              </a:ext>
            </a:extLst>
          </p:cNvPr>
          <p:cNvSpPr>
            <a:spLocks noGrp="1"/>
          </p:cNvSpPr>
          <p:nvPr>
            <p:ph type="subTitle" idx="1"/>
          </p:nvPr>
        </p:nvSpPr>
        <p:spPr>
          <a:xfrm>
            <a:off x="477980" y="4872922"/>
            <a:ext cx="4023359" cy="1208141"/>
          </a:xfrm>
        </p:spPr>
        <p:txBody>
          <a:bodyPr>
            <a:normAutofit/>
          </a:bodyPr>
          <a:lstStyle/>
          <a:p>
            <a:pPr algn="l"/>
            <a:r>
              <a:rPr lang="hu-HU" sz="2000" dirty="0" err="1">
                <a:solidFill>
                  <a:schemeClr val="bg1"/>
                </a:solidFill>
              </a:rPr>
              <a:t>Created</a:t>
            </a:r>
            <a:r>
              <a:rPr lang="hu-HU" sz="2000" dirty="0">
                <a:solidFill>
                  <a:schemeClr val="bg1"/>
                </a:solidFill>
              </a:rPr>
              <a:t> </a:t>
            </a:r>
            <a:r>
              <a:rPr lang="hu-HU" sz="2000" dirty="0" err="1">
                <a:solidFill>
                  <a:schemeClr val="bg1"/>
                </a:solidFill>
              </a:rPr>
              <a:t>by</a:t>
            </a:r>
            <a:r>
              <a:rPr lang="hu-HU" sz="2000" dirty="0">
                <a:solidFill>
                  <a:schemeClr val="bg1"/>
                </a:solidFill>
              </a:rPr>
              <a:t>: Claus Patrik, Hohn Márton, Szabados Bendegúz Henrik</a:t>
            </a: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2524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D657CA-252B-94AD-1FE7-A973F13B31F7}"/>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1192DA4A-7391-502A-8FD5-D9D28F8A17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809E97CA-6A32-0416-BC72-0BDD6D1B12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88A4F777-9CBF-6927-13AD-2B7B740B4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D9F1BC3E-92BE-7C1B-FF2D-1D860C8EAD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270BB71-76A9-CC27-0CE0-9F994499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52484BC5-E283-EF66-6DC4-7DCF779C5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2C65A6-2A3B-3617-9AE1-F0EF2B6ECBAE}"/>
              </a:ext>
            </a:extLst>
          </p:cNvPr>
          <p:cNvSpPr>
            <a:spLocks noGrp="1"/>
          </p:cNvSpPr>
          <p:nvPr>
            <p:ph type="title"/>
          </p:nvPr>
        </p:nvSpPr>
        <p:spPr>
          <a:xfrm>
            <a:off x="-20" y="1683756"/>
            <a:ext cx="4028020" cy="2396359"/>
          </a:xfrm>
        </p:spPr>
        <p:txBody>
          <a:bodyPr anchor="b">
            <a:normAutofit/>
          </a:bodyPr>
          <a:lstStyle/>
          <a:p>
            <a:pPr algn="ctr"/>
            <a:r>
              <a:rPr lang="hu-HU" sz="4000" b="1" dirty="0" err="1">
                <a:solidFill>
                  <a:schemeClr val="bg1"/>
                </a:solidFill>
              </a:rPr>
              <a:t>Problem</a:t>
            </a:r>
            <a:r>
              <a:rPr lang="hu-HU" sz="4000" b="1" dirty="0">
                <a:solidFill>
                  <a:schemeClr val="bg1"/>
                </a:solidFill>
              </a:rPr>
              <a:t> &amp; </a:t>
            </a:r>
            <a:r>
              <a:rPr lang="hu-HU" sz="4000" b="1" dirty="0" err="1">
                <a:solidFill>
                  <a:schemeClr val="bg1"/>
                </a:solidFill>
              </a:rPr>
              <a:t>Solution</a:t>
            </a:r>
            <a:endParaRPr lang="hu-HU" sz="4000" dirty="0">
              <a:solidFill>
                <a:schemeClr val="bg1"/>
              </a:solidFill>
            </a:endParaRPr>
          </a:p>
        </p:txBody>
      </p:sp>
      <p:pic>
        <p:nvPicPr>
          <p:cNvPr id="7" name="Kép 6">
            <a:extLst>
              <a:ext uri="{FF2B5EF4-FFF2-40B4-BE49-F238E27FC236}">
                <a16:creationId xmlns:a16="http://schemas.microsoft.com/office/drawing/2014/main" id="{C09A2C0B-B511-3686-6235-66BA05CDD6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E8B7CEC3-BCDA-6B80-AF65-2D4A4E4B64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8D2885BE-216D-1E76-909C-7C40347A5D8E}"/>
              </a:ext>
            </a:extLst>
          </p:cNvPr>
          <p:cNvSpPr txBox="1"/>
          <p:nvPr/>
        </p:nvSpPr>
        <p:spPr>
          <a:xfrm>
            <a:off x="4164861" y="435682"/>
            <a:ext cx="4787753" cy="1200329"/>
          </a:xfrm>
          <a:prstGeom prst="rect">
            <a:avLst/>
          </a:prstGeom>
          <a:noFill/>
        </p:spPr>
        <p:txBody>
          <a:bodyPr wrap="square">
            <a:spAutoFit/>
          </a:bodyPr>
          <a:lstStyle/>
          <a:p>
            <a:pPr>
              <a:buNone/>
            </a:pPr>
            <a:r>
              <a:rPr lang="en-US" b="1" dirty="0"/>
              <a:t>Problem:</a:t>
            </a:r>
            <a:endParaRPr lang="en-US" dirty="0"/>
          </a:p>
          <a:p>
            <a:pPr>
              <a:buFont typeface="Arial" panose="020B0604020202020204" pitchFamily="34" charset="0"/>
              <a:buChar char="•"/>
            </a:pPr>
            <a:r>
              <a:rPr lang="en-US" dirty="0"/>
              <a:t>No unified platform for scale model enthusiasts </a:t>
            </a:r>
          </a:p>
          <a:p>
            <a:pPr>
              <a:buFont typeface="Arial" panose="020B0604020202020204" pitchFamily="34" charset="0"/>
              <a:buChar char="•"/>
            </a:pPr>
            <a:r>
              <a:rPr lang="en-US" dirty="0"/>
              <a:t>Limited community features on existing sites </a:t>
            </a:r>
          </a:p>
          <a:p>
            <a:pPr>
              <a:buFont typeface="Arial" panose="020B0604020202020204" pitchFamily="34" charset="0"/>
              <a:buChar char="•"/>
            </a:pPr>
            <a:r>
              <a:rPr lang="en-US" dirty="0"/>
              <a:t>Difficult to track and share building projects</a:t>
            </a:r>
          </a:p>
        </p:txBody>
      </p:sp>
      <p:sp>
        <p:nvSpPr>
          <p:cNvPr id="10" name="Szövegdoboz 9">
            <a:extLst>
              <a:ext uri="{FF2B5EF4-FFF2-40B4-BE49-F238E27FC236}">
                <a16:creationId xmlns:a16="http://schemas.microsoft.com/office/drawing/2014/main" id="{24A94027-36A6-32B8-AAE2-6979D14A2077}"/>
              </a:ext>
            </a:extLst>
          </p:cNvPr>
          <p:cNvSpPr txBox="1"/>
          <p:nvPr/>
        </p:nvSpPr>
        <p:spPr>
          <a:xfrm>
            <a:off x="4197861" y="3575680"/>
            <a:ext cx="3862277" cy="2031325"/>
          </a:xfrm>
          <a:prstGeom prst="rect">
            <a:avLst/>
          </a:prstGeom>
          <a:noFill/>
        </p:spPr>
        <p:txBody>
          <a:bodyPr wrap="square">
            <a:spAutoFit/>
          </a:bodyPr>
          <a:lstStyle/>
          <a:p>
            <a:pPr>
              <a:buNone/>
            </a:pPr>
            <a:r>
              <a:rPr lang="en-US" b="1" dirty="0"/>
              <a:t>Solution:</a:t>
            </a:r>
            <a:endParaRPr lang="en-US" dirty="0"/>
          </a:p>
          <a:p>
            <a:pPr>
              <a:buFont typeface="Arial" panose="020B0604020202020204" pitchFamily="34" charset="0"/>
              <a:buChar char="•"/>
            </a:pPr>
            <a:r>
              <a:rPr lang="en-US" dirty="0"/>
              <a:t>A centralized web application </a:t>
            </a:r>
          </a:p>
          <a:p>
            <a:pPr>
              <a:buFont typeface="Arial" panose="020B0604020202020204" pitchFamily="34" charset="0"/>
              <a:buChar char="•"/>
            </a:pPr>
            <a:r>
              <a:rPr lang="en-US" dirty="0"/>
              <a:t>Model browsing, searching, and rating </a:t>
            </a:r>
          </a:p>
          <a:p>
            <a:pPr>
              <a:buFont typeface="Arial" panose="020B0604020202020204" pitchFamily="34" charset="0"/>
              <a:buChar char="•"/>
            </a:pPr>
            <a:r>
              <a:rPr lang="en-US" dirty="0"/>
              <a:t>Community features (forum, reviews) </a:t>
            </a:r>
          </a:p>
          <a:p>
            <a:pPr>
              <a:buFont typeface="Arial" panose="020B0604020202020204" pitchFamily="34" charset="0"/>
              <a:buChar char="•"/>
            </a:pPr>
            <a:r>
              <a:rPr lang="en-US" dirty="0"/>
              <a:t>Build log for tracking personal projects </a:t>
            </a:r>
          </a:p>
          <a:p>
            <a:pPr>
              <a:buFont typeface="Arial" panose="020B0604020202020204" pitchFamily="34" charset="0"/>
              <a:buChar char="•"/>
            </a:pPr>
            <a:r>
              <a:rPr lang="en-US" dirty="0"/>
              <a:t>Role-based access and admin system </a:t>
            </a:r>
          </a:p>
          <a:p>
            <a:pPr>
              <a:buFont typeface="Arial" panose="020B0604020202020204" pitchFamily="34" charset="0"/>
              <a:buChar char="•"/>
            </a:pPr>
            <a:r>
              <a:rPr lang="en-US" dirty="0"/>
              <a:t>Modern, responsive design</a:t>
            </a:r>
          </a:p>
        </p:txBody>
      </p:sp>
    </p:spTree>
    <p:extLst>
      <p:ext uri="{BB962C8B-B14F-4D97-AF65-F5344CB8AC3E}">
        <p14:creationId xmlns:p14="http://schemas.microsoft.com/office/powerpoint/2010/main" val="10185403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586478" y="1683756"/>
            <a:ext cx="3115265" cy="2396359"/>
          </a:xfrm>
        </p:spPr>
        <p:txBody>
          <a:bodyPr anchor="b">
            <a:normAutofit/>
          </a:bodyPr>
          <a:lstStyle/>
          <a:p>
            <a:pPr algn="r"/>
            <a:r>
              <a:rPr lang="hu-HU" sz="4000" dirty="0">
                <a:solidFill>
                  <a:srgbClr val="FFFFFF"/>
                </a:solidFill>
              </a:rPr>
              <a:t>Project </a:t>
            </a:r>
            <a:r>
              <a:rPr lang="hu-HU" sz="4000" dirty="0" err="1">
                <a:solidFill>
                  <a:srgbClr val="FFFFFF"/>
                </a:solidFill>
              </a:rPr>
              <a:t>Goal</a:t>
            </a:r>
            <a:endParaRPr lang="hu-HU" sz="4000" dirty="0">
              <a:solidFill>
                <a:srgbClr val="FFFFFF"/>
              </a:solidFill>
            </a:endParaRP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3879444100"/>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276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68420" y="1542963"/>
            <a:ext cx="3900972" cy="2396359"/>
          </a:xfrm>
        </p:spPr>
        <p:txBody>
          <a:bodyPr anchor="b">
            <a:normAutofit/>
          </a:bodyPr>
          <a:lstStyle/>
          <a:p>
            <a:pPr algn="r"/>
            <a:r>
              <a:rPr lang="hu-HU" sz="4000" dirty="0" err="1">
                <a:solidFill>
                  <a:srgbClr val="FFFFFF"/>
                </a:solidFill>
              </a:rPr>
              <a:t>Tools</a:t>
            </a:r>
            <a:r>
              <a:rPr lang="hu-HU" sz="4000" dirty="0">
                <a:solidFill>
                  <a:srgbClr val="FFFFFF"/>
                </a:solidFill>
              </a:rPr>
              <a:t> </a:t>
            </a:r>
            <a:r>
              <a:rPr lang="hu-HU" sz="4000" dirty="0" err="1">
                <a:solidFill>
                  <a:srgbClr val="FFFFFF"/>
                </a:solidFill>
              </a:rPr>
              <a:t>we</a:t>
            </a:r>
            <a:r>
              <a:rPr lang="hu-HU" sz="4000" dirty="0">
                <a:solidFill>
                  <a:srgbClr val="FFFFFF"/>
                </a:solidFill>
              </a:rPr>
              <a:t> </a:t>
            </a:r>
            <a:r>
              <a:rPr lang="hu-HU" sz="4000" dirty="0" err="1">
                <a:solidFill>
                  <a:srgbClr val="FFFFFF"/>
                </a:solidFill>
              </a:rPr>
              <a:t>used</a:t>
            </a:r>
            <a:endParaRPr lang="hu-HU" sz="4000" dirty="0">
              <a:solidFill>
                <a:srgbClr val="FFFFFF"/>
              </a:solidFill>
            </a:endParaRP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229620496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4157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001104D1-954B-499A-A0C7-A862BD8FE6E0}"/>
              </a:ext>
            </a:extLst>
          </p:cNvPr>
          <p:cNvSpPr>
            <a:spLocks noGrp="1"/>
          </p:cNvSpPr>
          <p:nvPr>
            <p:ph type="title"/>
          </p:nvPr>
        </p:nvSpPr>
        <p:spPr>
          <a:xfrm>
            <a:off x="184864" y="2137324"/>
            <a:ext cx="3668088" cy="1472368"/>
          </a:xfrm>
        </p:spPr>
        <p:txBody>
          <a:bodyPr anchor="b">
            <a:normAutofit/>
          </a:bodyPr>
          <a:lstStyle/>
          <a:p>
            <a:pPr algn="r"/>
            <a:r>
              <a:rPr lang="hu-HU" sz="4000" dirty="0">
                <a:solidFill>
                  <a:srgbClr val="FFFFFF"/>
                </a:solidFill>
              </a:rPr>
              <a:t>System </a:t>
            </a:r>
            <a:r>
              <a:rPr lang="hu-HU" sz="4000" dirty="0" err="1">
                <a:solidFill>
                  <a:srgbClr val="FFFFFF"/>
                </a:solidFill>
              </a:rPr>
              <a:t>Overview</a:t>
            </a:r>
            <a:endParaRPr lang="hu-HU" sz="4000" dirty="0">
              <a:solidFill>
                <a:srgbClr val="FFFFFF"/>
              </a:solidFill>
            </a:endParaRPr>
          </a:p>
        </p:txBody>
      </p:sp>
      <p:sp>
        <p:nvSpPr>
          <p:cNvPr id="4" name="Rectangle 1">
            <a:extLst>
              <a:ext uri="{FF2B5EF4-FFF2-40B4-BE49-F238E27FC236}">
                <a16:creationId xmlns:a16="http://schemas.microsoft.com/office/drawing/2014/main" id="{F9869F36-FE59-4DB9-B482-70E4E1D07305}"/>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lang="hu-HU" sz="2000" b="1" dirty="0">
                <a:latin typeface="Arial" panose="020B0604020202020204" pitchFamily="34" charset="0"/>
                <a:cs typeface="Arial" panose="020B0604020202020204" pitchFamily="34" charset="0"/>
              </a:rPr>
              <a:t>Frontend</a:t>
            </a:r>
            <a:r>
              <a:rPr lang="hu-HU" sz="2000" dirty="0">
                <a:latin typeface="Arial" panose="020B0604020202020204" pitchFamily="34" charset="0"/>
                <a:cs typeface="Arial" panose="020B0604020202020204" pitchFamily="34" charset="0"/>
              </a:rPr>
              <a:t>: </a:t>
            </a:r>
            <a:r>
              <a:rPr lang="hu-HU" sz="2000" dirty="0" err="1">
                <a:latin typeface="Arial" panose="020B0604020202020204" pitchFamily="34" charset="0"/>
                <a:cs typeface="Arial" panose="020B0604020202020204" pitchFamily="34" charset="0"/>
              </a:rPr>
              <a:t>React</a:t>
            </a:r>
            <a:r>
              <a:rPr lang="hu-HU" sz="2000" dirty="0">
                <a:latin typeface="Arial" panose="020B0604020202020204" pitchFamily="34" charset="0"/>
                <a:cs typeface="Arial" panose="020B0604020202020204" pitchFamily="34" charset="0"/>
              </a:rPr>
              <a:t>, </a:t>
            </a:r>
            <a:r>
              <a:rPr lang="hu-HU" sz="2000" dirty="0" err="1">
                <a:latin typeface="Arial" panose="020B0604020202020204" pitchFamily="34" charset="0"/>
                <a:cs typeface="Arial" panose="020B0604020202020204" pitchFamily="34" charset="0"/>
              </a:rPr>
              <a:t>component-based</a:t>
            </a:r>
            <a:r>
              <a:rPr lang="hu-HU" sz="2000" dirty="0">
                <a:latin typeface="Arial" panose="020B0604020202020204" pitchFamily="34" charset="0"/>
                <a:cs typeface="Arial" panose="020B0604020202020204" pitchFamily="34" charset="0"/>
              </a:rPr>
              <a:t> </a:t>
            </a:r>
            <a:r>
              <a:rPr lang="hu-HU" sz="2000" dirty="0" err="1">
                <a:latin typeface="Arial" panose="020B0604020202020204" pitchFamily="34" charset="0"/>
                <a:cs typeface="Arial" panose="020B0604020202020204" pitchFamily="34" charset="0"/>
              </a:rPr>
              <a:t>architecture</a:t>
            </a:r>
            <a:endParaRPr lang="hu-HU" sz="2000" dirty="0">
              <a:latin typeface="Arial" panose="020B0604020202020204" pitchFamily="34" charset="0"/>
              <a:cs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r>
              <a:rPr kumimoji="0" lang="hu-HU" altLang="hu-HU" sz="2000" b="1" i="0" u="none" strike="noStrike" cap="none" normalizeH="0" baseline="0" dirty="0">
                <a:ln>
                  <a:noFill/>
                </a:ln>
                <a:effectLst/>
                <a:latin typeface="Arial" panose="020B0604020202020204" pitchFamily="34" charset="0"/>
              </a:rPr>
              <a:t>Backend:</a:t>
            </a:r>
            <a:r>
              <a:rPr kumimoji="0" lang="hu-HU" altLang="hu-HU" sz="2000" b="0" i="0" u="none" strike="noStrike" cap="none" normalizeH="0" baseline="0" dirty="0">
                <a:ln>
                  <a:noFill/>
                </a:ln>
                <a:effectLst/>
                <a:latin typeface="Arial" panose="020B0604020202020204" pitchFamily="34" charset="0"/>
              </a:rPr>
              <a:t> Node.js + Express REST API</a:t>
            </a:r>
          </a:p>
          <a:p>
            <a:pPr marL="0" marR="0" lvl="0" indent="0" defTabSz="914400" rtl="0" eaLnBrk="0" fontAlgn="base" latinLnBrk="0" hangingPunct="0">
              <a:spcBef>
                <a:spcPct val="0"/>
              </a:spcBef>
              <a:spcAft>
                <a:spcPts val="600"/>
              </a:spcAft>
              <a:buClrTx/>
              <a:buSzTx/>
              <a:buFontTx/>
              <a:buChar char="•"/>
              <a:tabLst/>
            </a:pPr>
            <a:r>
              <a:rPr lang="hu-HU" altLang="hu-HU" sz="2000" b="1" dirty="0" err="1">
                <a:latin typeface="Arial" panose="020B0604020202020204" pitchFamily="34" charset="0"/>
              </a:rPr>
              <a:t>D</a:t>
            </a:r>
            <a:r>
              <a:rPr kumimoji="0" lang="hu-HU" altLang="hu-HU" sz="2000" b="1" i="0" u="none" strike="noStrike" cap="none" normalizeH="0" baseline="0" dirty="0" err="1">
                <a:ln>
                  <a:noFill/>
                </a:ln>
                <a:effectLst/>
                <a:latin typeface="Arial" panose="020B0604020202020204" pitchFamily="34" charset="0"/>
              </a:rPr>
              <a:t>atabase</a:t>
            </a:r>
            <a:r>
              <a:rPr kumimoji="0" lang="hu-HU" altLang="hu-HU" sz="2000" b="1" i="0" u="none" strike="noStrike" cap="none" normalizeH="0" baseline="0" dirty="0">
                <a:ln>
                  <a:noFill/>
                </a:ln>
                <a:effectLst/>
                <a:latin typeface="Arial" panose="020B0604020202020204" pitchFamily="34" charset="0"/>
              </a:rPr>
              <a:t>:</a:t>
            </a:r>
            <a:r>
              <a:rPr kumimoji="0" lang="hu-HU" altLang="hu-HU" sz="2000" b="0" i="0" u="none" strike="noStrike" cap="none" normalizeH="0" baseline="0" dirty="0">
                <a:ln>
                  <a:noFill/>
                </a:ln>
                <a:effectLst/>
                <a:latin typeface="Arial" panose="020B0604020202020204" pitchFamily="34" charset="0"/>
              </a:rPr>
              <a:t> </a:t>
            </a:r>
            <a:r>
              <a:rPr kumimoji="0" lang="hu-HU" altLang="hu-HU" sz="2000" b="0" i="0" u="none" strike="noStrike" cap="none" normalizeH="0" baseline="0" dirty="0" err="1">
                <a:ln>
                  <a:noFill/>
                </a:ln>
                <a:effectLst/>
                <a:latin typeface="Arial" panose="020B0604020202020204" pitchFamily="34" charset="0"/>
              </a:rPr>
              <a:t>MySQL</a:t>
            </a:r>
            <a:r>
              <a:rPr kumimoji="0" lang="hu-HU" altLang="hu-HU" sz="2000" b="0" i="0" u="none" strike="noStrike" cap="none" normalizeH="0" baseline="0" dirty="0">
                <a:ln>
                  <a:noFill/>
                </a:ln>
                <a:effectLst/>
                <a:latin typeface="Arial" panose="020B0604020202020204" pitchFamily="34" charset="0"/>
              </a:rPr>
              <a:t> / </a:t>
            </a:r>
            <a:r>
              <a:rPr kumimoji="0" lang="hu-HU" altLang="hu-HU" sz="2000" b="0" i="0" u="none" strike="noStrike" cap="none" normalizeH="0" baseline="0" dirty="0" err="1">
                <a:ln>
                  <a:noFill/>
                </a:ln>
                <a:effectLst/>
                <a:latin typeface="Arial" panose="020B0604020202020204" pitchFamily="34" charset="0"/>
              </a:rPr>
              <a:t>MariaDB</a:t>
            </a:r>
            <a:endParaRPr kumimoji="0" lang="hu-HU" altLang="hu-HU" sz="20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r>
              <a:rPr lang="hu-HU" sz="2000" b="1" dirty="0" err="1">
                <a:latin typeface="Arial" panose="020B0604020202020204" pitchFamily="34" charset="0"/>
                <a:cs typeface="Arial" panose="020B0604020202020204" pitchFamily="34" charset="0"/>
              </a:rPr>
              <a:t>Communication</a:t>
            </a:r>
            <a:r>
              <a:rPr kumimoji="0" lang="hu-HU" altLang="hu-HU" sz="2000" b="1" i="0" u="none" strike="noStrike" cap="none" normalizeH="0" baseline="0" dirty="0">
                <a:ln>
                  <a:noFill/>
                </a:ln>
                <a:effectLst/>
                <a:latin typeface="Arial" panose="020B0604020202020204" pitchFamily="34" charset="0"/>
              </a:rPr>
              <a:t>:</a:t>
            </a:r>
            <a:r>
              <a:rPr kumimoji="0" lang="hu-HU" altLang="hu-HU" sz="2000" b="0" i="0" u="none" strike="noStrike" cap="none" normalizeH="0" baseline="0" dirty="0">
                <a:ln>
                  <a:noFill/>
                </a:ln>
                <a:effectLst/>
                <a:latin typeface="Arial" panose="020B0604020202020204" pitchFamily="34" charset="0"/>
              </a:rPr>
              <a:t> JSON alapú HTTP kérések</a:t>
            </a:r>
          </a:p>
          <a:p>
            <a:pPr marL="0" marR="0" lvl="0" indent="0" defTabSz="914400" rtl="0" eaLnBrk="0" fontAlgn="base" latinLnBrk="0" hangingPunct="0">
              <a:spcBef>
                <a:spcPct val="0"/>
              </a:spcBef>
              <a:spcAft>
                <a:spcPts val="600"/>
              </a:spcAft>
              <a:buClrTx/>
              <a:buSzTx/>
              <a:buFontTx/>
              <a:buChar char="•"/>
              <a:tabLst/>
            </a:pPr>
            <a:r>
              <a:rPr lang="hu-HU" sz="2000" b="1" dirty="0" err="1">
                <a:latin typeface="Arial" panose="020B0604020202020204" pitchFamily="34" charset="0"/>
                <a:cs typeface="Arial" panose="020B0604020202020204" pitchFamily="34" charset="0"/>
              </a:rPr>
              <a:t>Authentication</a:t>
            </a:r>
            <a:r>
              <a:rPr lang="hu-HU" sz="1400" dirty="0"/>
              <a:t> </a:t>
            </a:r>
            <a:r>
              <a:rPr kumimoji="0" lang="hu-HU" altLang="hu-HU" sz="2000" b="1" i="0" u="none" strike="noStrike" cap="none" normalizeH="0" baseline="0" dirty="0">
                <a:ln>
                  <a:noFill/>
                </a:ln>
                <a:effectLst/>
                <a:latin typeface="Arial" panose="020B0604020202020204" pitchFamily="34" charset="0"/>
              </a:rPr>
              <a:t>:</a:t>
            </a:r>
            <a:r>
              <a:rPr kumimoji="0" lang="hu-HU" altLang="hu-HU" sz="2000" b="0" i="0" u="none" strike="noStrike" cap="none" normalizeH="0" baseline="0" dirty="0">
                <a:ln>
                  <a:noFill/>
                </a:ln>
                <a:effectLst/>
                <a:latin typeface="Arial" panose="020B0604020202020204" pitchFamily="34" charset="0"/>
              </a:rPr>
              <a:t> JWT </a:t>
            </a:r>
            <a:r>
              <a:rPr kumimoji="0" lang="hu-HU" altLang="hu-HU" sz="2000" b="0" i="0" u="none" strike="noStrike" cap="none" normalizeH="0" baseline="0" dirty="0" err="1">
                <a:ln>
                  <a:noFill/>
                </a:ln>
                <a:effectLst/>
                <a:latin typeface="Arial" panose="020B0604020202020204" pitchFamily="34" charset="0"/>
              </a:rPr>
              <a:t>token</a:t>
            </a:r>
            <a:endParaRPr kumimoji="0" lang="hu-HU" altLang="hu-HU" sz="2000" b="0" i="0" u="none" strike="noStrike" cap="none" normalizeH="0" baseline="0" dirty="0">
              <a:ln>
                <a:noFill/>
              </a:ln>
              <a:effectLst/>
              <a:latin typeface="Arial" panose="020B0604020202020204" pitchFamily="34" charset="0"/>
            </a:endParaRPr>
          </a:p>
        </p:txBody>
      </p:sp>
      <p:pic>
        <p:nvPicPr>
          <p:cNvPr id="6" name="Picture 2" descr="Budapesti Gazdasági Szakképzési Centrum Pestszentlőrinci Technikum | EDIR">
            <a:extLst>
              <a:ext uri="{FF2B5EF4-FFF2-40B4-BE49-F238E27FC236}">
                <a16:creationId xmlns:a16="http://schemas.microsoft.com/office/drawing/2014/main" id="{8BAC10DA-AD74-9460-FA22-0BD41B635A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FC1866-F186-2151-77AF-ADFB324664B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841979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655ECCE-1ACE-490F-92E6-2567A34886FC}"/>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Adatbázis-tervezés</a:t>
            </a:r>
          </a:p>
        </p:txBody>
      </p:sp>
      <p:sp>
        <p:nvSpPr>
          <p:cNvPr id="4" name="Rectangle 1">
            <a:extLst>
              <a:ext uri="{FF2B5EF4-FFF2-40B4-BE49-F238E27FC236}">
                <a16:creationId xmlns:a16="http://schemas.microsoft.com/office/drawing/2014/main" id="{23DC66E9-0D8C-4FBD-9170-80281BAB23AD}"/>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Relációs adatbázis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Táblák külön funkciókhoz</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Primary key és foreign key kapcsolatok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Kaszkád törlés több kapcsolatnál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Állapotkezelés a maketteknél</a:t>
            </a:r>
          </a:p>
        </p:txBody>
      </p:sp>
      <p:pic>
        <p:nvPicPr>
          <p:cNvPr id="6" name="Picture 2" descr="Budapesti Gazdasági Szakképzési Centrum Pestszentlőrinci Technikum | EDIR">
            <a:extLst>
              <a:ext uri="{FF2B5EF4-FFF2-40B4-BE49-F238E27FC236}">
                <a16:creationId xmlns:a16="http://schemas.microsoft.com/office/drawing/2014/main" id="{92433329-9DD4-8840-15B0-A8BC9DF2B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A0F27EB-5C29-796D-04AE-656DB6D16F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585981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1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Cím 1">
            <a:extLst>
              <a:ext uri="{FF2B5EF4-FFF2-40B4-BE49-F238E27FC236}">
                <a16:creationId xmlns:a16="http://schemas.microsoft.com/office/drawing/2014/main" id="{338A9F8F-C102-4DBC-A04D-EDDE8BDDB353}"/>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5BBEA526-C9A5-4879-9269-78CF34379595}"/>
              </a:ext>
            </a:extLst>
          </p:cNvPr>
          <p:cNvPicPr>
            <a:picLocks noChangeAspect="1"/>
          </p:cNvPicPr>
          <p:nvPr/>
        </p:nvPicPr>
        <p:blipFill>
          <a:blip r:embed="rId3"/>
          <a:stretch>
            <a:fillRect/>
          </a:stretch>
        </p:blipFill>
        <p:spPr>
          <a:xfrm>
            <a:off x="4502428" y="764506"/>
            <a:ext cx="7225748"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D8DB5095-E400-F5AA-491D-E9127285C4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2C8DF5F2-0CCB-B666-6766-4AA447F4FF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514919" y="5260428"/>
            <a:ext cx="1445169" cy="1445169"/>
          </a:xfrm>
          <a:prstGeom prst="rect">
            <a:avLst/>
          </a:prstGeom>
        </p:spPr>
      </p:pic>
    </p:spTree>
    <p:extLst>
      <p:ext uri="{BB962C8B-B14F-4D97-AF65-F5344CB8AC3E}">
        <p14:creationId xmlns:p14="http://schemas.microsoft.com/office/powerpoint/2010/main" val="5663201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7D8C6D9-7496-48C7-A28D-CF19A7502634}"/>
              </a:ext>
            </a:extLst>
          </p:cNvPr>
          <p:cNvSpPr>
            <a:spLocks noGrp="1"/>
          </p:cNvSpPr>
          <p:nvPr>
            <p:ph type="title"/>
          </p:nvPr>
        </p:nvSpPr>
        <p:spPr>
          <a:xfrm>
            <a:off x="1316791" y="1005303"/>
            <a:ext cx="2032490" cy="4427309"/>
          </a:xfrm>
        </p:spPr>
        <p:txBody>
          <a:bodyPr>
            <a:normAutofit/>
          </a:bodyPr>
          <a:lstStyle/>
          <a:p>
            <a:r>
              <a:rPr lang="hu-HU" sz="2800">
                <a:solidFill>
                  <a:schemeClr val="bg1"/>
                </a:solidFill>
              </a:rPr>
              <a:t>Miért így terveztük az adatbázist?</a:t>
            </a:r>
          </a:p>
        </p:txBody>
      </p:sp>
      <p:sp>
        <p:nvSpPr>
          <p:cNvPr id="4" name="Rectangle 1">
            <a:extLst>
              <a:ext uri="{FF2B5EF4-FFF2-40B4-BE49-F238E27FC236}">
                <a16:creationId xmlns:a16="http://schemas.microsoft.com/office/drawing/2014/main" id="{712F3397-1552-4A30-BFC9-5533FDE01A7F}"/>
              </a:ext>
            </a:extLst>
          </p:cNvPr>
          <p:cNvSpPr>
            <a:spLocks noGrp="1" noChangeArrowheads="1"/>
          </p:cNvSpPr>
          <p:nvPr>
            <p:ph idx="1"/>
          </p:nvPr>
        </p:nvSpPr>
        <p:spPr bwMode="auto">
          <a:xfrm>
            <a:off x="5336498" y="1288934"/>
            <a:ext cx="5801194" cy="428013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Redundancia csökkentése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Egyszerűbb lekérdezések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Jogosultságok és állapotok kezelése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Bővíthetőség</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Közösségi funkciók támogatása</a:t>
            </a:r>
          </a:p>
        </p:txBody>
      </p:sp>
      <p:sp>
        <p:nvSpPr>
          <p:cNvPr id="13" name="Rectangle 1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Kép 5">
            <a:extLst>
              <a:ext uri="{FF2B5EF4-FFF2-40B4-BE49-F238E27FC236}">
                <a16:creationId xmlns:a16="http://schemas.microsoft.com/office/drawing/2014/main" id="{89859A2F-F052-6CD9-84A4-217E3AA847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7" name="Picture 2" descr="Budapesti Gazdasági Szakképzési Centrum Pestszentlőrinci Technikum | EDIR">
            <a:extLst>
              <a:ext uri="{FF2B5EF4-FFF2-40B4-BE49-F238E27FC236}">
                <a16:creationId xmlns:a16="http://schemas.microsoft.com/office/drawing/2014/main" id="{01A56FBC-DF23-DAA2-1198-340A78F38F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0747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713CED2E-8263-4A50-BD76-202E6B337145}"/>
              </a:ext>
            </a:extLst>
          </p:cNvPr>
          <p:cNvSpPr>
            <a:spLocks noGrp="1"/>
          </p:cNvSpPr>
          <p:nvPr>
            <p:ph type="title"/>
          </p:nvPr>
        </p:nvSpPr>
        <p:spPr>
          <a:xfrm>
            <a:off x="1371599" y="294538"/>
            <a:ext cx="9895951" cy="1033669"/>
          </a:xfrm>
        </p:spPr>
        <p:txBody>
          <a:bodyPr>
            <a:normAutofit/>
          </a:bodyPr>
          <a:lstStyle/>
          <a:p>
            <a:r>
              <a:rPr lang="hu-HU" sz="4000">
                <a:solidFill>
                  <a:srgbClr val="FFFFFF"/>
                </a:solidFill>
              </a:rPr>
              <a:t>Backend architektúra</a:t>
            </a:r>
          </a:p>
        </p:txBody>
      </p:sp>
      <p:sp>
        <p:nvSpPr>
          <p:cNvPr id="4" name="Rectangle 1">
            <a:extLst>
              <a:ext uri="{FF2B5EF4-FFF2-40B4-BE49-F238E27FC236}">
                <a16:creationId xmlns:a16="http://schemas.microsoft.com/office/drawing/2014/main" id="{D560AA97-470D-452D-86F3-3751CD1F1F6C}"/>
              </a:ext>
            </a:extLst>
          </p:cNvPr>
          <p:cNvSpPr>
            <a:spLocks noGrp="1" noChangeArrowheads="1"/>
          </p:cNvSpPr>
          <p:nvPr>
            <p:ph idx="1"/>
          </p:nvPr>
        </p:nvSpPr>
        <p:spPr bwMode="auto">
          <a:xfrm>
            <a:off x="1371599" y="2318197"/>
            <a:ext cx="9724031"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Express szerver</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Route-modulokra bontott felépítés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Middleware-ek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MySQL kapcsolat poolon keresztül</a:t>
            </a:r>
          </a:p>
        </p:txBody>
      </p:sp>
      <p:pic>
        <p:nvPicPr>
          <p:cNvPr id="6" name="Picture 2" descr="Budapesti Gazdasági Szakképzési Centrum Pestszentlőrinci Technikum | EDIR">
            <a:extLst>
              <a:ext uri="{FF2B5EF4-FFF2-40B4-BE49-F238E27FC236}">
                <a16:creationId xmlns:a16="http://schemas.microsoft.com/office/drawing/2014/main" id="{1681253C-DDC2-D61A-ED85-C998B650CC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78ADC8A-1A28-9CC5-D7D3-8245BF34FC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544446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3E97E77-40B9-4F8D-9934-4E93BE8B2B9A}"/>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Hitelesítés és jogosultság</a:t>
            </a:r>
          </a:p>
        </p:txBody>
      </p:sp>
      <p:sp>
        <p:nvSpPr>
          <p:cNvPr id="4" name="Rectangle 1">
            <a:extLst>
              <a:ext uri="{FF2B5EF4-FFF2-40B4-BE49-F238E27FC236}">
                <a16:creationId xmlns:a16="http://schemas.microsoft.com/office/drawing/2014/main" id="{AC952FCA-ED37-4ED7-ADE2-49E5C0C3600F}"/>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Regisztráció bcrypt hash-eléssel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Bejelentkezés JWT tokennel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authMiddleware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adminMiddleware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Tiltás kezelése login közben is</a:t>
            </a:r>
          </a:p>
        </p:txBody>
      </p:sp>
      <p:pic>
        <p:nvPicPr>
          <p:cNvPr id="3" name="Kép 2">
            <a:extLst>
              <a:ext uri="{FF2B5EF4-FFF2-40B4-BE49-F238E27FC236}">
                <a16:creationId xmlns:a16="http://schemas.microsoft.com/office/drawing/2014/main" id="{3AC4B6CF-1B66-58B8-D54D-919EBED3ED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81B4F0C2-D06D-6797-4F9F-F263F80CAB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18130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CBDB15-0752-4DAB-8ED8-E057DF2B006B}"/>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API funkciók</a:t>
            </a:r>
          </a:p>
        </p:txBody>
      </p:sp>
      <p:graphicFrame>
        <p:nvGraphicFramePr>
          <p:cNvPr id="6" name="Rectangle 1">
            <a:extLst>
              <a:ext uri="{FF2B5EF4-FFF2-40B4-BE49-F238E27FC236}">
                <a16:creationId xmlns:a16="http://schemas.microsoft.com/office/drawing/2014/main" id="{121EFFAC-AB95-9080-4015-5811F2F7CBCC}"/>
              </a:ext>
            </a:extLst>
          </p:cNvPr>
          <p:cNvGraphicFramePr>
            <a:graphicFrameLocks noGrp="1"/>
          </p:cNvGraphicFramePr>
          <p:nvPr>
            <p:ph idx="1"/>
            <p:extLst>
              <p:ext uri="{D42A27DB-BD31-4B8C-83A1-F6EECF244321}">
                <p14:modId xmlns:p14="http://schemas.microsoft.com/office/powerpoint/2010/main" val="66107345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92AE254A-8FBB-45E3-7B09-81603F8F85A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46B645C-0E33-63BB-E3A4-7118E8068D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785610" y="5476496"/>
            <a:ext cx="1282459" cy="1282459"/>
          </a:xfrm>
          <a:prstGeom prst="rect">
            <a:avLst/>
          </a:prstGeom>
        </p:spPr>
      </p:pic>
    </p:spTree>
    <p:extLst>
      <p:ext uri="{BB962C8B-B14F-4D97-AF65-F5344CB8AC3E}">
        <p14:creationId xmlns:p14="http://schemas.microsoft.com/office/powerpoint/2010/main" val="1747624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B7EEF1B-A8A1-434C-9308-C40B735DF342}"/>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Extra backend funkciók</a:t>
            </a:r>
          </a:p>
        </p:txBody>
      </p:sp>
      <p:sp>
        <p:nvSpPr>
          <p:cNvPr id="4" name="Rectangle 1">
            <a:extLst>
              <a:ext uri="{FF2B5EF4-FFF2-40B4-BE49-F238E27FC236}">
                <a16:creationId xmlns:a16="http://schemas.microsoft.com/office/drawing/2014/main" id="{187050F8-E587-45AD-B8D2-F967925A7DCD}"/>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Fájlfeltöltés multer-rel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CORS beállítás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Rate limit a login és AI route-okon</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E-mail értesítés üzenetnél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Aktivitásnaplózás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AI chat OpenAI kapcsolattal</a:t>
            </a:r>
          </a:p>
        </p:txBody>
      </p:sp>
      <p:pic>
        <p:nvPicPr>
          <p:cNvPr id="3" name="Kép 2">
            <a:extLst>
              <a:ext uri="{FF2B5EF4-FFF2-40B4-BE49-F238E27FC236}">
                <a16:creationId xmlns:a16="http://schemas.microsoft.com/office/drawing/2014/main" id="{03885A60-099F-B6AF-D190-2FD17DB9DD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FD082890-F3A2-83ED-706B-C6387C4593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98538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AB3178A5-1042-42B3-8ABD-3054DA77646E}"/>
              </a:ext>
            </a:extLst>
          </p:cNvPr>
          <p:cNvSpPr>
            <a:spLocks noGrp="1"/>
          </p:cNvSpPr>
          <p:nvPr>
            <p:ph type="title"/>
          </p:nvPr>
        </p:nvSpPr>
        <p:spPr>
          <a:xfrm>
            <a:off x="826396" y="586855"/>
            <a:ext cx="4230100" cy="3387497"/>
          </a:xfrm>
        </p:spPr>
        <p:txBody>
          <a:bodyPr anchor="b">
            <a:normAutofit/>
          </a:bodyPr>
          <a:lstStyle/>
          <a:p>
            <a:pPr algn="r"/>
            <a:r>
              <a:rPr lang="hu-HU" sz="4000">
                <a:solidFill>
                  <a:srgbClr val="FFFFFF"/>
                </a:solidFill>
              </a:rPr>
              <a:t>Frontend felépítése</a:t>
            </a:r>
          </a:p>
        </p:txBody>
      </p:sp>
      <p:sp>
        <p:nvSpPr>
          <p:cNvPr id="4" name="Rectangle 1">
            <a:extLst>
              <a:ext uri="{FF2B5EF4-FFF2-40B4-BE49-F238E27FC236}">
                <a16:creationId xmlns:a16="http://schemas.microsoft.com/office/drawing/2014/main" id="{99C0DE1F-142B-4110-A2A5-FD91448D06BE}"/>
              </a:ext>
            </a:extLst>
          </p:cNvPr>
          <p:cNvSpPr>
            <a:spLocks noGrp="1" noChangeArrowheads="1"/>
          </p:cNvSpPr>
          <p:nvPr>
            <p:ph idx="1"/>
          </p:nvPr>
        </p:nvSpPr>
        <p:spPr bwMode="auto">
          <a:xfrm>
            <a:off x="6503158" y="649480"/>
            <a:ext cx="48624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React komponens alapú rendszer</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Külön oldalak és újrahasznosítható komponensek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useAuth és useAdat context</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Modalok, kártyák, csillagos értékelés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Reszponzív navbar és mobil menü</a:t>
            </a:r>
          </a:p>
        </p:txBody>
      </p:sp>
      <p:pic>
        <p:nvPicPr>
          <p:cNvPr id="3" name="Picture 2" descr="Budapesti Gazdasági Szakképzési Centrum Pestszentlőrinci Technikum | EDIR">
            <a:extLst>
              <a:ext uri="{FF2B5EF4-FFF2-40B4-BE49-F238E27FC236}">
                <a16:creationId xmlns:a16="http://schemas.microsoft.com/office/drawing/2014/main" id="{668E0D92-EAAB-337A-22A1-4DC658CD8D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6" name="Kép 5">
            <a:extLst>
              <a:ext uri="{FF2B5EF4-FFF2-40B4-BE49-F238E27FC236}">
                <a16:creationId xmlns:a16="http://schemas.microsoft.com/office/drawing/2014/main" id="{26BC7514-2576-6173-36D1-2893A08B8B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31029471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0261417-5FF9-4AC4-BBE8-4F4A2BB6693D}"/>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Profil, fórum, építési napló, AI</a:t>
            </a:r>
          </a:p>
        </p:txBody>
      </p:sp>
      <p:graphicFrame>
        <p:nvGraphicFramePr>
          <p:cNvPr id="6" name="Rectangle 1">
            <a:extLst>
              <a:ext uri="{FF2B5EF4-FFF2-40B4-BE49-F238E27FC236}">
                <a16:creationId xmlns:a16="http://schemas.microsoft.com/office/drawing/2014/main" id="{6E65DC1D-4394-C564-DF9D-7C27C633F5F6}"/>
              </a:ext>
            </a:extLst>
          </p:cNvPr>
          <p:cNvGraphicFramePr>
            <a:graphicFrameLocks noGrp="1"/>
          </p:cNvGraphicFramePr>
          <p:nvPr>
            <p:ph idx="1"/>
            <p:extLst>
              <p:ext uri="{D42A27DB-BD31-4B8C-83A1-F6EECF244321}">
                <p14:modId xmlns:p14="http://schemas.microsoft.com/office/powerpoint/2010/main" val="2739925633"/>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8A60D6D2-9384-1CE2-83CB-2A23538A852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1B4AE9-ACD4-9C7D-BAA0-47E43A98C5D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1024440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72E48AA3-2861-04F2-4DB4-64F44F57DA3A}"/>
              </a:ext>
            </a:extLst>
          </p:cNvPr>
          <p:cNvPicPr>
            <a:picLocks noChangeAspect="1"/>
          </p:cNvPicPr>
          <p:nvPr/>
        </p:nvPicPr>
        <p:blipFill>
          <a:blip r:embed="rId3">
            <a:duotone>
              <a:schemeClr val="bg2">
                <a:shade val="45000"/>
                <a:satMod val="135000"/>
              </a:schemeClr>
              <a:prstClr val="white"/>
            </a:duotone>
          </a:blip>
          <a:srcRect t="6250"/>
          <a:stretch>
            <a:fillRect/>
          </a:stretch>
        </p:blipFill>
        <p:spPr>
          <a:xfrm>
            <a:off x="20" y="10"/>
            <a:ext cx="12191980" cy="6857990"/>
          </a:xfrm>
          <a:prstGeom prst="rect">
            <a:avLst/>
          </a:prstGeom>
        </p:spPr>
      </p:pic>
      <p:sp>
        <p:nvSpPr>
          <p:cNvPr id="27" name="Rectangle 26">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8AC334C-391E-4020-930B-6C0BC96A764F}"/>
              </a:ext>
            </a:extLst>
          </p:cNvPr>
          <p:cNvSpPr>
            <a:spLocks noGrp="1"/>
          </p:cNvSpPr>
          <p:nvPr>
            <p:ph type="title"/>
          </p:nvPr>
        </p:nvSpPr>
        <p:spPr>
          <a:xfrm>
            <a:off x="838200" y="365125"/>
            <a:ext cx="10515600" cy="1325563"/>
          </a:xfrm>
        </p:spPr>
        <p:txBody>
          <a:bodyPr>
            <a:normAutofit/>
          </a:bodyPr>
          <a:lstStyle/>
          <a:p>
            <a:r>
              <a:rPr lang="hu-HU"/>
              <a:t>Dizájn és reszponzivitás</a:t>
            </a:r>
          </a:p>
        </p:txBody>
      </p:sp>
      <p:graphicFrame>
        <p:nvGraphicFramePr>
          <p:cNvPr id="22" name="Rectangle 1">
            <a:extLst>
              <a:ext uri="{FF2B5EF4-FFF2-40B4-BE49-F238E27FC236}">
                <a16:creationId xmlns:a16="http://schemas.microsoft.com/office/drawing/2014/main" id="{F95FEA2D-351E-400F-FB34-CA944BB783A3}"/>
              </a:ext>
            </a:extLst>
          </p:cNvPr>
          <p:cNvGraphicFramePr>
            <a:graphicFrameLocks noGrp="1"/>
          </p:cNvGraphicFramePr>
          <p:nvPr>
            <p:ph idx="1"/>
            <p:extLst>
              <p:ext uri="{D42A27DB-BD31-4B8C-83A1-F6EECF244321}">
                <p14:modId xmlns:p14="http://schemas.microsoft.com/office/powerpoint/2010/main" val="24374048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Kép 2">
            <a:extLst>
              <a:ext uri="{FF2B5EF4-FFF2-40B4-BE49-F238E27FC236}">
                <a16:creationId xmlns:a16="http://schemas.microsoft.com/office/drawing/2014/main" id="{8C0BFCB8-D2E6-BC27-69ED-19A699F524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03ED1A53-BA7B-DEA0-ABDA-CBE0DF0D1F6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38647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53DE34D-54B9-0F0E-CFF6-62AB7BA0F1F9}"/>
              </a:ext>
            </a:extLst>
          </p:cNvPr>
          <p:cNvPicPr>
            <a:picLocks noChangeAspect="1"/>
          </p:cNvPicPr>
          <p:nvPr/>
        </p:nvPicPr>
        <p:blipFill>
          <a:blip r:embed="rId3">
            <a:duotone>
              <a:schemeClr val="bg2">
                <a:shade val="45000"/>
                <a:satMod val="135000"/>
              </a:schemeClr>
              <a:prstClr val="white"/>
            </a:duotone>
          </a:blip>
          <a:srcRect t="5055" b="10675"/>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BF82E039-7C8F-44F2-97A1-7B28A8959866}"/>
              </a:ext>
            </a:extLst>
          </p:cNvPr>
          <p:cNvSpPr>
            <a:spLocks noGrp="1"/>
          </p:cNvSpPr>
          <p:nvPr>
            <p:ph type="title"/>
          </p:nvPr>
        </p:nvSpPr>
        <p:spPr>
          <a:xfrm>
            <a:off x="838200" y="365125"/>
            <a:ext cx="10515600" cy="1325563"/>
          </a:xfrm>
        </p:spPr>
        <p:txBody>
          <a:bodyPr>
            <a:normAutofit/>
          </a:bodyPr>
          <a:lstStyle/>
          <a:p>
            <a:r>
              <a:rPr lang="hu-HU" dirty="0"/>
              <a:t>Összegzés és továbbfejlesztés</a:t>
            </a:r>
          </a:p>
        </p:txBody>
      </p:sp>
      <p:graphicFrame>
        <p:nvGraphicFramePr>
          <p:cNvPr id="6" name="Rectangle 1">
            <a:extLst>
              <a:ext uri="{FF2B5EF4-FFF2-40B4-BE49-F238E27FC236}">
                <a16:creationId xmlns:a16="http://schemas.microsoft.com/office/drawing/2014/main" id="{ED3C2EA8-9573-C5BD-2AFD-B2307349EF2A}"/>
              </a:ext>
            </a:extLst>
          </p:cNvPr>
          <p:cNvGraphicFramePr>
            <a:graphicFrameLocks noGrp="1"/>
          </p:cNvGraphicFramePr>
          <p:nvPr>
            <p:ph idx="1"/>
            <p:extLst>
              <p:ext uri="{D42A27DB-BD31-4B8C-83A1-F6EECF244321}">
                <p14:modId xmlns:p14="http://schemas.microsoft.com/office/powerpoint/2010/main" val="411308850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Picture 2" descr="Budapesti Gazdasági Szakképzési Centrum Pestszentlőrinci Technikum | EDIR">
            <a:extLst>
              <a:ext uri="{FF2B5EF4-FFF2-40B4-BE49-F238E27FC236}">
                <a16:creationId xmlns:a16="http://schemas.microsoft.com/office/drawing/2014/main" id="{73C18238-D6FF-5E43-C49B-2C199BDA05C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8" name="Kép 7">
            <a:extLst>
              <a:ext uri="{FF2B5EF4-FFF2-40B4-BE49-F238E27FC236}">
                <a16:creationId xmlns:a16="http://schemas.microsoft.com/office/drawing/2014/main" id="{6099188D-A973-3E9C-B6F4-3CC452C642B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063393909"/>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352</TotalTime>
  <Words>1565</Words>
  <Application>Microsoft Office PowerPoint</Application>
  <PresentationFormat>Szélesvásznú</PresentationFormat>
  <Paragraphs>129</Paragraphs>
  <Slides>16</Slides>
  <Notes>16</Notes>
  <HiddenSlides>0</HiddenSlides>
  <MMClips>0</MMClips>
  <ScaleCrop>false</ScaleCrop>
  <HeadingPairs>
    <vt:vector size="6" baseType="variant">
      <vt:variant>
        <vt:lpstr>Használt betűtípusok</vt:lpstr>
      </vt:variant>
      <vt:variant>
        <vt:i4>4</vt:i4>
      </vt:variant>
      <vt:variant>
        <vt:lpstr>Téma</vt:lpstr>
      </vt:variant>
      <vt:variant>
        <vt:i4>1</vt:i4>
      </vt:variant>
      <vt:variant>
        <vt:lpstr>Diacímek</vt:lpstr>
      </vt:variant>
      <vt:variant>
        <vt:i4>16</vt:i4>
      </vt:variant>
    </vt:vector>
  </HeadingPairs>
  <TitlesOfParts>
    <vt:vector size="21" baseType="lpstr">
      <vt:lpstr>Arial</vt:lpstr>
      <vt:lpstr>Calibri</vt:lpstr>
      <vt:lpstr>Calibri Light</vt:lpstr>
      <vt:lpstr>Times New Roman</vt:lpstr>
      <vt:lpstr>Office-téma</vt:lpstr>
      <vt:lpstr>MakettMester</vt:lpstr>
      <vt:lpstr>Problem &amp; Solution</vt:lpstr>
      <vt:lpstr>Project Goal</vt:lpstr>
      <vt:lpstr>Tools we used</vt:lpstr>
      <vt:lpstr>System Overview</vt:lpstr>
      <vt:lpstr>Adatbázis-tervezés</vt:lpstr>
      <vt:lpstr>Fő táblák</vt:lpstr>
      <vt:lpstr>Miért így terveztük az adatbázist?</vt:lpstr>
      <vt:lpstr>Backend architektúra</vt:lpstr>
      <vt:lpstr>Hitelesítés és jogosultság</vt:lpstr>
      <vt:lpstr>API funkciók</vt:lpstr>
      <vt:lpstr>Extra backend funkciók</vt:lpstr>
      <vt:lpstr>Frontend felépítése</vt:lpstr>
      <vt:lpstr>Profil, fórum, építési napló, AI</vt:lpstr>
      <vt:lpstr>Dizájn és reszponzivitás</vt:lpstr>
      <vt:lpstr>Összegzés és továbbfejlesztés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MakettMester</dc:title>
  <dc:creator>Claus Patrik 420</dc:creator>
  <cp:lastModifiedBy>Claus Patrik 420</cp:lastModifiedBy>
  <cp:revision>26</cp:revision>
  <dcterms:created xsi:type="dcterms:W3CDTF">2026-03-18T07:19:38Z</dcterms:created>
  <dcterms:modified xsi:type="dcterms:W3CDTF">2026-04-22T08:44:37Z</dcterms:modified>
</cp:coreProperties>
</file>