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74"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1551" autoAdjust="0"/>
  </p:normalViewPr>
  <p:slideViewPr>
    <p:cSldViewPr snapToGrid="0">
      <p:cViewPr varScale="1">
        <p:scale>
          <a:sx n="93" d="100"/>
          <a:sy n="93" d="100"/>
        </p:scale>
        <p:origin x="127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en-US" b="0" dirty="0"/>
            <a:t>Creating a unified scale modeling platform</a:t>
          </a:r>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b="0" dirty="0" err="1"/>
            <a:t>Providing</a:t>
          </a:r>
          <a:r>
            <a:rPr lang="hu-HU" b="0" dirty="0"/>
            <a:t> </a:t>
          </a:r>
          <a:r>
            <a:rPr lang="hu-HU" b="0" dirty="0" err="1"/>
            <a:t>community</a:t>
          </a:r>
          <a:r>
            <a:rPr lang="hu-HU" b="0" dirty="0"/>
            <a:t> </a:t>
          </a:r>
          <a:r>
            <a:rPr lang="hu-HU" b="0" dirty="0" err="1"/>
            <a:t>features</a:t>
          </a:r>
          <a:endParaRPr lang="en-US" b="0"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en-US" b="0" dirty="0"/>
            <a:t>Uploading and managing user-generated content</a:t>
          </a:r>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b="0" dirty="0"/>
            <a:t>Modern, </a:t>
          </a:r>
          <a:r>
            <a:rPr lang="hu-HU" b="0" dirty="0" err="1"/>
            <a:t>responsive</a:t>
          </a:r>
          <a:r>
            <a:rPr lang="hu-HU" b="0" dirty="0"/>
            <a:t> </a:t>
          </a:r>
          <a:r>
            <a:rPr lang="hu-HU" b="0" dirty="0" err="1"/>
            <a:t>interface</a:t>
          </a:r>
          <a:endParaRPr lang="en-US" b="0"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en-US" b="0" dirty="0"/>
            <a:t>Permission management and admin features</a:t>
          </a:r>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CCBB1A8-C620-4843-A855-65AF0FD3EBA3}"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A45E59C6-6248-4CD8-9514-5018B821035C}">
      <dgm:prSet/>
      <dgm:spPr/>
      <dgm:t>
        <a:bodyPr/>
        <a:lstStyle/>
        <a:p>
          <a:r>
            <a:rPr lang="hu-HU" b="0" i="0" baseline="0"/>
            <a:t>Regisztráció, bejelentkezés</a:t>
          </a:r>
          <a:endParaRPr lang="en-US"/>
        </a:p>
      </dgm:t>
    </dgm:pt>
    <dgm:pt modelId="{28F85EE5-FE5C-4124-989E-A5A13026100B}" type="parTrans" cxnId="{583CE1D4-D56A-432B-AAFB-4534B5651E75}">
      <dgm:prSet/>
      <dgm:spPr/>
      <dgm:t>
        <a:bodyPr/>
        <a:lstStyle/>
        <a:p>
          <a:endParaRPr lang="en-US"/>
        </a:p>
      </dgm:t>
    </dgm:pt>
    <dgm:pt modelId="{B2958EED-BB9B-43BD-9057-0F7431C778F7}" type="sibTrans" cxnId="{583CE1D4-D56A-432B-AAFB-4534B5651E75}">
      <dgm:prSet/>
      <dgm:spPr/>
      <dgm:t>
        <a:bodyPr/>
        <a:lstStyle/>
        <a:p>
          <a:endParaRPr lang="en-US"/>
        </a:p>
      </dgm:t>
    </dgm:pt>
    <dgm:pt modelId="{BD6FCE86-8CC1-4B84-AB49-2A2D1B0DD6FA}">
      <dgm:prSet/>
      <dgm:spPr/>
      <dgm:t>
        <a:bodyPr/>
        <a:lstStyle/>
        <a:p>
          <a:r>
            <a:rPr lang="hu-HU" b="0" i="0" baseline="0"/>
            <a:t>Makettlista, keresés, szűrés</a:t>
          </a:r>
          <a:endParaRPr lang="en-US"/>
        </a:p>
      </dgm:t>
    </dgm:pt>
    <dgm:pt modelId="{47A903D1-7D2F-4623-983B-61D4F98BB90B}" type="parTrans" cxnId="{F3CE398F-4621-4307-B6CD-E2265EF20C53}">
      <dgm:prSet/>
      <dgm:spPr/>
      <dgm:t>
        <a:bodyPr/>
        <a:lstStyle/>
        <a:p>
          <a:endParaRPr lang="en-US"/>
        </a:p>
      </dgm:t>
    </dgm:pt>
    <dgm:pt modelId="{CEBF265E-A5F7-43F5-9423-C2FB34676EFF}" type="sibTrans" cxnId="{F3CE398F-4621-4307-B6CD-E2265EF20C53}">
      <dgm:prSet/>
      <dgm:spPr/>
      <dgm:t>
        <a:bodyPr/>
        <a:lstStyle/>
        <a:p>
          <a:endParaRPr lang="en-US"/>
        </a:p>
      </dgm:t>
    </dgm:pt>
    <dgm:pt modelId="{1EDD4356-5ACA-4EC2-91F9-B60AE93A70A5}">
      <dgm:prSet/>
      <dgm:spPr/>
      <dgm:t>
        <a:bodyPr/>
        <a:lstStyle/>
        <a:p>
          <a:r>
            <a:rPr lang="hu-HU" b="0" i="0" baseline="0"/>
            <a:t>Vélemények és csillagos értékelés</a:t>
          </a:r>
          <a:endParaRPr lang="en-US"/>
        </a:p>
      </dgm:t>
    </dgm:pt>
    <dgm:pt modelId="{C134A0DB-CE67-4838-B3B2-FE22F0F03E2E}" type="parTrans" cxnId="{A54DB0F9-323E-4063-89DA-48B39F69DCD4}">
      <dgm:prSet/>
      <dgm:spPr/>
      <dgm:t>
        <a:bodyPr/>
        <a:lstStyle/>
        <a:p>
          <a:endParaRPr lang="en-US"/>
        </a:p>
      </dgm:t>
    </dgm:pt>
    <dgm:pt modelId="{74558A93-7C7C-44C9-9EDF-847D79F01005}" type="sibTrans" cxnId="{A54DB0F9-323E-4063-89DA-48B39F69DCD4}">
      <dgm:prSet/>
      <dgm:spPr/>
      <dgm:t>
        <a:bodyPr/>
        <a:lstStyle/>
        <a:p>
          <a:endParaRPr lang="en-US"/>
        </a:p>
      </dgm:t>
    </dgm:pt>
    <dgm:pt modelId="{BB1A0EF1-6C31-43B6-B08C-955C91BB328A}">
      <dgm:prSet/>
      <dgm:spPr/>
      <dgm:t>
        <a:bodyPr/>
        <a:lstStyle/>
        <a:p>
          <a:r>
            <a:rPr lang="hu-HU" b="0" i="0" baseline="0"/>
            <a:t>Kedvencek</a:t>
          </a:r>
          <a:endParaRPr lang="en-US"/>
        </a:p>
      </dgm:t>
    </dgm:pt>
    <dgm:pt modelId="{9DF70956-644B-4CC1-8CE2-8FC568E88D0A}" type="parTrans" cxnId="{CA6B25D7-7491-4B48-B4C5-277BA41214FC}">
      <dgm:prSet/>
      <dgm:spPr/>
      <dgm:t>
        <a:bodyPr/>
        <a:lstStyle/>
        <a:p>
          <a:endParaRPr lang="en-US"/>
        </a:p>
      </dgm:t>
    </dgm:pt>
    <dgm:pt modelId="{A7190411-EE23-4BCA-A547-7BB7F03A1C24}" type="sibTrans" cxnId="{CA6B25D7-7491-4B48-B4C5-277BA41214FC}">
      <dgm:prSet/>
      <dgm:spPr/>
      <dgm:t>
        <a:bodyPr/>
        <a:lstStyle/>
        <a:p>
          <a:endParaRPr lang="en-US"/>
        </a:p>
      </dgm:t>
    </dgm:pt>
    <dgm:pt modelId="{D31757B0-E413-4EAF-8948-2DBFE46E3A38}">
      <dgm:prSet/>
      <dgm:spPr/>
      <dgm:t>
        <a:bodyPr/>
        <a:lstStyle/>
        <a:p>
          <a:r>
            <a:rPr lang="hu-HU" b="0" i="0" baseline="0"/>
            <a:t>Fórum</a:t>
          </a:r>
          <a:endParaRPr lang="en-US"/>
        </a:p>
      </dgm:t>
    </dgm:pt>
    <dgm:pt modelId="{1A533C18-F3B8-4E32-A42B-DAC62F3E1D30}" type="parTrans" cxnId="{7241FE9F-C59C-43D0-863F-2DCFBEAA0731}">
      <dgm:prSet/>
      <dgm:spPr/>
      <dgm:t>
        <a:bodyPr/>
        <a:lstStyle/>
        <a:p>
          <a:endParaRPr lang="en-US"/>
        </a:p>
      </dgm:t>
    </dgm:pt>
    <dgm:pt modelId="{44A769B0-4B3D-4B85-A3C0-D7BFD23D7704}" type="sibTrans" cxnId="{7241FE9F-C59C-43D0-863F-2DCFBEAA0731}">
      <dgm:prSet/>
      <dgm:spPr/>
      <dgm:t>
        <a:bodyPr/>
        <a:lstStyle/>
        <a:p>
          <a:endParaRPr lang="en-US"/>
        </a:p>
      </dgm:t>
    </dgm:pt>
    <dgm:pt modelId="{BD6266F3-64BF-4C42-8294-75F2A6A47BCF}">
      <dgm:prSet/>
      <dgm:spPr/>
      <dgm:t>
        <a:bodyPr/>
        <a:lstStyle/>
        <a:p>
          <a:r>
            <a:rPr lang="hu-HU" b="0" i="0" baseline="0"/>
            <a:t>Építési napló</a:t>
          </a:r>
          <a:endParaRPr lang="en-US"/>
        </a:p>
      </dgm:t>
    </dgm:pt>
    <dgm:pt modelId="{FA673638-97C6-4EF4-82BB-2915BC099BCA}" type="parTrans" cxnId="{E5A9B875-9E03-4D4B-83D8-6ACDB79C4311}">
      <dgm:prSet/>
      <dgm:spPr/>
      <dgm:t>
        <a:bodyPr/>
        <a:lstStyle/>
        <a:p>
          <a:endParaRPr lang="en-US"/>
        </a:p>
      </dgm:t>
    </dgm:pt>
    <dgm:pt modelId="{F6211160-355E-4685-979B-304363AA7A5C}" type="sibTrans" cxnId="{E5A9B875-9E03-4D4B-83D8-6ACDB79C4311}">
      <dgm:prSet/>
      <dgm:spPr/>
      <dgm:t>
        <a:bodyPr/>
        <a:lstStyle/>
        <a:p>
          <a:endParaRPr lang="en-US"/>
        </a:p>
      </dgm:t>
    </dgm:pt>
    <dgm:pt modelId="{4F00EC3E-8124-403C-A4E4-91ABC0E2E0DD}">
      <dgm:prSet/>
      <dgm:spPr/>
      <dgm:t>
        <a:bodyPr/>
        <a:lstStyle/>
        <a:p>
          <a:r>
            <a:rPr lang="hu-HU" b="0" i="0" baseline="0"/>
            <a:t>Admin jóváhagyás</a:t>
          </a:r>
          <a:endParaRPr lang="en-US"/>
        </a:p>
      </dgm:t>
    </dgm:pt>
    <dgm:pt modelId="{B8411006-0F8D-4802-BA5A-5A7CE5ACBDCE}" type="parTrans" cxnId="{21BF7C7E-5164-4E1B-940B-C6414FA37F2D}">
      <dgm:prSet/>
      <dgm:spPr/>
      <dgm:t>
        <a:bodyPr/>
        <a:lstStyle/>
        <a:p>
          <a:endParaRPr lang="en-US"/>
        </a:p>
      </dgm:t>
    </dgm:pt>
    <dgm:pt modelId="{6D599837-5BDC-4688-B4F8-2B91CDDA41D3}" type="sibTrans" cxnId="{21BF7C7E-5164-4E1B-940B-C6414FA37F2D}">
      <dgm:prSet/>
      <dgm:spPr/>
      <dgm:t>
        <a:bodyPr/>
        <a:lstStyle/>
        <a:p>
          <a:endParaRPr lang="en-US"/>
        </a:p>
      </dgm:t>
    </dgm:pt>
    <dgm:pt modelId="{772337D9-F3D4-490D-B5B3-565A7523741F}">
      <dgm:prSet/>
      <dgm:spPr/>
      <dgm:t>
        <a:bodyPr/>
        <a:lstStyle/>
        <a:p>
          <a:r>
            <a:rPr lang="hu-HU" b="0" i="0" baseline="0"/>
            <a:t>AI chat</a:t>
          </a:r>
          <a:endParaRPr lang="en-US"/>
        </a:p>
      </dgm:t>
    </dgm:pt>
    <dgm:pt modelId="{77C283D8-9644-4701-9B84-B224093E4C5E}" type="parTrans" cxnId="{F6954B96-AA26-48A9-814F-CDA330C51287}">
      <dgm:prSet/>
      <dgm:spPr/>
      <dgm:t>
        <a:bodyPr/>
        <a:lstStyle/>
        <a:p>
          <a:endParaRPr lang="en-US"/>
        </a:p>
      </dgm:t>
    </dgm:pt>
    <dgm:pt modelId="{E500C57D-833D-4264-A61C-C59DA7887434}" type="sibTrans" cxnId="{F6954B96-AA26-48A9-814F-CDA330C51287}">
      <dgm:prSet/>
      <dgm:spPr/>
      <dgm:t>
        <a:bodyPr/>
        <a:lstStyle/>
        <a:p>
          <a:endParaRPr lang="en-US"/>
        </a:p>
      </dgm:t>
    </dgm:pt>
    <dgm:pt modelId="{B2BAF63B-4253-4F30-AA8B-4219367FEFF3}" type="pres">
      <dgm:prSet presAssocID="{6CCBB1A8-C620-4843-A855-65AF0FD3EBA3}" presName="vert0" presStyleCnt="0">
        <dgm:presLayoutVars>
          <dgm:dir/>
          <dgm:animOne val="branch"/>
          <dgm:animLvl val="lvl"/>
        </dgm:presLayoutVars>
      </dgm:prSet>
      <dgm:spPr/>
    </dgm:pt>
    <dgm:pt modelId="{62C2322C-C2F7-4DB1-9CE5-9401FB5363B7}" type="pres">
      <dgm:prSet presAssocID="{A45E59C6-6248-4CD8-9514-5018B821035C}" presName="thickLine" presStyleLbl="alignNode1" presStyleIdx="0" presStyleCnt="8"/>
      <dgm:spPr/>
    </dgm:pt>
    <dgm:pt modelId="{890635DF-5358-46D2-8173-4C571C6FA7E0}" type="pres">
      <dgm:prSet presAssocID="{A45E59C6-6248-4CD8-9514-5018B821035C}" presName="horz1" presStyleCnt="0"/>
      <dgm:spPr/>
    </dgm:pt>
    <dgm:pt modelId="{FB2EEBCB-A8BB-4773-9F36-12FF5639072F}" type="pres">
      <dgm:prSet presAssocID="{A45E59C6-6248-4CD8-9514-5018B821035C}" presName="tx1" presStyleLbl="revTx" presStyleIdx="0" presStyleCnt="8"/>
      <dgm:spPr/>
    </dgm:pt>
    <dgm:pt modelId="{1A3F8480-B2B1-4D5A-9427-D395BDE1BAF5}" type="pres">
      <dgm:prSet presAssocID="{A45E59C6-6248-4CD8-9514-5018B821035C}" presName="vert1" presStyleCnt="0"/>
      <dgm:spPr/>
    </dgm:pt>
    <dgm:pt modelId="{C4156F3C-CEBE-4696-B137-80556259652F}" type="pres">
      <dgm:prSet presAssocID="{BD6FCE86-8CC1-4B84-AB49-2A2D1B0DD6FA}" presName="thickLine" presStyleLbl="alignNode1" presStyleIdx="1" presStyleCnt="8"/>
      <dgm:spPr/>
    </dgm:pt>
    <dgm:pt modelId="{2D947719-ED66-4421-A5D2-3C32607A8040}" type="pres">
      <dgm:prSet presAssocID="{BD6FCE86-8CC1-4B84-AB49-2A2D1B0DD6FA}" presName="horz1" presStyleCnt="0"/>
      <dgm:spPr/>
    </dgm:pt>
    <dgm:pt modelId="{0362A650-CD91-4235-89B2-F98CD769A7FA}" type="pres">
      <dgm:prSet presAssocID="{BD6FCE86-8CC1-4B84-AB49-2A2D1B0DD6FA}" presName="tx1" presStyleLbl="revTx" presStyleIdx="1" presStyleCnt="8"/>
      <dgm:spPr/>
    </dgm:pt>
    <dgm:pt modelId="{B78A87EC-D7E7-4F24-A58A-78E102F6852F}" type="pres">
      <dgm:prSet presAssocID="{BD6FCE86-8CC1-4B84-AB49-2A2D1B0DD6FA}" presName="vert1" presStyleCnt="0"/>
      <dgm:spPr/>
    </dgm:pt>
    <dgm:pt modelId="{A2C97ECD-99A9-416A-B220-9EF2441C669A}" type="pres">
      <dgm:prSet presAssocID="{1EDD4356-5ACA-4EC2-91F9-B60AE93A70A5}" presName="thickLine" presStyleLbl="alignNode1" presStyleIdx="2" presStyleCnt="8"/>
      <dgm:spPr/>
    </dgm:pt>
    <dgm:pt modelId="{3444FF17-618C-4BDF-875B-636DE70A36BA}" type="pres">
      <dgm:prSet presAssocID="{1EDD4356-5ACA-4EC2-91F9-B60AE93A70A5}" presName="horz1" presStyleCnt="0"/>
      <dgm:spPr/>
    </dgm:pt>
    <dgm:pt modelId="{725F56B4-FC09-4C0F-B52B-483F0FEDE0ED}" type="pres">
      <dgm:prSet presAssocID="{1EDD4356-5ACA-4EC2-91F9-B60AE93A70A5}" presName="tx1" presStyleLbl="revTx" presStyleIdx="2" presStyleCnt="8"/>
      <dgm:spPr/>
    </dgm:pt>
    <dgm:pt modelId="{0E6FF5B0-C5FD-4554-ACD6-55E7C322DB35}" type="pres">
      <dgm:prSet presAssocID="{1EDD4356-5ACA-4EC2-91F9-B60AE93A70A5}" presName="vert1" presStyleCnt="0"/>
      <dgm:spPr/>
    </dgm:pt>
    <dgm:pt modelId="{7707AE79-8AA5-47D8-99C1-1DA0D002B453}" type="pres">
      <dgm:prSet presAssocID="{BB1A0EF1-6C31-43B6-B08C-955C91BB328A}" presName="thickLine" presStyleLbl="alignNode1" presStyleIdx="3" presStyleCnt="8"/>
      <dgm:spPr/>
    </dgm:pt>
    <dgm:pt modelId="{0C541E08-DA4A-41F2-B11D-9AD1ED3E516E}" type="pres">
      <dgm:prSet presAssocID="{BB1A0EF1-6C31-43B6-B08C-955C91BB328A}" presName="horz1" presStyleCnt="0"/>
      <dgm:spPr/>
    </dgm:pt>
    <dgm:pt modelId="{33FB09CB-C850-447D-9A56-07CE2E6640BA}" type="pres">
      <dgm:prSet presAssocID="{BB1A0EF1-6C31-43B6-B08C-955C91BB328A}" presName="tx1" presStyleLbl="revTx" presStyleIdx="3" presStyleCnt="8"/>
      <dgm:spPr/>
    </dgm:pt>
    <dgm:pt modelId="{81B8C399-A764-44C4-9607-DFECEE2882C2}" type="pres">
      <dgm:prSet presAssocID="{BB1A0EF1-6C31-43B6-B08C-955C91BB328A}" presName="vert1" presStyleCnt="0"/>
      <dgm:spPr/>
    </dgm:pt>
    <dgm:pt modelId="{0D1F7B4C-7B72-4A60-AE75-DF7B05546C99}" type="pres">
      <dgm:prSet presAssocID="{D31757B0-E413-4EAF-8948-2DBFE46E3A38}" presName="thickLine" presStyleLbl="alignNode1" presStyleIdx="4" presStyleCnt="8"/>
      <dgm:spPr/>
    </dgm:pt>
    <dgm:pt modelId="{892EA73D-D253-43B2-960F-B8F79CC1B9E3}" type="pres">
      <dgm:prSet presAssocID="{D31757B0-E413-4EAF-8948-2DBFE46E3A38}" presName="horz1" presStyleCnt="0"/>
      <dgm:spPr/>
    </dgm:pt>
    <dgm:pt modelId="{EAB87415-1119-4517-8865-04308247FE2B}" type="pres">
      <dgm:prSet presAssocID="{D31757B0-E413-4EAF-8948-2DBFE46E3A38}" presName="tx1" presStyleLbl="revTx" presStyleIdx="4" presStyleCnt="8"/>
      <dgm:spPr/>
    </dgm:pt>
    <dgm:pt modelId="{431F8921-B029-49F2-B5B2-97169229987E}" type="pres">
      <dgm:prSet presAssocID="{D31757B0-E413-4EAF-8948-2DBFE46E3A38}" presName="vert1" presStyleCnt="0"/>
      <dgm:spPr/>
    </dgm:pt>
    <dgm:pt modelId="{9D0EB8C1-2B9A-4F22-9FBF-EE2F03E37EDF}" type="pres">
      <dgm:prSet presAssocID="{BD6266F3-64BF-4C42-8294-75F2A6A47BCF}" presName="thickLine" presStyleLbl="alignNode1" presStyleIdx="5" presStyleCnt="8"/>
      <dgm:spPr/>
    </dgm:pt>
    <dgm:pt modelId="{A687EF40-5529-4DE7-BC83-C04D87BF7A3E}" type="pres">
      <dgm:prSet presAssocID="{BD6266F3-64BF-4C42-8294-75F2A6A47BCF}" presName="horz1" presStyleCnt="0"/>
      <dgm:spPr/>
    </dgm:pt>
    <dgm:pt modelId="{27F1DD4F-4A1E-434A-B1F8-A95795ABDDAE}" type="pres">
      <dgm:prSet presAssocID="{BD6266F3-64BF-4C42-8294-75F2A6A47BCF}" presName="tx1" presStyleLbl="revTx" presStyleIdx="5" presStyleCnt="8"/>
      <dgm:spPr/>
    </dgm:pt>
    <dgm:pt modelId="{8A68FB23-6144-40E1-A76B-61FCA5F6B4C4}" type="pres">
      <dgm:prSet presAssocID="{BD6266F3-64BF-4C42-8294-75F2A6A47BCF}" presName="vert1" presStyleCnt="0"/>
      <dgm:spPr/>
    </dgm:pt>
    <dgm:pt modelId="{72CD79F2-1268-4C58-B04B-D5837A1EFE01}" type="pres">
      <dgm:prSet presAssocID="{4F00EC3E-8124-403C-A4E4-91ABC0E2E0DD}" presName="thickLine" presStyleLbl="alignNode1" presStyleIdx="6" presStyleCnt="8"/>
      <dgm:spPr/>
    </dgm:pt>
    <dgm:pt modelId="{64103204-6545-46C6-AC64-9906425C752B}" type="pres">
      <dgm:prSet presAssocID="{4F00EC3E-8124-403C-A4E4-91ABC0E2E0DD}" presName="horz1" presStyleCnt="0"/>
      <dgm:spPr/>
    </dgm:pt>
    <dgm:pt modelId="{B547400B-1F5B-46B8-8945-DD5ADCA4AB05}" type="pres">
      <dgm:prSet presAssocID="{4F00EC3E-8124-403C-A4E4-91ABC0E2E0DD}" presName="tx1" presStyleLbl="revTx" presStyleIdx="6" presStyleCnt="8"/>
      <dgm:spPr/>
    </dgm:pt>
    <dgm:pt modelId="{31F695D2-CF09-4F4A-9A1F-09C9F20CF0AC}" type="pres">
      <dgm:prSet presAssocID="{4F00EC3E-8124-403C-A4E4-91ABC0E2E0DD}" presName="vert1" presStyleCnt="0"/>
      <dgm:spPr/>
    </dgm:pt>
    <dgm:pt modelId="{CDF96F61-5D81-4FEE-879C-7FCD0601F4AF}" type="pres">
      <dgm:prSet presAssocID="{772337D9-F3D4-490D-B5B3-565A7523741F}" presName="thickLine" presStyleLbl="alignNode1" presStyleIdx="7" presStyleCnt="8"/>
      <dgm:spPr/>
    </dgm:pt>
    <dgm:pt modelId="{AAB012F2-24C1-4E01-9BB5-E1396A3B052F}" type="pres">
      <dgm:prSet presAssocID="{772337D9-F3D4-490D-B5B3-565A7523741F}" presName="horz1" presStyleCnt="0"/>
      <dgm:spPr/>
    </dgm:pt>
    <dgm:pt modelId="{3592AB12-95E8-42E0-B37D-D8492A015806}" type="pres">
      <dgm:prSet presAssocID="{772337D9-F3D4-490D-B5B3-565A7523741F}" presName="tx1" presStyleLbl="revTx" presStyleIdx="7" presStyleCnt="8"/>
      <dgm:spPr/>
    </dgm:pt>
    <dgm:pt modelId="{8505F43C-FDD2-4539-9AA9-13D98453FD19}" type="pres">
      <dgm:prSet presAssocID="{772337D9-F3D4-490D-B5B3-565A7523741F}" presName="vert1" presStyleCnt="0"/>
      <dgm:spPr/>
    </dgm:pt>
  </dgm:ptLst>
  <dgm:cxnLst>
    <dgm:cxn modelId="{661A3F01-A3D5-4BCA-8B72-23D7CF49669D}" type="presOf" srcId="{BD6266F3-64BF-4C42-8294-75F2A6A47BCF}" destId="{27F1DD4F-4A1E-434A-B1F8-A95795ABDDAE}" srcOrd="0" destOrd="0" presId="urn:microsoft.com/office/officeart/2008/layout/LinedList"/>
    <dgm:cxn modelId="{841DE61A-28A7-4BC3-B51E-1FE9DD499F39}" type="presOf" srcId="{BB1A0EF1-6C31-43B6-B08C-955C91BB328A}" destId="{33FB09CB-C850-447D-9A56-07CE2E6640BA}" srcOrd="0" destOrd="0" presId="urn:microsoft.com/office/officeart/2008/layout/LinedList"/>
    <dgm:cxn modelId="{3454E723-EEC5-4A8D-A56D-E38B7FA4A289}" type="presOf" srcId="{4F00EC3E-8124-403C-A4E4-91ABC0E2E0DD}" destId="{B547400B-1F5B-46B8-8945-DD5ADCA4AB05}" srcOrd="0" destOrd="0" presId="urn:microsoft.com/office/officeart/2008/layout/LinedList"/>
    <dgm:cxn modelId="{B848502E-853E-458F-989F-0A1858F1E9FB}" type="presOf" srcId="{772337D9-F3D4-490D-B5B3-565A7523741F}" destId="{3592AB12-95E8-42E0-B37D-D8492A015806}" srcOrd="0" destOrd="0" presId="urn:microsoft.com/office/officeart/2008/layout/LinedList"/>
    <dgm:cxn modelId="{3D3B4545-D6AA-4984-B36C-5AFF6BB4204A}" type="presOf" srcId="{D31757B0-E413-4EAF-8948-2DBFE46E3A38}" destId="{EAB87415-1119-4517-8865-04308247FE2B}" srcOrd="0" destOrd="0" presId="urn:microsoft.com/office/officeart/2008/layout/LinedList"/>
    <dgm:cxn modelId="{96F08D4C-E86B-4240-9D85-A41314510323}" type="presOf" srcId="{6CCBB1A8-C620-4843-A855-65AF0FD3EBA3}" destId="{B2BAF63B-4253-4F30-AA8B-4219367FEFF3}" srcOrd="0" destOrd="0" presId="urn:microsoft.com/office/officeart/2008/layout/LinedList"/>
    <dgm:cxn modelId="{E5A9B875-9E03-4D4B-83D8-6ACDB79C4311}" srcId="{6CCBB1A8-C620-4843-A855-65AF0FD3EBA3}" destId="{BD6266F3-64BF-4C42-8294-75F2A6A47BCF}" srcOrd="5" destOrd="0" parTransId="{FA673638-97C6-4EF4-82BB-2915BC099BCA}" sibTransId="{F6211160-355E-4685-979B-304363AA7A5C}"/>
    <dgm:cxn modelId="{48BEA476-E283-44E1-B16C-EB48359E8107}" type="presOf" srcId="{BD6FCE86-8CC1-4B84-AB49-2A2D1B0DD6FA}" destId="{0362A650-CD91-4235-89B2-F98CD769A7FA}" srcOrd="0" destOrd="0" presId="urn:microsoft.com/office/officeart/2008/layout/LinedList"/>
    <dgm:cxn modelId="{21BF7C7E-5164-4E1B-940B-C6414FA37F2D}" srcId="{6CCBB1A8-C620-4843-A855-65AF0FD3EBA3}" destId="{4F00EC3E-8124-403C-A4E4-91ABC0E2E0DD}" srcOrd="6" destOrd="0" parTransId="{B8411006-0F8D-4802-BA5A-5A7CE5ACBDCE}" sibTransId="{6D599837-5BDC-4688-B4F8-2B91CDDA41D3}"/>
    <dgm:cxn modelId="{F07FEE80-53B0-4F28-B792-FB15F4C740BA}" type="presOf" srcId="{1EDD4356-5ACA-4EC2-91F9-B60AE93A70A5}" destId="{725F56B4-FC09-4C0F-B52B-483F0FEDE0ED}" srcOrd="0" destOrd="0" presId="urn:microsoft.com/office/officeart/2008/layout/LinedList"/>
    <dgm:cxn modelId="{F3CE398F-4621-4307-B6CD-E2265EF20C53}" srcId="{6CCBB1A8-C620-4843-A855-65AF0FD3EBA3}" destId="{BD6FCE86-8CC1-4B84-AB49-2A2D1B0DD6FA}" srcOrd="1" destOrd="0" parTransId="{47A903D1-7D2F-4623-983B-61D4F98BB90B}" sibTransId="{CEBF265E-A5F7-43F5-9423-C2FB34676EFF}"/>
    <dgm:cxn modelId="{F6954B96-AA26-48A9-814F-CDA330C51287}" srcId="{6CCBB1A8-C620-4843-A855-65AF0FD3EBA3}" destId="{772337D9-F3D4-490D-B5B3-565A7523741F}" srcOrd="7" destOrd="0" parTransId="{77C283D8-9644-4701-9B84-B224093E4C5E}" sibTransId="{E500C57D-833D-4264-A61C-C59DA7887434}"/>
    <dgm:cxn modelId="{7241FE9F-C59C-43D0-863F-2DCFBEAA0731}" srcId="{6CCBB1A8-C620-4843-A855-65AF0FD3EBA3}" destId="{D31757B0-E413-4EAF-8948-2DBFE46E3A38}" srcOrd="4" destOrd="0" parTransId="{1A533C18-F3B8-4E32-A42B-DAC62F3E1D30}" sibTransId="{44A769B0-4B3D-4B85-A3C0-D7BFD23D7704}"/>
    <dgm:cxn modelId="{98049CD4-F784-4983-A9C7-24A83AEEFD65}" type="presOf" srcId="{A45E59C6-6248-4CD8-9514-5018B821035C}" destId="{FB2EEBCB-A8BB-4773-9F36-12FF5639072F}" srcOrd="0" destOrd="0" presId="urn:microsoft.com/office/officeart/2008/layout/LinedList"/>
    <dgm:cxn modelId="{583CE1D4-D56A-432B-AAFB-4534B5651E75}" srcId="{6CCBB1A8-C620-4843-A855-65AF0FD3EBA3}" destId="{A45E59C6-6248-4CD8-9514-5018B821035C}" srcOrd="0" destOrd="0" parTransId="{28F85EE5-FE5C-4124-989E-A5A13026100B}" sibTransId="{B2958EED-BB9B-43BD-9057-0F7431C778F7}"/>
    <dgm:cxn modelId="{CA6B25D7-7491-4B48-B4C5-277BA41214FC}" srcId="{6CCBB1A8-C620-4843-A855-65AF0FD3EBA3}" destId="{BB1A0EF1-6C31-43B6-B08C-955C91BB328A}" srcOrd="3" destOrd="0" parTransId="{9DF70956-644B-4CC1-8CE2-8FC568E88D0A}" sibTransId="{A7190411-EE23-4BCA-A547-7BB7F03A1C24}"/>
    <dgm:cxn modelId="{A54DB0F9-323E-4063-89DA-48B39F69DCD4}" srcId="{6CCBB1A8-C620-4843-A855-65AF0FD3EBA3}" destId="{1EDD4356-5ACA-4EC2-91F9-B60AE93A70A5}" srcOrd="2" destOrd="0" parTransId="{C134A0DB-CE67-4838-B3B2-FE22F0F03E2E}" sibTransId="{74558A93-7C7C-44C9-9EDF-847D79F01005}"/>
    <dgm:cxn modelId="{917A2666-A8E5-4CA2-BA0B-C780DDF55BFC}" type="presParOf" srcId="{B2BAF63B-4253-4F30-AA8B-4219367FEFF3}" destId="{62C2322C-C2F7-4DB1-9CE5-9401FB5363B7}" srcOrd="0" destOrd="0" presId="urn:microsoft.com/office/officeart/2008/layout/LinedList"/>
    <dgm:cxn modelId="{D7C79C01-58B1-4998-BEA4-5CAE29B544B6}" type="presParOf" srcId="{B2BAF63B-4253-4F30-AA8B-4219367FEFF3}" destId="{890635DF-5358-46D2-8173-4C571C6FA7E0}" srcOrd="1" destOrd="0" presId="urn:microsoft.com/office/officeart/2008/layout/LinedList"/>
    <dgm:cxn modelId="{66946103-0AAE-44D7-B7F3-555DBB33685E}" type="presParOf" srcId="{890635DF-5358-46D2-8173-4C571C6FA7E0}" destId="{FB2EEBCB-A8BB-4773-9F36-12FF5639072F}" srcOrd="0" destOrd="0" presId="urn:microsoft.com/office/officeart/2008/layout/LinedList"/>
    <dgm:cxn modelId="{E90AAD45-7160-4A9C-954B-52B366E10A92}" type="presParOf" srcId="{890635DF-5358-46D2-8173-4C571C6FA7E0}" destId="{1A3F8480-B2B1-4D5A-9427-D395BDE1BAF5}" srcOrd="1" destOrd="0" presId="urn:microsoft.com/office/officeart/2008/layout/LinedList"/>
    <dgm:cxn modelId="{305C8BB4-FA49-4B94-A276-E1643192EC13}" type="presParOf" srcId="{B2BAF63B-4253-4F30-AA8B-4219367FEFF3}" destId="{C4156F3C-CEBE-4696-B137-80556259652F}" srcOrd="2" destOrd="0" presId="urn:microsoft.com/office/officeart/2008/layout/LinedList"/>
    <dgm:cxn modelId="{1DE7BDC7-91F6-45A9-9512-9B7FA5DEFEDB}" type="presParOf" srcId="{B2BAF63B-4253-4F30-AA8B-4219367FEFF3}" destId="{2D947719-ED66-4421-A5D2-3C32607A8040}" srcOrd="3" destOrd="0" presId="urn:microsoft.com/office/officeart/2008/layout/LinedList"/>
    <dgm:cxn modelId="{36A6EC70-DB00-4F89-90D6-0B8DB4BE7420}" type="presParOf" srcId="{2D947719-ED66-4421-A5D2-3C32607A8040}" destId="{0362A650-CD91-4235-89B2-F98CD769A7FA}" srcOrd="0" destOrd="0" presId="urn:microsoft.com/office/officeart/2008/layout/LinedList"/>
    <dgm:cxn modelId="{8F756132-1D1E-4B97-B110-3E7452ACB715}" type="presParOf" srcId="{2D947719-ED66-4421-A5D2-3C32607A8040}" destId="{B78A87EC-D7E7-4F24-A58A-78E102F6852F}" srcOrd="1" destOrd="0" presId="urn:microsoft.com/office/officeart/2008/layout/LinedList"/>
    <dgm:cxn modelId="{2E9DFDC8-7F97-4224-B5FD-6707C52B7C20}" type="presParOf" srcId="{B2BAF63B-4253-4F30-AA8B-4219367FEFF3}" destId="{A2C97ECD-99A9-416A-B220-9EF2441C669A}" srcOrd="4" destOrd="0" presId="urn:microsoft.com/office/officeart/2008/layout/LinedList"/>
    <dgm:cxn modelId="{0ECEAB0B-4F85-4CDE-9D8F-D980F91F4920}" type="presParOf" srcId="{B2BAF63B-4253-4F30-AA8B-4219367FEFF3}" destId="{3444FF17-618C-4BDF-875B-636DE70A36BA}" srcOrd="5" destOrd="0" presId="urn:microsoft.com/office/officeart/2008/layout/LinedList"/>
    <dgm:cxn modelId="{30B23AD9-3F9D-4F54-B829-D562981463B6}" type="presParOf" srcId="{3444FF17-618C-4BDF-875B-636DE70A36BA}" destId="{725F56B4-FC09-4C0F-B52B-483F0FEDE0ED}" srcOrd="0" destOrd="0" presId="urn:microsoft.com/office/officeart/2008/layout/LinedList"/>
    <dgm:cxn modelId="{46AC5671-0780-421F-A1ED-4F965FF0AE3F}" type="presParOf" srcId="{3444FF17-618C-4BDF-875B-636DE70A36BA}" destId="{0E6FF5B0-C5FD-4554-ACD6-55E7C322DB35}" srcOrd="1" destOrd="0" presId="urn:microsoft.com/office/officeart/2008/layout/LinedList"/>
    <dgm:cxn modelId="{85FF4E9D-D22E-4EC9-91FF-27DBC34C44A6}" type="presParOf" srcId="{B2BAF63B-4253-4F30-AA8B-4219367FEFF3}" destId="{7707AE79-8AA5-47D8-99C1-1DA0D002B453}" srcOrd="6" destOrd="0" presId="urn:microsoft.com/office/officeart/2008/layout/LinedList"/>
    <dgm:cxn modelId="{D3470A9A-403A-4929-8136-DD31404151B7}" type="presParOf" srcId="{B2BAF63B-4253-4F30-AA8B-4219367FEFF3}" destId="{0C541E08-DA4A-41F2-B11D-9AD1ED3E516E}" srcOrd="7" destOrd="0" presId="urn:microsoft.com/office/officeart/2008/layout/LinedList"/>
    <dgm:cxn modelId="{5E26A79D-6AA1-41D5-AB21-651C87F8E43E}" type="presParOf" srcId="{0C541E08-DA4A-41F2-B11D-9AD1ED3E516E}" destId="{33FB09CB-C850-447D-9A56-07CE2E6640BA}" srcOrd="0" destOrd="0" presId="urn:microsoft.com/office/officeart/2008/layout/LinedList"/>
    <dgm:cxn modelId="{E0341807-634F-488A-88E0-17CA135B4CD4}" type="presParOf" srcId="{0C541E08-DA4A-41F2-B11D-9AD1ED3E516E}" destId="{81B8C399-A764-44C4-9607-DFECEE2882C2}" srcOrd="1" destOrd="0" presId="urn:microsoft.com/office/officeart/2008/layout/LinedList"/>
    <dgm:cxn modelId="{5BFCDFC2-11E7-4766-93E8-B10834918203}" type="presParOf" srcId="{B2BAF63B-4253-4F30-AA8B-4219367FEFF3}" destId="{0D1F7B4C-7B72-4A60-AE75-DF7B05546C99}" srcOrd="8" destOrd="0" presId="urn:microsoft.com/office/officeart/2008/layout/LinedList"/>
    <dgm:cxn modelId="{12484A16-C41A-42D8-9728-D5C97E90D551}" type="presParOf" srcId="{B2BAF63B-4253-4F30-AA8B-4219367FEFF3}" destId="{892EA73D-D253-43B2-960F-B8F79CC1B9E3}" srcOrd="9" destOrd="0" presId="urn:microsoft.com/office/officeart/2008/layout/LinedList"/>
    <dgm:cxn modelId="{C2690F03-639A-44CE-98D4-10F08F37C364}" type="presParOf" srcId="{892EA73D-D253-43B2-960F-B8F79CC1B9E3}" destId="{EAB87415-1119-4517-8865-04308247FE2B}" srcOrd="0" destOrd="0" presId="urn:microsoft.com/office/officeart/2008/layout/LinedList"/>
    <dgm:cxn modelId="{AD8BC35A-3472-4B82-BE9C-8EBAC0D2737D}" type="presParOf" srcId="{892EA73D-D253-43B2-960F-B8F79CC1B9E3}" destId="{431F8921-B029-49F2-B5B2-97169229987E}" srcOrd="1" destOrd="0" presId="urn:microsoft.com/office/officeart/2008/layout/LinedList"/>
    <dgm:cxn modelId="{4A5A1511-8273-4AEC-9EA8-231EFF6334CB}" type="presParOf" srcId="{B2BAF63B-4253-4F30-AA8B-4219367FEFF3}" destId="{9D0EB8C1-2B9A-4F22-9FBF-EE2F03E37EDF}" srcOrd="10" destOrd="0" presId="urn:microsoft.com/office/officeart/2008/layout/LinedList"/>
    <dgm:cxn modelId="{15A5D3C5-F459-44B2-8E81-4E4513E971F0}" type="presParOf" srcId="{B2BAF63B-4253-4F30-AA8B-4219367FEFF3}" destId="{A687EF40-5529-4DE7-BC83-C04D87BF7A3E}" srcOrd="11" destOrd="0" presId="urn:microsoft.com/office/officeart/2008/layout/LinedList"/>
    <dgm:cxn modelId="{CED1B9BE-C936-4637-9BD3-C98326AC05C4}" type="presParOf" srcId="{A687EF40-5529-4DE7-BC83-C04D87BF7A3E}" destId="{27F1DD4F-4A1E-434A-B1F8-A95795ABDDAE}" srcOrd="0" destOrd="0" presId="urn:microsoft.com/office/officeart/2008/layout/LinedList"/>
    <dgm:cxn modelId="{054B00DF-21A0-428C-8FB9-CFFEDAC8DC8F}" type="presParOf" srcId="{A687EF40-5529-4DE7-BC83-C04D87BF7A3E}" destId="{8A68FB23-6144-40E1-A76B-61FCA5F6B4C4}" srcOrd="1" destOrd="0" presId="urn:microsoft.com/office/officeart/2008/layout/LinedList"/>
    <dgm:cxn modelId="{46C4FDE7-A7B4-4447-B341-8BD61C137AA9}" type="presParOf" srcId="{B2BAF63B-4253-4F30-AA8B-4219367FEFF3}" destId="{72CD79F2-1268-4C58-B04B-D5837A1EFE01}" srcOrd="12" destOrd="0" presId="urn:microsoft.com/office/officeart/2008/layout/LinedList"/>
    <dgm:cxn modelId="{79B2A207-74FA-4686-A478-BFCCA2D5C8FF}" type="presParOf" srcId="{B2BAF63B-4253-4F30-AA8B-4219367FEFF3}" destId="{64103204-6545-46C6-AC64-9906425C752B}" srcOrd="13" destOrd="0" presId="urn:microsoft.com/office/officeart/2008/layout/LinedList"/>
    <dgm:cxn modelId="{7DAC2651-C971-43DA-901A-1CA5B3454DE7}" type="presParOf" srcId="{64103204-6545-46C6-AC64-9906425C752B}" destId="{B547400B-1F5B-46B8-8945-DD5ADCA4AB05}" srcOrd="0" destOrd="0" presId="urn:microsoft.com/office/officeart/2008/layout/LinedList"/>
    <dgm:cxn modelId="{EFA4AB23-B7F0-4909-9E1A-365F6C8BD4EF}" type="presParOf" srcId="{64103204-6545-46C6-AC64-9906425C752B}" destId="{31F695D2-CF09-4F4A-9A1F-09C9F20CF0AC}" srcOrd="1" destOrd="0" presId="urn:microsoft.com/office/officeart/2008/layout/LinedList"/>
    <dgm:cxn modelId="{C50BD1C0-8E49-4963-94A9-4C3EF827F36C}" type="presParOf" srcId="{B2BAF63B-4253-4F30-AA8B-4219367FEFF3}" destId="{CDF96F61-5D81-4FEE-879C-7FCD0601F4AF}" srcOrd="14" destOrd="0" presId="urn:microsoft.com/office/officeart/2008/layout/LinedList"/>
    <dgm:cxn modelId="{49FD3EFA-1AD8-4EB9-B5B7-F7F2AA090E8A}" type="presParOf" srcId="{B2BAF63B-4253-4F30-AA8B-4219367FEFF3}" destId="{AAB012F2-24C1-4E01-9BB5-E1396A3B052F}" srcOrd="15" destOrd="0" presId="urn:microsoft.com/office/officeart/2008/layout/LinedList"/>
    <dgm:cxn modelId="{47D22E7C-989A-4723-8F13-18B224154D20}" type="presParOf" srcId="{AAB012F2-24C1-4E01-9BB5-E1396A3B052F}" destId="{3592AB12-95E8-42E0-B37D-D8492A015806}" srcOrd="0" destOrd="0" presId="urn:microsoft.com/office/officeart/2008/layout/LinedList"/>
    <dgm:cxn modelId="{39BC60EB-85D3-4FC1-8D1C-796E11069689}" type="presParOf" srcId="{AAB012F2-24C1-4E01-9BB5-E1396A3B052F}" destId="{8505F43C-FDD2-4539-9AA9-13D98453FD19}"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67AE64F-CEC1-4985-9DA0-BF3D1634EEE1}" type="doc">
      <dgm:prSet loTypeId="urn:microsoft.com/office/officeart/2005/8/layout/vList5" loCatId="list" qsTypeId="urn:microsoft.com/office/officeart/2005/8/quickstyle/simple4" qsCatId="simple" csTypeId="urn:microsoft.com/office/officeart/2005/8/colors/accent1_2" csCatId="accent1"/>
      <dgm:spPr/>
      <dgm:t>
        <a:bodyPr/>
        <a:lstStyle/>
        <a:p>
          <a:endParaRPr lang="en-US"/>
        </a:p>
      </dgm:t>
    </dgm:pt>
    <dgm:pt modelId="{B0511300-01B0-48AF-99BB-D4DCFFF3BB7F}">
      <dgm:prSet/>
      <dgm:spPr/>
      <dgm:t>
        <a:bodyPr/>
        <a:lstStyle/>
        <a:p>
          <a:r>
            <a:rPr lang="hu-HU" b="0" i="0" baseline="0"/>
            <a:t>1 felhasználó → több makett</a:t>
          </a:r>
          <a:endParaRPr lang="en-US"/>
        </a:p>
      </dgm:t>
    </dgm:pt>
    <dgm:pt modelId="{FE7DEC1F-916F-4C61-B43E-A150AA7649BD}" type="parTrans" cxnId="{199F7C80-DF04-46FB-B328-1CFE2FCB5A5D}">
      <dgm:prSet/>
      <dgm:spPr/>
      <dgm:t>
        <a:bodyPr/>
        <a:lstStyle/>
        <a:p>
          <a:endParaRPr lang="en-US"/>
        </a:p>
      </dgm:t>
    </dgm:pt>
    <dgm:pt modelId="{8912ECD0-80B6-4EBB-8BA4-7BB00B9A230D}" type="sibTrans" cxnId="{199F7C80-DF04-46FB-B328-1CFE2FCB5A5D}">
      <dgm:prSet/>
      <dgm:spPr/>
      <dgm:t>
        <a:bodyPr/>
        <a:lstStyle/>
        <a:p>
          <a:endParaRPr lang="en-US"/>
        </a:p>
      </dgm:t>
    </dgm:pt>
    <dgm:pt modelId="{8A47E812-287D-4D67-876E-2361E9C221EC}">
      <dgm:prSet/>
      <dgm:spPr/>
      <dgm:t>
        <a:bodyPr/>
        <a:lstStyle/>
        <a:p>
          <a:r>
            <a:rPr lang="hu-HU" b="0" i="0" baseline="0"/>
            <a:t>1 makett → több vélemény</a:t>
          </a:r>
          <a:endParaRPr lang="en-US"/>
        </a:p>
      </dgm:t>
    </dgm:pt>
    <dgm:pt modelId="{2FC39C1E-76C9-441C-B44F-BDFA5476325B}" type="parTrans" cxnId="{37747778-20EA-4D5F-B152-0149A7A2762D}">
      <dgm:prSet/>
      <dgm:spPr/>
      <dgm:t>
        <a:bodyPr/>
        <a:lstStyle/>
        <a:p>
          <a:endParaRPr lang="en-US"/>
        </a:p>
      </dgm:t>
    </dgm:pt>
    <dgm:pt modelId="{0CBD6481-8C6F-48A8-B391-E814D6EC1AC8}" type="sibTrans" cxnId="{37747778-20EA-4D5F-B152-0149A7A2762D}">
      <dgm:prSet/>
      <dgm:spPr/>
      <dgm:t>
        <a:bodyPr/>
        <a:lstStyle/>
        <a:p>
          <a:endParaRPr lang="en-US"/>
        </a:p>
      </dgm:t>
    </dgm:pt>
    <dgm:pt modelId="{5E6A59BD-59E3-486E-AC63-781F426D04F5}">
      <dgm:prSet/>
      <dgm:spPr/>
      <dgm:t>
        <a:bodyPr/>
        <a:lstStyle/>
        <a:p>
          <a:r>
            <a:rPr lang="hu-HU" b="0" i="0" baseline="0"/>
            <a:t>1 felhasználó ↔ több kedvenc makett</a:t>
          </a:r>
          <a:endParaRPr lang="en-US"/>
        </a:p>
      </dgm:t>
    </dgm:pt>
    <dgm:pt modelId="{0A5E7462-F2DE-4740-AAEB-8E99B71D4C0D}" type="parTrans" cxnId="{75ED6B54-33E8-4B1D-B336-FAF360FB569D}">
      <dgm:prSet/>
      <dgm:spPr/>
      <dgm:t>
        <a:bodyPr/>
        <a:lstStyle/>
        <a:p>
          <a:endParaRPr lang="en-US"/>
        </a:p>
      </dgm:t>
    </dgm:pt>
    <dgm:pt modelId="{974A0649-11FC-4E35-B6F6-C44AB17DACCC}" type="sibTrans" cxnId="{75ED6B54-33E8-4B1D-B336-FAF360FB569D}">
      <dgm:prSet/>
      <dgm:spPr/>
      <dgm:t>
        <a:bodyPr/>
        <a:lstStyle/>
        <a:p>
          <a:endParaRPr lang="en-US"/>
        </a:p>
      </dgm:t>
    </dgm:pt>
    <dgm:pt modelId="{6467133F-3EB5-4FB0-89DE-FD79F361ACFA}">
      <dgm:prSet/>
      <dgm:spPr/>
      <dgm:t>
        <a:bodyPr/>
        <a:lstStyle/>
        <a:p>
          <a:r>
            <a:rPr lang="hu-HU" b="0" i="0" baseline="0"/>
            <a:t>1 téma → több fórumüzenet</a:t>
          </a:r>
          <a:endParaRPr lang="en-US"/>
        </a:p>
      </dgm:t>
    </dgm:pt>
    <dgm:pt modelId="{10E98970-A177-42CC-B562-8F5BA9DE9805}" type="parTrans" cxnId="{6A5685FA-6D4B-4F06-A8F7-65874CBE9894}">
      <dgm:prSet/>
      <dgm:spPr/>
      <dgm:t>
        <a:bodyPr/>
        <a:lstStyle/>
        <a:p>
          <a:endParaRPr lang="en-US"/>
        </a:p>
      </dgm:t>
    </dgm:pt>
    <dgm:pt modelId="{D99DE05B-95A4-4EAA-8A09-A901CC13DD12}" type="sibTrans" cxnId="{6A5685FA-6D4B-4F06-A8F7-65874CBE9894}">
      <dgm:prSet/>
      <dgm:spPr/>
      <dgm:t>
        <a:bodyPr/>
        <a:lstStyle/>
        <a:p>
          <a:endParaRPr lang="en-US"/>
        </a:p>
      </dgm:t>
    </dgm:pt>
    <dgm:pt modelId="{B3E431A0-CCEE-40D9-948A-16AA90D7412E}">
      <dgm:prSet/>
      <dgm:spPr/>
      <dgm:t>
        <a:bodyPr/>
        <a:lstStyle/>
        <a:p>
          <a:r>
            <a:rPr lang="hu-HU" b="0" i="0" baseline="0"/>
            <a:t>1 napló → több blokk</a:t>
          </a:r>
          <a:endParaRPr lang="en-US"/>
        </a:p>
      </dgm:t>
    </dgm:pt>
    <dgm:pt modelId="{E2C0A044-F0C1-477E-BEB9-B54ED3BE51C1}" type="parTrans" cxnId="{5865D781-9822-4637-977F-67B67B4C793E}">
      <dgm:prSet/>
      <dgm:spPr/>
      <dgm:t>
        <a:bodyPr/>
        <a:lstStyle/>
        <a:p>
          <a:endParaRPr lang="en-US"/>
        </a:p>
      </dgm:t>
    </dgm:pt>
    <dgm:pt modelId="{51F2B45E-4576-4B3E-B2EB-EE35784DF6BF}" type="sibTrans" cxnId="{5865D781-9822-4637-977F-67B67B4C793E}">
      <dgm:prSet/>
      <dgm:spPr/>
      <dgm:t>
        <a:bodyPr/>
        <a:lstStyle/>
        <a:p>
          <a:endParaRPr lang="en-US"/>
        </a:p>
      </dgm:t>
    </dgm:pt>
    <dgm:pt modelId="{1F73A5F3-757D-45D9-BB41-DA54292775F1}">
      <dgm:prSet/>
      <dgm:spPr/>
      <dgm:t>
        <a:bodyPr/>
        <a:lstStyle/>
        <a:p>
          <a:r>
            <a:rPr lang="hu-HU" b="0" i="0" baseline="0"/>
            <a:t>Makett állapot: várakozik / jóváhagyva / elutasítva</a:t>
          </a:r>
          <a:endParaRPr lang="en-US"/>
        </a:p>
      </dgm:t>
    </dgm:pt>
    <dgm:pt modelId="{5F923DBF-285B-449B-86D6-7DAB39F43CFB}" type="parTrans" cxnId="{948AB08C-1952-4530-98EA-AE4788FF8793}">
      <dgm:prSet/>
      <dgm:spPr/>
      <dgm:t>
        <a:bodyPr/>
        <a:lstStyle/>
        <a:p>
          <a:endParaRPr lang="en-US"/>
        </a:p>
      </dgm:t>
    </dgm:pt>
    <dgm:pt modelId="{EC850634-99A1-47B2-845C-44710E7C03D6}" type="sibTrans" cxnId="{948AB08C-1952-4530-98EA-AE4788FF8793}">
      <dgm:prSet/>
      <dgm:spPr/>
      <dgm:t>
        <a:bodyPr/>
        <a:lstStyle/>
        <a:p>
          <a:endParaRPr lang="en-US"/>
        </a:p>
      </dgm:t>
    </dgm:pt>
    <dgm:pt modelId="{5ACB8EBA-9567-49B5-BD86-5563D2C54BFC}" type="pres">
      <dgm:prSet presAssocID="{867AE64F-CEC1-4985-9DA0-BF3D1634EEE1}" presName="Name0" presStyleCnt="0">
        <dgm:presLayoutVars>
          <dgm:dir/>
          <dgm:animLvl val="lvl"/>
          <dgm:resizeHandles val="exact"/>
        </dgm:presLayoutVars>
      </dgm:prSet>
      <dgm:spPr/>
    </dgm:pt>
    <dgm:pt modelId="{15718A2E-EC4C-480B-AFF8-69A62459959D}" type="pres">
      <dgm:prSet presAssocID="{B0511300-01B0-48AF-99BB-D4DCFFF3BB7F}" presName="linNode" presStyleCnt="0"/>
      <dgm:spPr/>
    </dgm:pt>
    <dgm:pt modelId="{8B12EE78-730F-489D-8A03-B26E2A126CA1}" type="pres">
      <dgm:prSet presAssocID="{B0511300-01B0-48AF-99BB-D4DCFFF3BB7F}" presName="parentText" presStyleLbl="node1" presStyleIdx="0" presStyleCnt="6">
        <dgm:presLayoutVars>
          <dgm:chMax val="1"/>
          <dgm:bulletEnabled val="1"/>
        </dgm:presLayoutVars>
      </dgm:prSet>
      <dgm:spPr/>
    </dgm:pt>
    <dgm:pt modelId="{95CAF812-3BD2-4DBF-A453-88359467CA25}" type="pres">
      <dgm:prSet presAssocID="{8912ECD0-80B6-4EBB-8BA4-7BB00B9A230D}" presName="sp" presStyleCnt="0"/>
      <dgm:spPr/>
    </dgm:pt>
    <dgm:pt modelId="{18FC258F-19C7-4B53-8B7E-D449F1171B0D}" type="pres">
      <dgm:prSet presAssocID="{8A47E812-287D-4D67-876E-2361E9C221EC}" presName="linNode" presStyleCnt="0"/>
      <dgm:spPr/>
    </dgm:pt>
    <dgm:pt modelId="{1C6003A6-E8A1-4B89-BB89-9CD399C97345}" type="pres">
      <dgm:prSet presAssocID="{8A47E812-287D-4D67-876E-2361E9C221EC}" presName="parentText" presStyleLbl="node1" presStyleIdx="1" presStyleCnt="6">
        <dgm:presLayoutVars>
          <dgm:chMax val="1"/>
          <dgm:bulletEnabled val="1"/>
        </dgm:presLayoutVars>
      </dgm:prSet>
      <dgm:spPr/>
    </dgm:pt>
    <dgm:pt modelId="{C99A0C6A-16ED-4A8F-BB38-A8B220A2167A}" type="pres">
      <dgm:prSet presAssocID="{0CBD6481-8C6F-48A8-B391-E814D6EC1AC8}" presName="sp" presStyleCnt="0"/>
      <dgm:spPr/>
    </dgm:pt>
    <dgm:pt modelId="{0EBB7CEC-553E-4F05-8128-C2B8CB06A98E}" type="pres">
      <dgm:prSet presAssocID="{5E6A59BD-59E3-486E-AC63-781F426D04F5}" presName="linNode" presStyleCnt="0"/>
      <dgm:spPr/>
    </dgm:pt>
    <dgm:pt modelId="{3DE41EF6-B3B4-48E2-9B04-11919BB8BDE8}" type="pres">
      <dgm:prSet presAssocID="{5E6A59BD-59E3-486E-AC63-781F426D04F5}" presName="parentText" presStyleLbl="node1" presStyleIdx="2" presStyleCnt="6">
        <dgm:presLayoutVars>
          <dgm:chMax val="1"/>
          <dgm:bulletEnabled val="1"/>
        </dgm:presLayoutVars>
      </dgm:prSet>
      <dgm:spPr/>
    </dgm:pt>
    <dgm:pt modelId="{1CBE3946-FCF9-46E6-B0FE-2BB95E372BC0}" type="pres">
      <dgm:prSet presAssocID="{974A0649-11FC-4E35-B6F6-C44AB17DACCC}" presName="sp" presStyleCnt="0"/>
      <dgm:spPr/>
    </dgm:pt>
    <dgm:pt modelId="{87634B8F-E914-4175-A85D-1605755EDB31}" type="pres">
      <dgm:prSet presAssocID="{6467133F-3EB5-4FB0-89DE-FD79F361ACFA}" presName="linNode" presStyleCnt="0"/>
      <dgm:spPr/>
    </dgm:pt>
    <dgm:pt modelId="{F093BCB3-856E-4DAA-B848-71C6DF2A2B83}" type="pres">
      <dgm:prSet presAssocID="{6467133F-3EB5-4FB0-89DE-FD79F361ACFA}" presName="parentText" presStyleLbl="node1" presStyleIdx="3" presStyleCnt="6">
        <dgm:presLayoutVars>
          <dgm:chMax val="1"/>
          <dgm:bulletEnabled val="1"/>
        </dgm:presLayoutVars>
      </dgm:prSet>
      <dgm:spPr/>
    </dgm:pt>
    <dgm:pt modelId="{2CA39953-F8C4-4329-BD6E-39594AEF8536}" type="pres">
      <dgm:prSet presAssocID="{D99DE05B-95A4-4EAA-8A09-A901CC13DD12}" presName="sp" presStyleCnt="0"/>
      <dgm:spPr/>
    </dgm:pt>
    <dgm:pt modelId="{A1ECF08D-BF21-4339-B9BF-75628556F612}" type="pres">
      <dgm:prSet presAssocID="{B3E431A0-CCEE-40D9-948A-16AA90D7412E}" presName="linNode" presStyleCnt="0"/>
      <dgm:spPr/>
    </dgm:pt>
    <dgm:pt modelId="{BB85247C-6A1E-4FB5-8379-9D9A66D5F376}" type="pres">
      <dgm:prSet presAssocID="{B3E431A0-CCEE-40D9-948A-16AA90D7412E}" presName="parentText" presStyleLbl="node1" presStyleIdx="4" presStyleCnt="6">
        <dgm:presLayoutVars>
          <dgm:chMax val="1"/>
          <dgm:bulletEnabled val="1"/>
        </dgm:presLayoutVars>
      </dgm:prSet>
      <dgm:spPr/>
    </dgm:pt>
    <dgm:pt modelId="{05C4479F-D399-4940-AAD7-5EDC80DB1054}" type="pres">
      <dgm:prSet presAssocID="{51F2B45E-4576-4B3E-B2EB-EE35784DF6BF}" presName="sp" presStyleCnt="0"/>
      <dgm:spPr/>
    </dgm:pt>
    <dgm:pt modelId="{246CEA0C-C445-4AC6-BDB2-4A28FE2046D4}" type="pres">
      <dgm:prSet presAssocID="{1F73A5F3-757D-45D9-BB41-DA54292775F1}" presName="linNode" presStyleCnt="0"/>
      <dgm:spPr/>
    </dgm:pt>
    <dgm:pt modelId="{96ECD6D1-838B-424A-A66F-97FE0DA88473}" type="pres">
      <dgm:prSet presAssocID="{1F73A5F3-757D-45D9-BB41-DA54292775F1}" presName="parentText" presStyleLbl="node1" presStyleIdx="5" presStyleCnt="6">
        <dgm:presLayoutVars>
          <dgm:chMax val="1"/>
          <dgm:bulletEnabled val="1"/>
        </dgm:presLayoutVars>
      </dgm:prSet>
      <dgm:spPr/>
    </dgm:pt>
  </dgm:ptLst>
  <dgm:cxnLst>
    <dgm:cxn modelId="{05BEA702-E2E5-4F46-8C01-3F85E1B8E0CB}" type="presOf" srcId="{1F73A5F3-757D-45D9-BB41-DA54292775F1}" destId="{96ECD6D1-838B-424A-A66F-97FE0DA88473}" srcOrd="0" destOrd="0" presId="urn:microsoft.com/office/officeart/2005/8/layout/vList5"/>
    <dgm:cxn modelId="{DD055705-FE0D-4715-A6F2-C7EA56A586B6}" type="presOf" srcId="{B3E431A0-CCEE-40D9-948A-16AA90D7412E}" destId="{BB85247C-6A1E-4FB5-8379-9D9A66D5F376}" srcOrd="0" destOrd="0" presId="urn:microsoft.com/office/officeart/2005/8/layout/vList5"/>
    <dgm:cxn modelId="{8EDABD30-16CE-4966-895C-859833CF179C}" type="presOf" srcId="{8A47E812-287D-4D67-876E-2361E9C221EC}" destId="{1C6003A6-E8A1-4B89-BB89-9CD399C97345}" srcOrd="0" destOrd="0" presId="urn:microsoft.com/office/officeart/2005/8/layout/vList5"/>
    <dgm:cxn modelId="{6FE7686F-1319-4BB5-8614-1EDC631AE813}" type="presOf" srcId="{6467133F-3EB5-4FB0-89DE-FD79F361ACFA}" destId="{F093BCB3-856E-4DAA-B848-71C6DF2A2B83}" srcOrd="0" destOrd="0" presId="urn:microsoft.com/office/officeart/2005/8/layout/vList5"/>
    <dgm:cxn modelId="{75ED6B54-33E8-4B1D-B336-FAF360FB569D}" srcId="{867AE64F-CEC1-4985-9DA0-BF3D1634EEE1}" destId="{5E6A59BD-59E3-486E-AC63-781F426D04F5}" srcOrd="2" destOrd="0" parTransId="{0A5E7462-F2DE-4740-AAEB-8E99B71D4C0D}" sibTransId="{974A0649-11FC-4E35-B6F6-C44AB17DACCC}"/>
    <dgm:cxn modelId="{37747778-20EA-4D5F-B152-0149A7A2762D}" srcId="{867AE64F-CEC1-4985-9DA0-BF3D1634EEE1}" destId="{8A47E812-287D-4D67-876E-2361E9C221EC}" srcOrd="1" destOrd="0" parTransId="{2FC39C1E-76C9-441C-B44F-BDFA5476325B}" sibTransId="{0CBD6481-8C6F-48A8-B391-E814D6EC1AC8}"/>
    <dgm:cxn modelId="{199F7C80-DF04-46FB-B328-1CFE2FCB5A5D}" srcId="{867AE64F-CEC1-4985-9DA0-BF3D1634EEE1}" destId="{B0511300-01B0-48AF-99BB-D4DCFFF3BB7F}" srcOrd="0" destOrd="0" parTransId="{FE7DEC1F-916F-4C61-B43E-A150AA7649BD}" sibTransId="{8912ECD0-80B6-4EBB-8BA4-7BB00B9A230D}"/>
    <dgm:cxn modelId="{5865D781-9822-4637-977F-67B67B4C793E}" srcId="{867AE64F-CEC1-4985-9DA0-BF3D1634EEE1}" destId="{B3E431A0-CCEE-40D9-948A-16AA90D7412E}" srcOrd="4" destOrd="0" parTransId="{E2C0A044-F0C1-477E-BEB9-B54ED3BE51C1}" sibTransId="{51F2B45E-4576-4B3E-B2EB-EE35784DF6BF}"/>
    <dgm:cxn modelId="{0720FA87-FF54-4AD5-A200-E709D10F58D1}" type="presOf" srcId="{867AE64F-CEC1-4985-9DA0-BF3D1634EEE1}" destId="{5ACB8EBA-9567-49B5-BD86-5563D2C54BFC}" srcOrd="0" destOrd="0" presId="urn:microsoft.com/office/officeart/2005/8/layout/vList5"/>
    <dgm:cxn modelId="{948AB08C-1952-4530-98EA-AE4788FF8793}" srcId="{867AE64F-CEC1-4985-9DA0-BF3D1634EEE1}" destId="{1F73A5F3-757D-45D9-BB41-DA54292775F1}" srcOrd="5" destOrd="0" parTransId="{5F923DBF-285B-449B-86D6-7DAB39F43CFB}" sibTransId="{EC850634-99A1-47B2-845C-44710E7C03D6}"/>
    <dgm:cxn modelId="{EA8EA7CA-ABBA-4878-9674-A51127A2EBAB}" type="presOf" srcId="{5E6A59BD-59E3-486E-AC63-781F426D04F5}" destId="{3DE41EF6-B3B4-48E2-9B04-11919BB8BDE8}" srcOrd="0" destOrd="0" presId="urn:microsoft.com/office/officeart/2005/8/layout/vList5"/>
    <dgm:cxn modelId="{6A5685FA-6D4B-4F06-A8F7-65874CBE9894}" srcId="{867AE64F-CEC1-4985-9DA0-BF3D1634EEE1}" destId="{6467133F-3EB5-4FB0-89DE-FD79F361ACFA}" srcOrd="3" destOrd="0" parTransId="{10E98970-A177-42CC-B562-8F5BA9DE9805}" sibTransId="{D99DE05B-95A4-4EAA-8A09-A901CC13DD12}"/>
    <dgm:cxn modelId="{FAAFC8FB-3CE2-4363-8B1D-0D0B903226C4}" type="presOf" srcId="{B0511300-01B0-48AF-99BB-D4DCFFF3BB7F}" destId="{8B12EE78-730F-489D-8A03-B26E2A126CA1}" srcOrd="0" destOrd="0" presId="urn:microsoft.com/office/officeart/2005/8/layout/vList5"/>
    <dgm:cxn modelId="{A4B23FE4-1B89-415B-9004-67993A19DE80}" type="presParOf" srcId="{5ACB8EBA-9567-49B5-BD86-5563D2C54BFC}" destId="{15718A2E-EC4C-480B-AFF8-69A62459959D}" srcOrd="0" destOrd="0" presId="urn:microsoft.com/office/officeart/2005/8/layout/vList5"/>
    <dgm:cxn modelId="{BAD78E4C-4252-4718-A355-4A56E7F00881}" type="presParOf" srcId="{15718A2E-EC4C-480B-AFF8-69A62459959D}" destId="{8B12EE78-730F-489D-8A03-B26E2A126CA1}" srcOrd="0" destOrd="0" presId="urn:microsoft.com/office/officeart/2005/8/layout/vList5"/>
    <dgm:cxn modelId="{DF7F972D-F400-427F-8F25-DFC15F288FD3}" type="presParOf" srcId="{5ACB8EBA-9567-49B5-BD86-5563D2C54BFC}" destId="{95CAF812-3BD2-4DBF-A453-88359467CA25}" srcOrd="1" destOrd="0" presId="urn:microsoft.com/office/officeart/2005/8/layout/vList5"/>
    <dgm:cxn modelId="{CF8DB0FB-1CB8-4FCE-9295-420DB9B650E2}" type="presParOf" srcId="{5ACB8EBA-9567-49B5-BD86-5563D2C54BFC}" destId="{18FC258F-19C7-4B53-8B7E-D449F1171B0D}" srcOrd="2" destOrd="0" presId="urn:microsoft.com/office/officeart/2005/8/layout/vList5"/>
    <dgm:cxn modelId="{80013A20-F61E-4D21-9AC7-27BF8A7A4AC3}" type="presParOf" srcId="{18FC258F-19C7-4B53-8B7E-D449F1171B0D}" destId="{1C6003A6-E8A1-4B89-BB89-9CD399C97345}" srcOrd="0" destOrd="0" presId="urn:microsoft.com/office/officeart/2005/8/layout/vList5"/>
    <dgm:cxn modelId="{BACD1C9D-B34A-4BAF-A8B7-651674CCA7A6}" type="presParOf" srcId="{5ACB8EBA-9567-49B5-BD86-5563D2C54BFC}" destId="{C99A0C6A-16ED-4A8F-BB38-A8B220A2167A}" srcOrd="3" destOrd="0" presId="urn:microsoft.com/office/officeart/2005/8/layout/vList5"/>
    <dgm:cxn modelId="{FFD0D029-2001-4445-A45D-E0726D433274}" type="presParOf" srcId="{5ACB8EBA-9567-49B5-BD86-5563D2C54BFC}" destId="{0EBB7CEC-553E-4F05-8128-C2B8CB06A98E}" srcOrd="4" destOrd="0" presId="urn:microsoft.com/office/officeart/2005/8/layout/vList5"/>
    <dgm:cxn modelId="{1160BC6C-CDCD-49ED-BD8E-987798694665}" type="presParOf" srcId="{0EBB7CEC-553E-4F05-8128-C2B8CB06A98E}" destId="{3DE41EF6-B3B4-48E2-9B04-11919BB8BDE8}" srcOrd="0" destOrd="0" presId="urn:microsoft.com/office/officeart/2005/8/layout/vList5"/>
    <dgm:cxn modelId="{12480458-E3AB-403C-B91F-95CF0F8814F3}" type="presParOf" srcId="{5ACB8EBA-9567-49B5-BD86-5563D2C54BFC}" destId="{1CBE3946-FCF9-46E6-B0FE-2BB95E372BC0}" srcOrd="5" destOrd="0" presId="urn:microsoft.com/office/officeart/2005/8/layout/vList5"/>
    <dgm:cxn modelId="{D835E985-8CDD-41D2-B8CC-F8A9DFFBB203}" type="presParOf" srcId="{5ACB8EBA-9567-49B5-BD86-5563D2C54BFC}" destId="{87634B8F-E914-4175-A85D-1605755EDB31}" srcOrd="6" destOrd="0" presId="urn:microsoft.com/office/officeart/2005/8/layout/vList5"/>
    <dgm:cxn modelId="{DB4A06BC-12A9-4E34-B6F7-588940ACF70E}" type="presParOf" srcId="{87634B8F-E914-4175-A85D-1605755EDB31}" destId="{F093BCB3-856E-4DAA-B848-71C6DF2A2B83}" srcOrd="0" destOrd="0" presId="urn:microsoft.com/office/officeart/2005/8/layout/vList5"/>
    <dgm:cxn modelId="{DFD06CAE-D487-43D8-B307-D9AB75661D05}" type="presParOf" srcId="{5ACB8EBA-9567-49B5-BD86-5563D2C54BFC}" destId="{2CA39953-F8C4-4329-BD6E-39594AEF8536}" srcOrd="7" destOrd="0" presId="urn:microsoft.com/office/officeart/2005/8/layout/vList5"/>
    <dgm:cxn modelId="{3149A402-B4A3-4B5A-90FA-25F19758B132}" type="presParOf" srcId="{5ACB8EBA-9567-49B5-BD86-5563D2C54BFC}" destId="{A1ECF08D-BF21-4339-B9BF-75628556F612}" srcOrd="8" destOrd="0" presId="urn:microsoft.com/office/officeart/2005/8/layout/vList5"/>
    <dgm:cxn modelId="{EEF5616D-63EF-4C4C-84F1-86757C78CE2F}" type="presParOf" srcId="{A1ECF08D-BF21-4339-B9BF-75628556F612}" destId="{BB85247C-6A1E-4FB5-8379-9D9A66D5F376}" srcOrd="0" destOrd="0" presId="urn:microsoft.com/office/officeart/2005/8/layout/vList5"/>
    <dgm:cxn modelId="{7FD6639E-F697-4DAF-8051-B395425520C6}" type="presParOf" srcId="{5ACB8EBA-9567-49B5-BD86-5563D2C54BFC}" destId="{05C4479F-D399-4940-AAD7-5EDC80DB1054}" srcOrd="9" destOrd="0" presId="urn:microsoft.com/office/officeart/2005/8/layout/vList5"/>
    <dgm:cxn modelId="{56AC146E-F014-42AA-8207-3D9082154C2F}" type="presParOf" srcId="{5ACB8EBA-9567-49B5-BD86-5563D2C54BFC}" destId="{246CEA0C-C445-4AC6-BDB2-4A28FE2046D4}" srcOrd="10" destOrd="0" presId="urn:microsoft.com/office/officeart/2005/8/layout/vList5"/>
    <dgm:cxn modelId="{DDE0CCF9-076F-4224-81FF-4C0C171B2D0F}" type="presParOf" srcId="{246CEA0C-C445-4AC6-BDB2-4A28FE2046D4}" destId="{96ECD6D1-838B-424A-A66F-97FE0DA88473}" srcOrd="0" destOrd="0" presId="urn:microsoft.com/office/officeart/2005/8/layout/vList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97E046B-1631-4E32-A14A-600DFB3CF798}"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71502DF6-A7BA-4E21-949C-E864FA0EC129}">
      <dgm:prSet/>
      <dgm:spPr/>
      <dgm:t>
        <a:bodyPr/>
        <a:lstStyle/>
        <a:p>
          <a:r>
            <a:rPr lang="hu-HU" b="0" i="0" baseline="0"/>
            <a:t>Külön route minden funkcióhoz</a:t>
          </a:r>
          <a:endParaRPr lang="en-US"/>
        </a:p>
      </dgm:t>
    </dgm:pt>
    <dgm:pt modelId="{8228DD3F-A8F1-4B38-B086-B2797539F294}" type="parTrans" cxnId="{2B572172-2E2E-4BC0-80FC-A59B0D67110E}">
      <dgm:prSet/>
      <dgm:spPr/>
      <dgm:t>
        <a:bodyPr/>
        <a:lstStyle/>
        <a:p>
          <a:endParaRPr lang="en-US"/>
        </a:p>
      </dgm:t>
    </dgm:pt>
    <dgm:pt modelId="{F629C11F-AE8A-4232-96D4-F015C4CF63E2}" type="sibTrans" cxnId="{2B572172-2E2E-4BC0-80FC-A59B0D67110E}">
      <dgm:prSet/>
      <dgm:spPr/>
      <dgm:t>
        <a:bodyPr/>
        <a:lstStyle/>
        <a:p>
          <a:endParaRPr lang="en-US"/>
        </a:p>
      </dgm:t>
    </dgm:pt>
    <dgm:pt modelId="{545045D1-09CF-4393-AB5B-0A5A94143A73}">
      <dgm:prSet/>
      <dgm:spPr/>
      <dgm:t>
        <a:bodyPr/>
        <a:lstStyle/>
        <a:p>
          <a:r>
            <a:rPr lang="hu-HU" b="0" i="0" baseline="0"/>
            <a:t>Könnyebb hibakeresés</a:t>
          </a:r>
          <a:endParaRPr lang="en-US"/>
        </a:p>
      </dgm:t>
    </dgm:pt>
    <dgm:pt modelId="{98A0DE15-E553-4BA5-BA75-C1CA183EBFEE}" type="parTrans" cxnId="{066A02D4-5864-459D-85C7-15800E4C2F09}">
      <dgm:prSet/>
      <dgm:spPr/>
      <dgm:t>
        <a:bodyPr/>
        <a:lstStyle/>
        <a:p>
          <a:endParaRPr lang="en-US"/>
        </a:p>
      </dgm:t>
    </dgm:pt>
    <dgm:pt modelId="{096ABC63-83A2-470B-BABD-0589123870B4}" type="sibTrans" cxnId="{066A02D4-5864-459D-85C7-15800E4C2F09}">
      <dgm:prSet/>
      <dgm:spPr/>
      <dgm:t>
        <a:bodyPr/>
        <a:lstStyle/>
        <a:p>
          <a:endParaRPr lang="en-US"/>
        </a:p>
      </dgm:t>
    </dgm:pt>
    <dgm:pt modelId="{52BC064F-790C-4801-9F99-196194ED148B}">
      <dgm:prSet/>
      <dgm:spPr/>
      <dgm:t>
        <a:bodyPr/>
        <a:lstStyle/>
        <a:p>
          <a:r>
            <a:rPr lang="hu-HU" b="0" i="0" baseline="0"/>
            <a:t>Új funkciók egyszerűbb bővítése</a:t>
          </a:r>
          <a:endParaRPr lang="en-US"/>
        </a:p>
      </dgm:t>
    </dgm:pt>
    <dgm:pt modelId="{A5B0ED5B-3EFD-4F1C-8DC5-A420FA42A76E}" type="parTrans" cxnId="{CC8273A2-AF33-4917-9800-CDD9214BF9D3}">
      <dgm:prSet/>
      <dgm:spPr/>
      <dgm:t>
        <a:bodyPr/>
        <a:lstStyle/>
        <a:p>
          <a:endParaRPr lang="en-US"/>
        </a:p>
      </dgm:t>
    </dgm:pt>
    <dgm:pt modelId="{A7D85825-0931-482B-86A6-657F33DF4F1F}" type="sibTrans" cxnId="{CC8273A2-AF33-4917-9800-CDD9214BF9D3}">
      <dgm:prSet/>
      <dgm:spPr/>
      <dgm:t>
        <a:bodyPr/>
        <a:lstStyle/>
        <a:p>
          <a:endParaRPr lang="en-US"/>
        </a:p>
      </dgm:t>
    </dgm:pt>
    <dgm:pt modelId="{AC3482A5-31BC-4A9B-9EB4-C99E6781D49C}">
      <dgm:prSet/>
      <dgm:spPr/>
      <dgm:t>
        <a:bodyPr/>
        <a:lstStyle/>
        <a:p>
          <a:r>
            <a:rPr lang="hu-HU" b="0" i="0" baseline="0"/>
            <a:t>Biztonságosabb jogosultságkezelés</a:t>
          </a:r>
          <a:endParaRPr lang="en-US"/>
        </a:p>
      </dgm:t>
    </dgm:pt>
    <dgm:pt modelId="{FE867AC3-A240-466D-9F44-451EFBE3A851}" type="parTrans" cxnId="{91A0974D-C5A4-460F-AF29-10E3CD95882E}">
      <dgm:prSet/>
      <dgm:spPr/>
      <dgm:t>
        <a:bodyPr/>
        <a:lstStyle/>
        <a:p>
          <a:endParaRPr lang="en-US"/>
        </a:p>
      </dgm:t>
    </dgm:pt>
    <dgm:pt modelId="{D83F5C69-57BF-46E9-8854-5366555EFDA4}" type="sibTrans" cxnId="{91A0974D-C5A4-460F-AF29-10E3CD95882E}">
      <dgm:prSet/>
      <dgm:spPr/>
      <dgm:t>
        <a:bodyPr/>
        <a:lstStyle/>
        <a:p>
          <a:endParaRPr lang="en-US"/>
        </a:p>
      </dgm:t>
    </dgm:pt>
    <dgm:pt modelId="{C7C7B9EB-FEAD-4749-9F64-451ADEA0B53F}">
      <dgm:prSet/>
      <dgm:spPr/>
      <dgm:t>
        <a:bodyPr/>
        <a:lstStyle/>
        <a:p>
          <a:r>
            <a:rPr lang="hu-HU" b="0" i="0" baseline="0"/>
            <a:t>REST szemlélet</a:t>
          </a:r>
          <a:endParaRPr lang="en-US"/>
        </a:p>
      </dgm:t>
    </dgm:pt>
    <dgm:pt modelId="{869D06D8-A37D-4A0D-9567-CA84C91A69FB}" type="parTrans" cxnId="{C9059A04-A9B5-4A71-AB1B-8EDB8D7A8A43}">
      <dgm:prSet/>
      <dgm:spPr/>
      <dgm:t>
        <a:bodyPr/>
        <a:lstStyle/>
        <a:p>
          <a:endParaRPr lang="en-US"/>
        </a:p>
      </dgm:t>
    </dgm:pt>
    <dgm:pt modelId="{40AB820C-21BC-43B1-BF2A-8C5EFB002B3D}" type="sibTrans" cxnId="{C9059A04-A9B5-4A71-AB1B-8EDB8D7A8A43}">
      <dgm:prSet/>
      <dgm:spPr/>
      <dgm:t>
        <a:bodyPr/>
        <a:lstStyle/>
        <a:p>
          <a:endParaRPr lang="en-US"/>
        </a:p>
      </dgm:t>
    </dgm:pt>
    <dgm:pt modelId="{34AAD2BE-E744-4C0B-99C7-254218441D16}" type="pres">
      <dgm:prSet presAssocID="{E97E046B-1631-4E32-A14A-600DFB3CF798}" presName="vert0" presStyleCnt="0">
        <dgm:presLayoutVars>
          <dgm:dir/>
          <dgm:animOne val="branch"/>
          <dgm:animLvl val="lvl"/>
        </dgm:presLayoutVars>
      </dgm:prSet>
      <dgm:spPr/>
    </dgm:pt>
    <dgm:pt modelId="{D0CC9E2B-94BA-42D0-880A-D4C5A738E742}" type="pres">
      <dgm:prSet presAssocID="{71502DF6-A7BA-4E21-949C-E864FA0EC129}" presName="thickLine" presStyleLbl="alignNode1" presStyleIdx="0" presStyleCnt="5"/>
      <dgm:spPr/>
    </dgm:pt>
    <dgm:pt modelId="{A25C0749-A076-474B-A91E-770781ADF69B}" type="pres">
      <dgm:prSet presAssocID="{71502DF6-A7BA-4E21-949C-E864FA0EC129}" presName="horz1" presStyleCnt="0"/>
      <dgm:spPr/>
    </dgm:pt>
    <dgm:pt modelId="{734CC7C9-B9EF-4E8E-BF15-21784DB97E29}" type="pres">
      <dgm:prSet presAssocID="{71502DF6-A7BA-4E21-949C-E864FA0EC129}" presName="tx1" presStyleLbl="revTx" presStyleIdx="0" presStyleCnt="5"/>
      <dgm:spPr/>
    </dgm:pt>
    <dgm:pt modelId="{826F74EC-5398-4BCE-8FE0-28172F7C28FC}" type="pres">
      <dgm:prSet presAssocID="{71502DF6-A7BA-4E21-949C-E864FA0EC129}" presName="vert1" presStyleCnt="0"/>
      <dgm:spPr/>
    </dgm:pt>
    <dgm:pt modelId="{73EB9212-8F2D-4DFD-B17A-BC1F98A16D17}" type="pres">
      <dgm:prSet presAssocID="{545045D1-09CF-4393-AB5B-0A5A94143A73}" presName="thickLine" presStyleLbl="alignNode1" presStyleIdx="1" presStyleCnt="5"/>
      <dgm:spPr/>
    </dgm:pt>
    <dgm:pt modelId="{7A1F8F0B-FF57-4470-AAA2-093DF7CADD74}" type="pres">
      <dgm:prSet presAssocID="{545045D1-09CF-4393-AB5B-0A5A94143A73}" presName="horz1" presStyleCnt="0"/>
      <dgm:spPr/>
    </dgm:pt>
    <dgm:pt modelId="{0E1F4FE2-1D43-4F90-9306-F1AF38D6D77F}" type="pres">
      <dgm:prSet presAssocID="{545045D1-09CF-4393-AB5B-0A5A94143A73}" presName="tx1" presStyleLbl="revTx" presStyleIdx="1" presStyleCnt="5"/>
      <dgm:spPr/>
    </dgm:pt>
    <dgm:pt modelId="{761D9603-F65D-42ED-B126-EE4C362F67C2}" type="pres">
      <dgm:prSet presAssocID="{545045D1-09CF-4393-AB5B-0A5A94143A73}" presName="vert1" presStyleCnt="0"/>
      <dgm:spPr/>
    </dgm:pt>
    <dgm:pt modelId="{8EE559E5-6D0B-4C08-B1BF-CCA9E9384AD9}" type="pres">
      <dgm:prSet presAssocID="{52BC064F-790C-4801-9F99-196194ED148B}" presName="thickLine" presStyleLbl="alignNode1" presStyleIdx="2" presStyleCnt="5"/>
      <dgm:spPr/>
    </dgm:pt>
    <dgm:pt modelId="{DD620D76-7683-4AF2-9F07-CF61D89184BD}" type="pres">
      <dgm:prSet presAssocID="{52BC064F-790C-4801-9F99-196194ED148B}" presName="horz1" presStyleCnt="0"/>
      <dgm:spPr/>
    </dgm:pt>
    <dgm:pt modelId="{142ACE0C-190D-44E2-B7FB-A5068C767883}" type="pres">
      <dgm:prSet presAssocID="{52BC064F-790C-4801-9F99-196194ED148B}" presName="tx1" presStyleLbl="revTx" presStyleIdx="2" presStyleCnt="5"/>
      <dgm:spPr/>
    </dgm:pt>
    <dgm:pt modelId="{AEC6EB4E-7043-4E40-8DFE-5D82181399E9}" type="pres">
      <dgm:prSet presAssocID="{52BC064F-790C-4801-9F99-196194ED148B}" presName="vert1" presStyleCnt="0"/>
      <dgm:spPr/>
    </dgm:pt>
    <dgm:pt modelId="{9AEB28C6-1B11-437E-A632-6AFDA90C0725}" type="pres">
      <dgm:prSet presAssocID="{AC3482A5-31BC-4A9B-9EB4-C99E6781D49C}" presName="thickLine" presStyleLbl="alignNode1" presStyleIdx="3" presStyleCnt="5"/>
      <dgm:spPr/>
    </dgm:pt>
    <dgm:pt modelId="{1D548402-1458-4FEB-97BA-5D16DD51674A}" type="pres">
      <dgm:prSet presAssocID="{AC3482A5-31BC-4A9B-9EB4-C99E6781D49C}" presName="horz1" presStyleCnt="0"/>
      <dgm:spPr/>
    </dgm:pt>
    <dgm:pt modelId="{F6EAA2C5-BBB4-4C66-905C-9C3A67A456A6}" type="pres">
      <dgm:prSet presAssocID="{AC3482A5-31BC-4A9B-9EB4-C99E6781D49C}" presName="tx1" presStyleLbl="revTx" presStyleIdx="3" presStyleCnt="5"/>
      <dgm:spPr/>
    </dgm:pt>
    <dgm:pt modelId="{CF49BFA5-580D-452F-B7AB-F20583E828C3}" type="pres">
      <dgm:prSet presAssocID="{AC3482A5-31BC-4A9B-9EB4-C99E6781D49C}" presName="vert1" presStyleCnt="0"/>
      <dgm:spPr/>
    </dgm:pt>
    <dgm:pt modelId="{D5B00D41-D2C8-4E95-A100-966F3DE12793}" type="pres">
      <dgm:prSet presAssocID="{C7C7B9EB-FEAD-4749-9F64-451ADEA0B53F}" presName="thickLine" presStyleLbl="alignNode1" presStyleIdx="4" presStyleCnt="5"/>
      <dgm:spPr/>
    </dgm:pt>
    <dgm:pt modelId="{73C1D52E-4B0D-4043-80E7-902029C51C7B}" type="pres">
      <dgm:prSet presAssocID="{C7C7B9EB-FEAD-4749-9F64-451ADEA0B53F}" presName="horz1" presStyleCnt="0"/>
      <dgm:spPr/>
    </dgm:pt>
    <dgm:pt modelId="{8E620CFF-1708-4F08-8292-B7610201615A}" type="pres">
      <dgm:prSet presAssocID="{C7C7B9EB-FEAD-4749-9F64-451ADEA0B53F}" presName="tx1" presStyleLbl="revTx" presStyleIdx="4" presStyleCnt="5"/>
      <dgm:spPr/>
    </dgm:pt>
    <dgm:pt modelId="{79F85B5C-7E14-4C00-8788-B6F477CDC71C}" type="pres">
      <dgm:prSet presAssocID="{C7C7B9EB-FEAD-4749-9F64-451ADEA0B53F}" presName="vert1" presStyleCnt="0"/>
      <dgm:spPr/>
    </dgm:pt>
  </dgm:ptLst>
  <dgm:cxnLst>
    <dgm:cxn modelId="{C9059A04-A9B5-4A71-AB1B-8EDB8D7A8A43}" srcId="{E97E046B-1631-4E32-A14A-600DFB3CF798}" destId="{C7C7B9EB-FEAD-4749-9F64-451ADEA0B53F}" srcOrd="4" destOrd="0" parTransId="{869D06D8-A37D-4A0D-9567-CA84C91A69FB}" sibTransId="{40AB820C-21BC-43B1-BF2A-8C5EFB002B3D}"/>
    <dgm:cxn modelId="{5408202F-069E-41C5-9A37-F06DE2152B05}" type="presOf" srcId="{AC3482A5-31BC-4A9B-9EB4-C99E6781D49C}" destId="{F6EAA2C5-BBB4-4C66-905C-9C3A67A456A6}" srcOrd="0" destOrd="0" presId="urn:microsoft.com/office/officeart/2008/layout/LinedList"/>
    <dgm:cxn modelId="{6F9A882F-AB75-4365-BB28-1FF06B4303EB}" type="presOf" srcId="{71502DF6-A7BA-4E21-949C-E864FA0EC129}" destId="{734CC7C9-B9EF-4E8E-BF15-21784DB97E29}" srcOrd="0" destOrd="0" presId="urn:microsoft.com/office/officeart/2008/layout/LinedList"/>
    <dgm:cxn modelId="{A1EAFA3B-3022-42FB-B98A-D078831BD08B}" type="presOf" srcId="{52BC064F-790C-4801-9F99-196194ED148B}" destId="{142ACE0C-190D-44E2-B7FB-A5068C767883}" srcOrd="0" destOrd="0" presId="urn:microsoft.com/office/officeart/2008/layout/LinedList"/>
    <dgm:cxn modelId="{91A0974D-C5A4-460F-AF29-10E3CD95882E}" srcId="{E97E046B-1631-4E32-A14A-600DFB3CF798}" destId="{AC3482A5-31BC-4A9B-9EB4-C99E6781D49C}" srcOrd="3" destOrd="0" parTransId="{FE867AC3-A240-466D-9F44-451EFBE3A851}" sibTransId="{D83F5C69-57BF-46E9-8854-5366555EFDA4}"/>
    <dgm:cxn modelId="{2B572172-2E2E-4BC0-80FC-A59B0D67110E}" srcId="{E97E046B-1631-4E32-A14A-600DFB3CF798}" destId="{71502DF6-A7BA-4E21-949C-E864FA0EC129}" srcOrd="0" destOrd="0" parTransId="{8228DD3F-A8F1-4B38-B086-B2797539F294}" sibTransId="{F629C11F-AE8A-4232-96D4-F015C4CF63E2}"/>
    <dgm:cxn modelId="{7C8F4399-A6F3-44B9-AFFD-C774917DF08F}" type="presOf" srcId="{C7C7B9EB-FEAD-4749-9F64-451ADEA0B53F}" destId="{8E620CFF-1708-4F08-8292-B7610201615A}" srcOrd="0" destOrd="0" presId="urn:microsoft.com/office/officeart/2008/layout/LinedList"/>
    <dgm:cxn modelId="{CC8273A2-AF33-4917-9800-CDD9214BF9D3}" srcId="{E97E046B-1631-4E32-A14A-600DFB3CF798}" destId="{52BC064F-790C-4801-9F99-196194ED148B}" srcOrd="2" destOrd="0" parTransId="{A5B0ED5B-3EFD-4F1C-8DC5-A420FA42A76E}" sibTransId="{A7D85825-0931-482B-86A6-657F33DF4F1F}"/>
    <dgm:cxn modelId="{066A02D4-5864-459D-85C7-15800E4C2F09}" srcId="{E97E046B-1631-4E32-A14A-600DFB3CF798}" destId="{545045D1-09CF-4393-AB5B-0A5A94143A73}" srcOrd="1" destOrd="0" parTransId="{98A0DE15-E553-4BA5-BA75-C1CA183EBFEE}" sibTransId="{096ABC63-83A2-470B-BABD-0589123870B4}"/>
    <dgm:cxn modelId="{E96619E2-39C3-4F9D-AB00-129714E40AA2}" type="presOf" srcId="{E97E046B-1631-4E32-A14A-600DFB3CF798}" destId="{34AAD2BE-E744-4C0B-99C7-254218441D16}" srcOrd="0" destOrd="0" presId="urn:microsoft.com/office/officeart/2008/layout/LinedList"/>
    <dgm:cxn modelId="{2B82EEEE-07E0-4ABF-AD67-7E4DFC0A679A}" type="presOf" srcId="{545045D1-09CF-4393-AB5B-0A5A94143A73}" destId="{0E1F4FE2-1D43-4F90-9306-F1AF38D6D77F}" srcOrd="0" destOrd="0" presId="urn:microsoft.com/office/officeart/2008/layout/LinedList"/>
    <dgm:cxn modelId="{5C35070B-C2E4-42E7-A7B4-BEF4E1476CC0}" type="presParOf" srcId="{34AAD2BE-E744-4C0B-99C7-254218441D16}" destId="{D0CC9E2B-94BA-42D0-880A-D4C5A738E742}" srcOrd="0" destOrd="0" presId="urn:microsoft.com/office/officeart/2008/layout/LinedList"/>
    <dgm:cxn modelId="{1B6090A1-C7A8-4374-9D35-785626DF0DF6}" type="presParOf" srcId="{34AAD2BE-E744-4C0B-99C7-254218441D16}" destId="{A25C0749-A076-474B-A91E-770781ADF69B}" srcOrd="1" destOrd="0" presId="urn:microsoft.com/office/officeart/2008/layout/LinedList"/>
    <dgm:cxn modelId="{0814E9AC-5FEC-49CD-87F3-A61F7A7D8726}" type="presParOf" srcId="{A25C0749-A076-474B-A91E-770781ADF69B}" destId="{734CC7C9-B9EF-4E8E-BF15-21784DB97E29}" srcOrd="0" destOrd="0" presId="urn:microsoft.com/office/officeart/2008/layout/LinedList"/>
    <dgm:cxn modelId="{351CBE7A-ACC0-4FC3-9E95-1D7E63A20EDD}" type="presParOf" srcId="{A25C0749-A076-474B-A91E-770781ADF69B}" destId="{826F74EC-5398-4BCE-8FE0-28172F7C28FC}" srcOrd="1" destOrd="0" presId="urn:microsoft.com/office/officeart/2008/layout/LinedList"/>
    <dgm:cxn modelId="{11F037CC-E9F3-4AF8-BBA8-B59A47647A09}" type="presParOf" srcId="{34AAD2BE-E744-4C0B-99C7-254218441D16}" destId="{73EB9212-8F2D-4DFD-B17A-BC1F98A16D17}" srcOrd="2" destOrd="0" presId="urn:microsoft.com/office/officeart/2008/layout/LinedList"/>
    <dgm:cxn modelId="{9EF0E5EE-1DFE-46D8-891A-BB43D5E07461}" type="presParOf" srcId="{34AAD2BE-E744-4C0B-99C7-254218441D16}" destId="{7A1F8F0B-FF57-4470-AAA2-093DF7CADD74}" srcOrd="3" destOrd="0" presId="urn:microsoft.com/office/officeart/2008/layout/LinedList"/>
    <dgm:cxn modelId="{E3E77F3A-715C-479F-BC34-CAD007C5FC2A}" type="presParOf" srcId="{7A1F8F0B-FF57-4470-AAA2-093DF7CADD74}" destId="{0E1F4FE2-1D43-4F90-9306-F1AF38D6D77F}" srcOrd="0" destOrd="0" presId="urn:microsoft.com/office/officeart/2008/layout/LinedList"/>
    <dgm:cxn modelId="{8FC76F75-771E-4F9C-BFEE-557FC3668A98}" type="presParOf" srcId="{7A1F8F0B-FF57-4470-AAA2-093DF7CADD74}" destId="{761D9603-F65D-42ED-B126-EE4C362F67C2}" srcOrd="1" destOrd="0" presId="urn:microsoft.com/office/officeart/2008/layout/LinedList"/>
    <dgm:cxn modelId="{20BFD495-50C1-4843-B2F1-1B31B59DC7E5}" type="presParOf" srcId="{34AAD2BE-E744-4C0B-99C7-254218441D16}" destId="{8EE559E5-6D0B-4C08-B1BF-CCA9E9384AD9}" srcOrd="4" destOrd="0" presId="urn:microsoft.com/office/officeart/2008/layout/LinedList"/>
    <dgm:cxn modelId="{EBDEE0C4-3CB4-4CDA-B189-A1CCE3D4B933}" type="presParOf" srcId="{34AAD2BE-E744-4C0B-99C7-254218441D16}" destId="{DD620D76-7683-4AF2-9F07-CF61D89184BD}" srcOrd="5" destOrd="0" presId="urn:microsoft.com/office/officeart/2008/layout/LinedList"/>
    <dgm:cxn modelId="{90673B63-E119-48A4-A094-8D5A32A18C97}" type="presParOf" srcId="{DD620D76-7683-4AF2-9F07-CF61D89184BD}" destId="{142ACE0C-190D-44E2-B7FB-A5068C767883}" srcOrd="0" destOrd="0" presId="urn:microsoft.com/office/officeart/2008/layout/LinedList"/>
    <dgm:cxn modelId="{24048E40-375E-42AC-BD80-43A0513D031D}" type="presParOf" srcId="{DD620D76-7683-4AF2-9F07-CF61D89184BD}" destId="{AEC6EB4E-7043-4E40-8DFE-5D82181399E9}" srcOrd="1" destOrd="0" presId="urn:microsoft.com/office/officeart/2008/layout/LinedList"/>
    <dgm:cxn modelId="{60A90423-0039-44C4-B326-D5564432D34E}" type="presParOf" srcId="{34AAD2BE-E744-4C0B-99C7-254218441D16}" destId="{9AEB28C6-1B11-437E-A632-6AFDA90C0725}" srcOrd="6" destOrd="0" presId="urn:microsoft.com/office/officeart/2008/layout/LinedList"/>
    <dgm:cxn modelId="{0DF4288D-C7ED-4B94-AF29-CB78843D7BF4}" type="presParOf" srcId="{34AAD2BE-E744-4C0B-99C7-254218441D16}" destId="{1D548402-1458-4FEB-97BA-5D16DD51674A}" srcOrd="7" destOrd="0" presId="urn:microsoft.com/office/officeart/2008/layout/LinedList"/>
    <dgm:cxn modelId="{B68FE065-45CF-402C-B693-A5B82B798DE7}" type="presParOf" srcId="{1D548402-1458-4FEB-97BA-5D16DD51674A}" destId="{F6EAA2C5-BBB4-4C66-905C-9C3A67A456A6}" srcOrd="0" destOrd="0" presId="urn:microsoft.com/office/officeart/2008/layout/LinedList"/>
    <dgm:cxn modelId="{93AB2D92-5B7F-4B06-8486-D25247D52872}" type="presParOf" srcId="{1D548402-1458-4FEB-97BA-5D16DD51674A}" destId="{CF49BFA5-580D-452F-B7AB-F20583E828C3}" srcOrd="1" destOrd="0" presId="urn:microsoft.com/office/officeart/2008/layout/LinedList"/>
    <dgm:cxn modelId="{55F583D0-751C-415F-93B7-2C81D77BAB2B}" type="presParOf" srcId="{34AAD2BE-E744-4C0B-99C7-254218441D16}" destId="{D5B00D41-D2C8-4E95-A100-966F3DE12793}" srcOrd="8" destOrd="0" presId="urn:microsoft.com/office/officeart/2008/layout/LinedList"/>
    <dgm:cxn modelId="{0554D9AE-BBB4-44E7-B3D5-9B59B1BB9225}" type="presParOf" srcId="{34AAD2BE-E744-4C0B-99C7-254218441D16}" destId="{73C1D52E-4B0D-4043-80E7-902029C51C7B}" srcOrd="9" destOrd="0" presId="urn:microsoft.com/office/officeart/2008/layout/LinedList"/>
    <dgm:cxn modelId="{F324FCFE-7B0A-4BC4-8499-CF854E92AE0B}" type="presParOf" srcId="{73C1D52E-4B0D-4043-80E7-902029C51C7B}" destId="{8E620CFF-1708-4F08-8292-B7610201615A}" srcOrd="0" destOrd="0" presId="urn:microsoft.com/office/officeart/2008/layout/LinedList"/>
    <dgm:cxn modelId="{7571C161-C7AB-4F5E-89CD-AE73ADD93DA9}" type="presParOf" srcId="{73C1D52E-4B0D-4043-80E7-902029C51C7B}" destId="{79F85B5C-7E14-4C00-8788-B6F477CDC71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C52B0FD-534A-4CFF-9DCC-44969099FF41}"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7386D1E1-8C05-4C5C-9768-74D812422818}">
      <dgm:prSet/>
      <dgm:spPr/>
      <dgm:t>
        <a:bodyPr/>
        <a:lstStyle/>
        <a:p>
          <a:r>
            <a:rPr lang="hu-HU" b="0" i="0" baseline="0"/>
            <a:t>Keresés, szűrés, rendezés</a:t>
          </a:r>
          <a:endParaRPr lang="en-US"/>
        </a:p>
      </dgm:t>
    </dgm:pt>
    <dgm:pt modelId="{4B834523-6DA7-49FA-AFA4-F321F460407C}" type="parTrans" cxnId="{8058EE31-516C-4497-A8BE-F6107D341260}">
      <dgm:prSet/>
      <dgm:spPr/>
      <dgm:t>
        <a:bodyPr/>
        <a:lstStyle/>
        <a:p>
          <a:endParaRPr lang="en-US"/>
        </a:p>
      </dgm:t>
    </dgm:pt>
    <dgm:pt modelId="{FE4DAEDA-D7FE-4EE2-83B4-DFF06A4C3B84}" type="sibTrans" cxnId="{8058EE31-516C-4497-A8BE-F6107D341260}">
      <dgm:prSet/>
      <dgm:spPr/>
      <dgm:t>
        <a:bodyPr/>
        <a:lstStyle/>
        <a:p>
          <a:endParaRPr lang="en-US"/>
        </a:p>
      </dgm:t>
    </dgm:pt>
    <dgm:pt modelId="{4BFD8CFE-E70A-484A-9F98-C2A69D1F088A}">
      <dgm:prSet/>
      <dgm:spPr/>
      <dgm:t>
        <a:bodyPr/>
        <a:lstStyle/>
        <a:p>
          <a:r>
            <a:rPr lang="hu-HU" b="0" i="0" baseline="0"/>
            <a:t>Vélemények megtekintése</a:t>
          </a:r>
          <a:endParaRPr lang="en-US"/>
        </a:p>
      </dgm:t>
    </dgm:pt>
    <dgm:pt modelId="{A2D83438-79BA-4F43-9CBF-A501B83E7DAC}" type="parTrans" cxnId="{A6167C79-5C59-408F-A230-562557A348A6}">
      <dgm:prSet/>
      <dgm:spPr/>
      <dgm:t>
        <a:bodyPr/>
        <a:lstStyle/>
        <a:p>
          <a:endParaRPr lang="en-US"/>
        </a:p>
      </dgm:t>
    </dgm:pt>
    <dgm:pt modelId="{2D761CE8-FAB2-4F48-AF84-225F655972DC}" type="sibTrans" cxnId="{A6167C79-5C59-408F-A230-562557A348A6}">
      <dgm:prSet/>
      <dgm:spPr/>
      <dgm:t>
        <a:bodyPr/>
        <a:lstStyle/>
        <a:p>
          <a:endParaRPr lang="en-US"/>
        </a:p>
      </dgm:t>
    </dgm:pt>
    <dgm:pt modelId="{A3A5446D-4590-4D02-BE00-5844848292F5}">
      <dgm:prSet/>
      <dgm:spPr/>
      <dgm:t>
        <a:bodyPr/>
        <a:lstStyle/>
        <a:p>
          <a:r>
            <a:rPr lang="hu-HU" b="0" i="0" baseline="0"/>
            <a:t>Kedvencek kezelése</a:t>
          </a:r>
          <a:endParaRPr lang="en-US"/>
        </a:p>
      </dgm:t>
    </dgm:pt>
    <dgm:pt modelId="{EF78F439-5DC4-4540-8922-2F2B655B55F4}" type="parTrans" cxnId="{B36E7140-78D0-469E-A3C1-482827563090}">
      <dgm:prSet/>
      <dgm:spPr/>
      <dgm:t>
        <a:bodyPr/>
        <a:lstStyle/>
        <a:p>
          <a:endParaRPr lang="en-US"/>
        </a:p>
      </dgm:t>
    </dgm:pt>
    <dgm:pt modelId="{8503BE38-E357-4FE5-9D93-6622A54EA5B6}" type="sibTrans" cxnId="{B36E7140-78D0-469E-A3C1-482827563090}">
      <dgm:prSet/>
      <dgm:spPr/>
      <dgm:t>
        <a:bodyPr/>
        <a:lstStyle/>
        <a:p>
          <a:endParaRPr lang="en-US"/>
        </a:p>
      </dgm:t>
    </dgm:pt>
    <dgm:pt modelId="{287409AC-4E07-4A7A-A2AC-30970F83891B}">
      <dgm:prSet/>
      <dgm:spPr/>
      <dgm:t>
        <a:bodyPr/>
        <a:lstStyle/>
        <a:p>
          <a:r>
            <a:rPr lang="hu-HU" b="0" i="0" baseline="0"/>
            <a:t>Részletes modal</a:t>
          </a:r>
          <a:endParaRPr lang="en-US"/>
        </a:p>
      </dgm:t>
    </dgm:pt>
    <dgm:pt modelId="{51C9A903-CF54-4222-B6B9-521C483350E9}" type="parTrans" cxnId="{16EA1AFD-A535-42CD-BEC6-DCEAD44839BA}">
      <dgm:prSet/>
      <dgm:spPr/>
      <dgm:t>
        <a:bodyPr/>
        <a:lstStyle/>
        <a:p>
          <a:endParaRPr lang="en-US"/>
        </a:p>
      </dgm:t>
    </dgm:pt>
    <dgm:pt modelId="{38F5AA6C-3343-4010-AE9A-5D64915EAA1E}" type="sibTrans" cxnId="{16EA1AFD-A535-42CD-BEC6-DCEAD44839BA}">
      <dgm:prSet/>
      <dgm:spPr/>
      <dgm:t>
        <a:bodyPr/>
        <a:lstStyle/>
        <a:p>
          <a:endParaRPr lang="en-US"/>
        </a:p>
      </dgm:t>
    </dgm:pt>
    <dgm:pt modelId="{6E6BAF92-FA9D-4C8D-8579-1063F8409BAC}">
      <dgm:prSet/>
      <dgm:spPr/>
      <dgm:t>
        <a:bodyPr/>
        <a:lstStyle/>
        <a:p>
          <a:r>
            <a:rPr lang="hu-HU" b="0" i="0" baseline="0"/>
            <a:t>Állapotok és visszajelzések</a:t>
          </a:r>
          <a:endParaRPr lang="en-US"/>
        </a:p>
      </dgm:t>
    </dgm:pt>
    <dgm:pt modelId="{1069CEB0-ECC4-4E1D-93BB-E8B708B0A465}" type="parTrans" cxnId="{6BA522C6-BC9B-46A7-9F4B-ADE782E13A24}">
      <dgm:prSet/>
      <dgm:spPr/>
      <dgm:t>
        <a:bodyPr/>
        <a:lstStyle/>
        <a:p>
          <a:endParaRPr lang="en-US"/>
        </a:p>
      </dgm:t>
    </dgm:pt>
    <dgm:pt modelId="{14D794F5-6386-4978-9F3B-8066A419962A}" type="sibTrans" cxnId="{6BA522C6-BC9B-46A7-9F4B-ADE782E13A24}">
      <dgm:prSet/>
      <dgm:spPr/>
      <dgm:t>
        <a:bodyPr/>
        <a:lstStyle/>
        <a:p>
          <a:endParaRPr lang="en-US"/>
        </a:p>
      </dgm:t>
    </dgm:pt>
    <dgm:pt modelId="{78DA8975-030A-42EA-AB16-B190769559F5}" type="pres">
      <dgm:prSet presAssocID="{EC52B0FD-534A-4CFF-9DCC-44969099FF41}" presName="vert0" presStyleCnt="0">
        <dgm:presLayoutVars>
          <dgm:dir/>
          <dgm:animOne val="branch"/>
          <dgm:animLvl val="lvl"/>
        </dgm:presLayoutVars>
      </dgm:prSet>
      <dgm:spPr/>
    </dgm:pt>
    <dgm:pt modelId="{D243F6D3-CFAC-4689-9EFB-1B0662059828}" type="pres">
      <dgm:prSet presAssocID="{7386D1E1-8C05-4C5C-9768-74D812422818}" presName="thickLine" presStyleLbl="alignNode1" presStyleIdx="0" presStyleCnt="5"/>
      <dgm:spPr/>
    </dgm:pt>
    <dgm:pt modelId="{0C900A67-B6BB-4BB9-9218-3E275D70EB81}" type="pres">
      <dgm:prSet presAssocID="{7386D1E1-8C05-4C5C-9768-74D812422818}" presName="horz1" presStyleCnt="0"/>
      <dgm:spPr/>
    </dgm:pt>
    <dgm:pt modelId="{9C1E1440-86D8-41D8-88AE-6FB44DC2247F}" type="pres">
      <dgm:prSet presAssocID="{7386D1E1-8C05-4C5C-9768-74D812422818}" presName="tx1" presStyleLbl="revTx" presStyleIdx="0" presStyleCnt="5"/>
      <dgm:spPr/>
    </dgm:pt>
    <dgm:pt modelId="{E900E977-2306-45C6-929B-268D5668997F}" type="pres">
      <dgm:prSet presAssocID="{7386D1E1-8C05-4C5C-9768-74D812422818}" presName="vert1" presStyleCnt="0"/>
      <dgm:spPr/>
    </dgm:pt>
    <dgm:pt modelId="{B26F2EDA-1332-489E-BE5F-72C4383BDBAF}" type="pres">
      <dgm:prSet presAssocID="{4BFD8CFE-E70A-484A-9F98-C2A69D1F088A}" presName="thickLine" presStyleLbl="alignNode1" presStyleIdx="1" presStyleCnt="5"/>
      <dgm:spPr/>
    </dgm:pt>
    <dgm:pt modelId="{D8D6DE7C-E55D-475B-9A73-D484E712160F}" type="pres">
      <dgm:prSet presAssocID="{4BFD8CFE-E70A-484A-9F98-C2A69D1F088A}" presName="horz1" presStyleCnt="0"/>
      <dgm:spPr/>
    </dgm:pt>
    <dgm:pt modelId="{11F89FF1-1B99-4D38-AFE9-693184EE5084}" type="pres">
      <dgm:prSet presAssocID="{4BFD8CFE-E70A-484A-9F98-C2A69D1F088A}" presName="tx1" presStyleLbl="revTx" presStyleIdx="1" presStyleCnt="5"/>
      <dgm:spPr/>
    </dgm:pt>
    <dgm:pt modelId="{AD259EA6-78D3-4FAE-8856-014832C7A240}" type="pres">
      <dgm:prSet presAssocID="{4BFD8CFE-E70A-484A-9F98-C2A69D1F088A}" presName="vert1" presStyleCnt="0"/>
      <dgm:spPr/>
    </dgm:pt>
    <dgm:pt modelId="{C323ED57-A1FB-4293-9F0A-62753DC75514}" type="pres">
      <dgm:prSet presAssocID="{A3A5446D-4590-4D02-BE00-5844848292F5}" presName="thickLine" presStyleLbl="alignNode1" presStyleIdx="2" presStyleCnt="5"/>
      <dgm:spPr/>
    </dgm:pt>
    <dgm:pt modelId="{0BB58036-E57C-410E-8535-90194A17A1B1}" type="pres">
      <dgm:prSet presAssocID="{A3A5446D-4590-4D02-BE00-5844848292F5}" presName="horz1" presStyleCnt="0"/>
      <dgm:spPr/>
    </dgm:pt>
    <dgm:pt modelId="{9C4A7CDA-413C-478B-8EF6-82BC40017077}" type="pres">
      <dgm:prSet presAssocID="{A3A5446D-4590-4D02-BE00-5844848292F5}" presName="tx1" presStyleLbl="revTx" presStyleIdx="2" presStyleCnt="5"/>
      <dgm:spPr/>
    </dgm:pt>
    <dgm:pt modelId="{A1B008E7-3F09-4596-854A-5AEEB5D769E4}" type="pres">
      <dgm:prSet presAssocID="{A3A5446D-4590-4D02-BE00-5844848292F5}" presName="vert1" presStyleCnt="0"/>
      <dgm:spPr/>
    </dgm:pt>
    <dgm:pt modelId="{9330AB0C-8870-4E77-B4B2-853B1ECA040D}" type="pres">
      <dgm:prSet presAssocID="{287409AC-4E07-4A7A-A2AC-30970F83891B}" presName="thickLine" presStyleLbl="alignNode1" presStyleIdx="3" presStyleCnt="5"/>
      <dgm:spPr/>
    </dgm:pt>
    <dgm:pt modelId="{5C5FC159-32F6-4F58-A451-5FDC0BF98A37}" type="pres">
      <dgm:prSet presAssocID="{287409AC-4E07-4A7A-A2AC-30970F83891B}" presName="horz1" presStyleCnt="0"/>
      <dgm:spPr/>
    </dgm:pt>
    <dgm:pt modelId="{B633BEF3-D103-4434-AFC6-2515696D6F30}" type="pres">
      <dgm:prSet presAssocID="{287409AC-4E07-4A7A-A2AC-30970F83891B}" presName="tx1" presStyleLbl="revTx" presStyleIdx="3" presStyleCnt="5"/>
      <dgm:spPr/>
    </dgm:pt>
    <dgm:pt modelId="{A54F48D5-3551-4038-91B5-E51E5811C0A0}" type="pres">
      <dgm:prSet presAssocID="{287409AC-4E07-4A7A-A2AC-30970F83891B}" presName="vert1" presStyleCnt="0"/>
      <dgm:spPr/>
    </dgm:pt>
    <dgm:pt modelId="{FCE52CBA-6381-4C50-B97B-8C0BE7140313}" type="pres">
      <dgm:prSet presAssocID="{6E6BAF92-FA9D-4C8D-8579-1063F8409BAC}" presName="thickLine" presStyleLbl="alignNode1" presStyleIdx="4" presStyleCnt="5"/>
      <dgm:spPr/>
    </dgm:pt>
    <dgm:pt modelId="{AB865D78-719B-4DFE-8FE1-F963EF474266}" type="pres">
      <dgm:prSet presAssocID="{6E6BAF92-FA9D-4C8D-8579-1063F8409BAC}" presName="horz1" presStyleCnt="0"/>
      <dgm:spPr/>
    </dgm:pt>
    <dgm:pt modelId="{A1937EC8-08FE-4087-BE97-31E9DB1A8839}" type="pres">
      <dgm:prSet presAssocID="{6E6BAF92-FA9D-4C8D-8579-1063F8409BAC}" presName="tx1" presStyleLbl="revTx" presStyleIdx="4" presStyleCnt="5"/>
      <dgm:spPr/>
    </dgm:pt>
    <dgm:pt modelId="{B66F0F7D-8ABD-47D4-98F8-FA0AB7C7CB2C}" type="pres">
      <dgm:prSet presAssocID="{6E6BAF92-FA9D-4C8D-8579-1063F8409BAC}" presName="vert1" presStyleCnt="0"/>
      <dgm:spPr/>
    </dgm:pt>
  </dgm:ptLst>
  <dgm:cxnLst>
    <dgm:cxn modelId="{38B8CD0F-4A61-409F-A827-CEC47FF23DA6}" type="presOf" srcId="{4BFD8CFE-E70A-484A-9F98-C2A69D1F088A}" destId="{11F89FF1-1B99-4D38-AFE9-693184EE5084}" srcOrd="0" destOrd="0" presId="urn:microsoft.com/office/officeart/2008/layout/LinedList"/>
    <dgm:cxn modelId="{B022EC1A-D087-4D23-9040-C5D1B480C09F}" type="presOf" srcId="{A3A5446D-4590-4D02-BE00-5844848292F5}" destId="{9C4A7CDA-413C-478B-8EF6-82BC40017077}" srcOrd="0" destOrd="0" presId="urn:microsoft.com/office/officeart/2008/layout/LinedList"/>
    <dgm:cxn modelId="{8058EE31-516C-4497-A8BE-F6107D341260}" srcId="{EC52B0FD-534A-4CFF-9DCC-44969099FF41}" destId="{7386D1E1-8C05-4C5C-9768-74D812422818}" srcOrd="0" destOrd="0" parTransId="{4B834523-6DA7-49FA-AFA4-F321F460407C}" sibTransId="{FE4DAEDA-D7FE-4EE2-83B4-DFF06A4C3B84}"/>
    <dgm:cxn modelId="{B36E7140-78D0-469E-A3C1-482827563090}" srcId="{EC52B0FD-534A-4CFF-9DCC-44969099FF41}" destId="{A3A5446D-4590-4D02-BE00-5844848292F5}" srcOrd="2" destOrd="0" parTransId="{EF78F439-5DC4-4540-8922-2F2B655B55F4}" sibTransId="{8503BE38-E357-4FE5-9D93-6622A54EA5B6}"/>
    <dgm:cxn modelId="{85BBA345-E836-419A-AC82-4CC49F7CB46F}" type="presOf" srcId="{7386D1E1-8C05-4C5C-9768-74D812422818}" destId="{9C1E1440-86D8-41D8-88AE-6FB44DC2247F}" srcOrd="0" destOrd="0" presId="urn:microsoft.com/office/officeart/2008/layout/LinedList"/>
    <dgm:cxn modelId="{E1EA5A54-A080-4DE3-ABF5-639C1FE6357C}" type="presOf" srcId="{287409AC-4E07-4A7A-A2AC-30970F83891B}" destId="{B633BEF3-D103-4434-AFC6-2515696D6F30}" srcOrd="0" destOrd="0" presId="urn:microsoft.com/office/officeart/2008/layout/LinedList"/>
    <dgm:cxn modelId="{A6167C79-5C59-408F-A230-562557A348A6}" srcId="{EC52B0FD-534A-4CFF-9DCC-44969099FF41}" destId="{4BFD8CFE-E70A-484A-9F98-C2A69D1F088A}" srcOrd="1" destOrd="0" parTransId="{A2D83438-79BA-4F43-9CBF-A501B83E7DAC}" sibTransId="{2D761CE8-FAB2-4F48-AF84-225F655972DC}"/>
    <dgm:cxn modelId="{35D096C5-0C21-4472-98F9-2EF6669D28D3}" type="presOf" srcId="{6E6BAF92-FA9D-4C8D-8579-1063F8409BAC}" destId="{A1937EC8-08FE-4087-BE97-31E9DB1A8839}" srcOrd="0" destOrd="0" presId="urn:microsoft.com/office/officeart/2008/layout/LinedList"/>
    <dgm:cxn modelId="{6BA522C6-BC9B-46A7-9F4B-ADE782E13A24}" srcId="{EC52B0FD-534A-4CFF-9DCC-44969099FF41}" destId="{6E6BAF92-FA9D-4C8D-8579-1063F8409BAC}" srcOrd="4" destOrd="0" parTransId="{1069CEB0-ECC4-4E1D-93BB-E8B708B0A465}" sibTransId="{14D794F5-6386-4978-9F3B-8066A419962A}"/>
    <dgm:cxn modelId="{7F6C0CF6-C9BA-49FC-BC53-E0520890F9C5}" type="presOf" srcId="{EC52B0FD-534A-4CFF-9DCC-44969099FF41}" destId="{78DA8975-030A-42EA-AB16-B190769559F5}" srcOrd="0" destOrd="0" presId="urn:microsoft.com/office/officeart/2008/layout/LinedList"/>
    <dgm:cxn modelId="{16EA1AFD-A535-42CD-BEC6-DCEAD44839BA}" srcId="{EC52B0FD-534A-4CFF-9DCC-44969099FF41}" destId="{287409AC-4E07-4A7A-A2AC-30970F83891B}" srcOrd="3" destOrd="0" parTransId="{51C9A903-CF54-4222-B6B9-521C483350E9}" sibTransId="{38F5AA6C-3343-4010-AE9A-5D64915EAA1E}"/>
    <dgm:cxn modelId="{7B9F1AE0-114C-4E3C-ABFF-29F2F64B0B35}" type="presParOf" srcId="{78DA8975-030A-42EA-AB16-B190769559F5}" destId="{D243F6D3-CFAC-4689-9EFB-1B0662059828}" srcOrd="0" destOrd="0" presId="urn:microsoft.com/office/officeart/2008/layout/LinedList"/>
    <dgm:cxn modelId="{62A6159C-1CD7-4D28-8C98-A91695670AB7}" type="presParOf" srcId="{78DA8975-030A-42EA-AB16-B190769559F5}" destId="{0C900A67-B6BB-4BB9-9218-3E275D70EB81}" srcOrd="1" destOrd="0" presId="urn:microsoft.com/office/officeart/2008/layout/LinedList"/>
    <dgm:cxn modelId="{49DCBFF9-7456-4010-8472-7B6BFEF69B90}" type="presParOf" srcId="{0C900A67-B6BB-4BB9-9218-3E275D70EB81}" destId="{9C1E1440-86D8-41D8-88AE-6FB44DC2247F}" srcOrd="0" destOrd="0" presId="urn:microsoft.com/office/officeart/2008/layout/LinedList"/>
    <dgm:cxn modelId="{E576AC19-8AC6-4AD9-A200-5B691E62DF11}" type="presParOf" srcId="{0C900A67-B6BB-4BB9-9218-3E275D70EB81}" destId="{E900E977-2306-45C6-929B-268D5668997F}" srcOrd="1" destOrd="0" presId="urn:microsoft.com/office/officeart/2008/layout/LinedList"/>
    <dgm:cxn modelId="{3EE52798-4942-4E3E-AA17-D80EBCBDC117}" type="presParOf" srcId="{78DA8975-030A-42EA-AB16-B190769559F5}" destId="{B26F2EDA-1332-489E-BE5F-72C4383BDBAF}" srcOrd="2" destOrd="0" presId="urn:microsoft.com/office/officeart/2008/layout/LinedList"/>
    <dgm:cxn modelId="{8A97A48F-0B1B-4882-BA7B-13BB5A39C1CB}" type="presParOf" srcId="{78DA8975-030A-42EA-AB16-B190769559F5}" destId="{D8D6DE7C-E55D-475B-9A73-D484E712160F}" srcOrd="3" destOrd="0" presId="urn:microsoft.com/office/officeart/2008/layout/LinedList"/>
    <dgm:cxn modelId="{A33172E8-9D8B-48DD-A78B-0483FCEDCB0A}" type="presParOf" srcId="{D8D6DE7C-E55D-475B-9A73-D484E712160F}" destId="{11F89FF1-1B99-4D38-AFE9-693184EE5084}" srcOrd="0" destOrd="0" presId="urn:microsoft.com/office/officeart/2008/layout/LinedList"/>
    <dgm:cxn modelId="{56D5920A-7038-45CA-A1F6-58A7F1D40C15}" type="presParOf" srcId="{D8D6DE7C-E55D-475B-9A73-D484E712160F}" destId="{AD259EA6-78D3-4FAE-8856-014832C7A240}" srcOrd="1" destOrd="0" presId="urn:microsoft.com/office/officeart/2008/layout/LinedList"/>
    <dgm:cxn modelId="{96DA2B2C-575C-45E1-897E-EAD30BFB060F}" type="presParOf" srcId="{78DA8975-030A-42EA-AB16-B190769559F5}" destId="{C323ED57-A1FB-4293-9F0A-62753DC75514}" srcOrd="4" destOrd="0" presId="urn:microsoft.com/office/officeart/2008/layout/LinedList"/>
    <dgm:cxn modelId="{0EB5EC7B-5434-4F4A-99A2-37426EEE3D9C}" type="presParOf" srcId="{78DA8975-030A-42EA-AB16-B190769559F5}" destId="{0BB58036-E57C-410E-8535-90194A17A1B1}" srcOrd="5" destOrd="0" presId="urn:microsoft.com/office/officeart/2008/layout/LinedList"/>
    <dgm:cxn modelId="{C77ADF53-861A-483C-9ADA-A22680FD43CA}" type="presParOf" srcId="{0BB58036-E57C-410E-8535-90194A17A1B1}" destId="{9C4A7CDA-413C-478B-8EF6-82BC40017077}" srcOrd="0" destOrd="0" presId="urn:microsoft.com/office/officeart/2008/layout/LinedList"/>
    <dgm:cxn modelId="{FBF4C7E7-757A-4110-932C-B43B8749C579}" type="presParOf" srcId="{0BB58036-E57C-410E-8535-90194A17A1B1}" destId="{A1B008E7-3F09-4596-854A-5AEEB5D769E4}" srcOrd="1" destOrd="0" presId="urn:microsoft.com/office/officeart/2008/layout/LinedList"/>
    <dgm:cxn modelId="{C59238F6-E5A7-48ED-97B5-5AB10F4A5EA9}" type="presParOf" srcId="{78DA8975-030A-42EA-AB16-B190769559F5}" destId="{9330AB0C-8870-4E77-B4B2-853B1ECA040D}" srcOrd="6" destOrd="0" presId="urn:microsoft.com/office/officeart/2008/layout/LinedList"/>
    <dgm:cxn modelId="{2EDC0A8A-5B28-4697-B976-50D505BDD128}" type="presParOf" srcId="{78DA8975-030A-42EA-AB16-B190769559F5}" destId="{5C5FC159-32F6-4F58-A451-5FDC0BF98A37}" srcOrd="7" destOrd="0" presId="urn:microsoft.com/office/officeart/2008/layout/LinedList"/>
    <dgm:cxn modelId="{3A17DBF8-BEDE-441B-93A3-7330A66AC879}" type="presParOf" srcId="{5C5FC159-32F6-4F58-A451-5FDC0BF98A37}" destId="{B633BEF3-D103-4434-AFC6-2515696D6F30}" srcOrd="0" destOrd="0" presId="urn:microsoft.com/office/officeart/2008/layout/LinedList"/>
    <dgm:cxn modelId="{165890A2-DE02-42E1-B0D7-96765B07691F}" type="presParOf" srcId="{5C5FC159-32F6-4F58-A451-5FDC0BF98A37}" destId="{A54F48D5-3551-4038-91B5-E51E5811C0A0}" srcOrd="1" destOrd="0" presId="urn:microsoft.com/office/officeart/2008/layout/LinedList"/>
    <dgm:cxn modelId="{1531DC3D-157D-4A2A-B599-A1B0B5E3BC9B}" type="presParOf" srcId="{78DA8975-030A-42EA-AB16-B190769559F5}" destId="{FCE52CBA-6381-4C50-B97B-8C0BE7140313}" srcOrd="8" destOrd="0" presId="urn:microsoft.com/office/officeart/2008/layout/LinedList"/>
    <dgm:cxn modelId="{AEF52EE2-FC54-4106-BD64-3148EE6A07D4}" type="presParOf" srcId="{78DA8975-030A-42EA-AB16-B190769559F5}" destId="{AB865D78-719B-4DFE-8FE1-F963EF474266}" srcOrd="9" destOrd="0" presId="urn:microsoft.com/office/officeart/2008/layout/LinedList"/>
    <dgm:cxn modelId="{7365FFA5-141C-42FA-94ED-D23F20AD0859}" type="presParOf" srcId="{AB865D78-719B-4DFE-8FE1-F963EF474266}" destId="{A1937EC8-08FE-4087-BE97-31E9DB1A8839}" srcOrd="0" destOrd="0" presId="urn:microsoft.com/office/officeart/2008/layout/LinedList"/>
    <dgm:cxn modelId="{065A5973-9124-4519-AFE1-E51C669206DC}" type="presParOf" srcId="{AB865D78-719B-4DFE-8FE1-F963EF474266}" destId="{B66F0F7D-8ABD-47D4-98F8-FA0AB7C7CB2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a:t>Építési napló blokkokkal</a:t>
          </a:r>
          <a:endParaRPr lang="en-US"/>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AFB90CEA-3F72-43B7-8628-F49C25F66DE2}">
      <dgm:prSet/>
      <dgm:spPr/>
      <dgm:t>
        <a:bodyPr/>
        <a:lstStyle/>
        <a:p>
          <a:r>
            <a:rPr lang="hu-HU" b="0" i="0" baseline="0"/>
            <a:t>AI chat widget</a:t>
          </a:r>
          <a:endParaRPr lang="en-US"/>
        </a:p>
      </dgm:t>
    </dgm:pt>
    <dgm:pt modelId="{FD77FBA7-85EE-4483-AF1B-3EEB84C0F560}" type="parTrans" cxnId="{6ABDF586-33C9-4AF7-845E-051B54A523D5}">
      <dgm:prSet/>
      <dgm:spPr/>
      <dgm:t>
        <a:bodyPr/>
        <a:lstStyle/>
        <a:p>
          <a:endParaRPr lang="en-US"/>
        </a:p>
      </dgm:t>
    </dgm:pt>
    <dgm:pt modelId="{2E6233B7-4565-4DE7-8854-D8ECA5B0F0CF}" type="sibTrans" cxnId="{6ABDF586-33C9-4AF7-845E-051B54A523D5}">
      <dgm:prSet/>
      <dgm:spPr/>
      <dgm:t>
        <a:bodyPr/>
        <a:lstStyle/>
        <a:p>
          <a:endParaRPr lang="en-US"/>
        </a:p>
      </dgm:t>
    </dgm:pt>
    <dgm:pt modelId="{917FC7DB-D486-458A-817B-84E3A870357F}">
      <dgm:prSet/>
      <dgm:spPr/>
      <dgm:t>
        <a:bodyPr/>
        <a:lstStyle/>
        <a:p>
          <a:r>
            <a:rPr lang="hu-HU" b="0" i="0" baseline="0"/>
            <a:t>Szerepkörfüggő felület</a:t>
          </a:r>
          <a:endParaRPr lang="en-US"/>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5"/>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5"/>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5"/>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5"/>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5"/>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5"/>
      <dgm:spPr/>
    </dgm:pt>
    <dgm:pt modelId="{119096B8-D1A2-497B-B1B9-BCBF2B4CFEB2}" type="pres">
      <dgm:prSet presAssocID="{DABA18E9-65A8-4135-ABF1-38E0E56D984A}" presName="vert1" presStyleCnt="0"/>
      <dgm:spPr/>
    </dgm:pt>
    <dgm:pt modelId="{CBC45202-012C-488D-BD27-B8C48B968BF3}" type="pres">
      <dgm:prSet presAssocID="{AFB90CEA-3F72-43B7-8628-F49C25F66DE2}" presName="thickLine" presStyleLbl="alignNode1" presStyleIdx="3" presStyleCnt="5"/>
      <dgm:spPr/>
    </dgm:pt>
    <dgm:pt modelId="{DC122846-B344-4814-B9C7-FBF6AA7F3B54}" type="pres">
      <dgm:prSet presAssocID="{AFB90CEA-3F72-43B7-8628-F49C25F66DE2}" presName="horz1" presStyleCnt="0"/>
      <dgm:spPr/>
    </dgm:pt>
    <dgm:pt modelId="{ADF14122-D800-4CA2-B646-1ADD05704D68}" type="pres">
      <dgm:prSet presAssocID="{AFB90CEA-3F72-43B7-8628-F49C25F66DE2}" presName="tx1" presStyleLbl="revTx" presStyleIdx="3" presStyleCnt="5"/>
      <dgm:spPr/>
    </dgm:pt>
    <dgm:pt modelId="{8BE3D6B2-12D4-4C7D-B1A8-6359508396A2}" type="pres">
      <dgm:prSet presAssocID="{AFB90CEA-3F72-43B7-8628-F49C25F66DE2}" presName="vert1" presStyleCnt="0"/>
      <dgm:spPr/>
    </dgm:pt>
    <dgm:pt modelId="{66BA995A-CE44-47CB-A678-E0717990EE34}" type="pres">
      <dgm:prSet presAssocID="{917FC7DB-D486-458A-817B-84E3A870357F}" presName="thickLine" presStyleLbl="alignNode1" presStyleIdx="4" presStyleCnt="5"/>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4" presStyleCnt="5"/>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CCD364-F441-430A-9AC7-42AECE65BADD}" type="presOf" srcId="{AFB90CEA-3F72-43B7-8628-F49C25F66DE2}" destId="{ADF14122-D800-4CA2-B646-1ADD05704D68}" srcOrd="0" destOrd="0" presId="urn:microsoft.com/office/officeart/2008/layout/LinedList"/>
    <dgm:cxn modelId="{3DA61983-FEDF-49B8-A9D3-72275EBC3460}" srcId="{BD66A3C7-0730-4FB5-91CA-E3A557183C84}" destId="{917FC7DB-D486-458A-817B-84E3A870357F}" srcOrd="4"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6ABDF586-33C9-4AF7-845E-051B54A523D5}" srcId="{BD66A3C7-0730-4FB5-91CA-E3A557183C84}" destId="{AFB90CEA-3F72-43B7-8628-F49C25F66DE2}" srcOrd="3" destOrd="0" parTransId="{FD77FBA7-85EE-4483-AF1B-3EEB84C0F560}" sibTransId="{2E6233B7-4565-4DE7-8854-D8ECA5B0F0CF}"/>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674438FF-5AEA-4A12-812C-9A2B5553DE2F}" type="presParOf" srcId="{FCA085A0-6BAD-4230-8142-127EE3D39B58}" destId="{CBC45202-012C-488D-BD27-B8C48B968BF3}" srcOrd="6" destOrd="0" presId="urn:microsoft.com/office/officeart/2008/layout/LinedList"/>
    <dgm:cxn modelId="{A0961599-AA95-43E2-A54C-BE2CF3625FA8}" type="presParOf" srcId="{FCA085A0-6BAD-4230-8142-127EE3D39B58}" destId="{DC122846-B344-4814-B9C7-FBF6AA7F3B54}" srcOrd="7" destOrd="0" presId="urn:microsoft.com/office/officeart/2008/layout/LinedList"/>
    <dgm:cxn modelId="{60DFD511-FE75-4F74-8425-0341E6F41C67}" type="presParOf" srcId="{DC122846-B344-4814-B9C7-FBF6AA7F3B54}" destId="{ADF14122-D800-4CA2-B646-1ADD05704D68}" srcOrd="0" destOrd="0" presId="urn:microsoft.com/office/officeart/2008/layout/LinedList"/>
    <dgm:cxn modelId="{7CD4FCB0-9C1B-4647-95F4-B0793BED125A}" type="presParOf" srcId="{DC122846-B344-4814-B9C7-FBF6AA7F3B54}" destId="{8BE3D6B2-12D4-4C7D-B1A8-6359508396A2}" srcOrd="1" destOrd="0" presId="urn:microsoft.com/office/officeart/2008/layout/LinedList"/>
    <dgm:cxn modelId="{C90AA2C3-CC13-4C5F-B9E3-BF1D03AB8ACE}" type="presParOf" srcId="{FCA085A0-6BAD-4230-8142-127EE3D39B58}" destId="{66BA995A-CE44-47CB-A678-E0717990EE34}" srcOrd="8" destOrd="0" presId="urn:microsoft.com/office/officeart/2008/layout/LinedList"/>
    <dgm:cxn modelId="{9F85EEE9-5B2B-4BBE-9681-056CF181FCD4}" type="presParOf" srcId="{FCA085A0-6BAD-4230-8142-127EE3D39B58}" destId="{231605AC-A63D-4113-A81D-EE74118410D1}" srcOrd="9"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1191919"/>
          <a:ext cx="6666833" cy="4032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955759"/>
          <a:ext cx="4666783" cy="47232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Creating a unified scale modeling platform</a:t>
          </a:r>
        </a:p>
      </dsp:txBody>
      <dsp:txXfrm>
        <a:off x="356398" y="978816"/>
        <a:ext cx="4620669" cy="426206"/>
      </dsp:txXfrm>
    </dsp:sp>
    <dsp:sp modelId="{714043A1-0692-490B-8FA7-0EB7D7429743}">
      <dsp:nvSpPr>
        <dsp:cNvPr id="0" name=""/>
        <dsp:cNvSpPr/>
      </dsp:nvSpPr>
      <dsp:spPr>
        <a:xfrm>
          <a:off x="0" y="1917679"/>
          <a:ext cx="6666833" cy="4032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681520"/>
          <a:ext cx="4666783" cy="47232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err="1"/>
            <a:t>Providing</a:t>
          </a:r>
          <a:r>
            <a:rPr lang="hu-HU" sz="1600" b="0" kern="1200" dirty="0"/>
            <a:t> </a:t>
          </a:r>
          <a:r>
            <a:rPr lang="hu-HU" sz="1600" b="0" kern="1200" dirty="0" err="1"/>
            <a:t>community</a:t>
          </a:r>
          <a:r>
            <a:rPr lang="hu-HU" sz="1600" b="0" kern="1200" dirty="0"/>
            <a:t> </a:t>
          </a:r>
          <a:r>
            <a:rPr lang="hu-HU" sz="1600" b="0" kern="1200" dirty="0" err="1"/>
            <a:t>features</a:t>
          </a:r>
          <a:endParaRPr lang="en-US" sz="1600" b="0" kern="1200" dirty="0"/>
        </a:p>
      </dsp:txBody>
      <dsp:txXfrm>
        <a:off x="356398" y="1704577"/>
        <a:ext cx="4620669" cy="426206"/>
      </dsp:txXfrm>
    </dsp:sp>
    <dsp:sp modelId="{74625971-222A-4497-8CAE-AEF7556CEA36}">
      <dsp:nvSpPr>
        <dsp:cNvPr id="0" name=""/>
        <dsp:cNvSpPr/>
      </dsp:nvSpPr>
      <dsp:spPr>
        <a:xfrm>
          <a:off x="0" y="2643439"/>
          <a:ext cx="6666833" cy="4032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407279"/>
          <a:ext cx="4666783" cy="47232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Uploading and managing user-generated content</a:t>
          </a:r>
        </a:p>
      </dsp:txBody>
      <dsp:txXfrm>
        <a:off x="356398" y="2430336"/>
        <a:ext cx="4620669" cy="426206"/>
      </dsp:txXfrm>
    </dsp:sp>
    <dsp:sp modelId="{00C1891F-0781-44ED-93C0-78FAE83B02F1}">
      <dsp:nvSpPr>
        <dsp:cNvPr id="0" name=""/>
        <dsp:cNvSpPr/>
      </dsp:nvSpPr>
      <dsp:spPr>
        <a:xfrm>
          <a:off x="0" y="3369199"/>
          <a:ext cx="6666833" cy="4032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133039"/>
          <a:ext cx="4666783" cy="47232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hu-HU" sz="1600" b="0" kern="1200" dirty="0"/>
            <a:t>Modern, </a:t>
          </a:r>
          <a:r>
            <a:rPr lang="hu-HU" sz="1600" b="0" kern="1200" dirty="0" err="1"/>
            <a:t>responsive</a:t>
          </a:r>
          <a:r>
            <a:rPr lang="hu-HU" sz="1600" b="0" kern="1200" dirty="0"/>
            <a:t> </a:t>
          </a:r>
          <a:r>
            <a:rPr lang="hu-HU" sz="1600" b="0" kern="1200" dirty="0" err="1"/>
            <a:t>interface</a:t>
          </a:r>
          <a:endParaRPr lang="en-US" sz="1600" b="0" kern="1200" dirty="0"/>
        </a:p>
      </dsp:txBody>
      <dsp:txXfrm>
        <a:off x="356398" y="3156096"/>
        <a:ext cx="4620669" cy="426206"/>
      </dsp:txXfrm>
    </dsp:sp>
    <dsp:sp modelId="{C9A4A968-1E08-4854-B136-9680E32934A6}">
      <dsp:nvSpPr>
        <dsp:cNvPr id="0" name=""/>
        <dsp:cNvSpPr/>
      </dsp:nvSpPr>
      <dsp:spPr>
        <a:xfrm>
          <a:off x="0" y="4094960"/>
          <a:ext cx="6666833" cy="4032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3858800"/>
          <a:ext cx="4666783" cy="47232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711200">
            <a:lnSpc>
              <a:spcPct val="90000"/>
            </a:lnSpc>
            <a:spcBef>
              <a:spcPct val="0"/>
            </a:spcBef>
            <a:spcAft>
              <a:spcPct val="35000"/>
            </a:spcAft>
            <a:buNone/>
          </a:pPr>
          <a:r>
            <a:rPr lang="en-US" sz="1600" b="0" kern="1200" dirty="0"/>
            <a:t>Permission management and admin features</a:t>
          </a:r>
        </a:p>
      </dsp:txBody>
      <dsp:txXfrm>
        <a:off x="356398" y="3881857"/>
        <a:ext cx="4620669" cy="4262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C2322C-C2F7-4DB1-9CE5-9401FB5363B7}">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FB2EEBCB-A8BB-4773-9F36-12FF5639072F}">
      <dsp:nvSpPr>
        <dsp:cNvPr id="0" name=""/>
        <dsp:cNvSpPr/>
      </dsp:nvSpPr>
      <dsp:spPr>
        <a:xfrm>
          <a:off x="0" y="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Regisztráció, bejelentkezés</a:t>
          </a:r>
          <a:endParaRPr lang="en-US" sz="3100" kern="1200"/>
        </a:p>
      </dsp:txBody>
      <dsp:txXfrm>
        <a:off x="0" y="0"/>
        <a:ext cx="6666833" cy="681740"/>
      </dsp:txXfrm>
    </dsp:sp>
    <dsp:sp modelId="{C4156F3C-CEBE-4696-B137-80556259652F}">
      <dsp:nvSpPr>
        <dsp:cNvPr id="0" name=""/>
        <dsp:cNvSpPr/>
      </dsp:nvSpPr>
      <dsp:spPr>
        <a:xfrm>
          <a:off x="0" y="68174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362A650-CD91-4235-89B2-F98CD769A7FA}">
      <dsp:nvSpPr>
        <dsp:cNvPr id="0" name=""/>
        <dsp:cNvSpPr/>
      </dsp:nvSpPr>
      <dsp:spPr>
        <a:xfrm>
          <a:off x="0" y="68174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Makettlista, keresés, szűrés</a:t>
          </a:r>
          <a:endParaRPr lang="en-US" sz="3100" kern="1200"/>
        </a:p>
      </dsp:txBody>
      <dsp:txXfrm>
        <a:off x="0" y="681740"/>
        <a:ext cx="6666833" cy="681740"/>
      </dsp:txXfrm>
    </dsp:sp>
    <dsp:sp modelId="{A2C97ECD-99A9-416A-B220-9EF2441C669A}">
      <dsp:nvSpPr>
        <dsp:cNvPr id="0" name=""/>
        <dsp:cNvSpPr/>
      </dsp:nvSpPr>
      <dsp:spPr>
        <a:xfrm>
          <a:off x="0" y="136348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25F56B4-FC09-4C0F-B52B-483F0FEDE0ED}">
      <dsp:nvSpPr>
        <dsp:cNvPr id="0" name=""/>
        <dsp:cNvSpPr/>
      </dsp:nvSpPr>
      <dsp:spPr>
        <a:xfrm>
          <a:off x="0" y="136348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Vélemények és csillagos értékelés</a:t>
          </a:r>
          <a:endParaRPr lang="en-US" sz="3100" kern="1200"/>
        </a:p>
      </dsp:txBody>
      <dsp:txXfrm>
        <a:off x="0" y="1363480"/>
        <a:ext cx="6666833" cy="681740"/>
      </dsp:txXfrm>
    </dsp:sp>
    <dsp:sp modelId="{7707AE79-8AA5-47D8-99C1-1DA0D002B453}">
      <dsp:nvSpPr>
        <dsp:cNvPr id="0" name=""/>
        <dsp:cNvSpPr/>
      </dsp:nvSpPr>
      <dsp:spPr>
        <a:xfrm>
          <a:off x="0" y="204522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33FB09CB-C850-447D-9A56-07CE2E6640BA}">
      <dsp:nvSpPr>
        <dsp:cNvPr id="0" name=""/>
        <dsp:cNvSpPr/>
      </dsp:nvSpPr>
      <dsp:spPr>
        <a:xfrm>
          <a:off x="0" y="204522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Kedvencek</a:t>
          </a:r>
          <a:endParaRPr lang="en-US" sz="3100" kern="1200"/>
        </a:p>
      </dsp:txBody>
      <dsp:txXfrm>
        <a:off x="0" y="2045220"/>
        <a:ext cx="6666833" cy="681740"/>
      </dsp:txXfrm>
    </dsp:sp>
    <dsp:sp modelId="{0D1F7B4C-7B72-4A60-AE75-DF7B05546C99}">
      <dsp:nvSpPr>
        <dsp:cNvPr id="0" name=""/>
        <dsp:cNvSpPr/>
      </dsp:nvSpPr>
      <dsp:spPr>
        <a:xfrm>
          <a:off x="0" y="2726960"/>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AB87415-1119-4517-8865-04308247FE2B}">
      <dsp:nvSpPr>
        <dsp:cNvPr id="0" name=""/>
        <dsp:cNvSpPr/>
      </dsp:nvSpPr>
      <dsp:spPr>
        <a:xfrm>
          <a:off x="0" y="272696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Fórum</a:t>
          </a:r>
          <a:endParaRPr lang="en-US" sz="3100" kern="1200"/>
        </a:p>
      </dsp:txBody>
      <dsp:txXfrm>
        <a:off x="0" y="2726960"/>
        <a:ext cx="6666833" cy="681740"/>
      </dsp:txXfrm>
    </dsp:sp>
    <dsp:sp modelId="{9D0EB8C1-2B9A-4F22-9FBF-EE2F03E37EDF}">
      <dsp:nvSpPr>
        <dsp:cNvPr id="0" name=""/>
        <dsp:cNvSpPr/>
      </dsp:nvSpPr>
      <dsp:spPr>
        <a:xfrm>
          <a:off x="0" y="340870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7F1DD4F-4A1E-434A-B1F8-A95795ABDDAE}">
      <dsp:nvSpPr>
        <dsp:cNvPr id="0" name=""/>
        <dsp:cNvSpPr/>
      </dsp:nvSpPr>
      <dsp:spPr>
        <a:xfrm>
          <a:off x="0" y="340870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Építési napló</a:t>
          </a:r>
          <a:endParaRPr lang="en-US" sz="3100" kern="1200"/>
        </a:p>
      </dsp:txBody>
      <dsp:txXfrm>
        <a:off x="0" y="3408700"/>
        <a:ext cx="6666833" cy="681740"/>
      </dsp:txXfrm>
    </dsp:sp>
    <dsp:sp modelId="{72CD79F2-1268-4C58-B04B-D5837A1EFE01}">
      <dsp:nvSpPr>
        <dsp:cNvPr id="0" name=""/>
        <dsp:cNvSpPr/>
      </dsp:nvSpPr>
      <dsp:spPr>
        <a:xfrm>
          <a:off x="0" y="409044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547400B-1F5B-46B8-8945-DD5ADCA4AB05}">
      <dsp:nvSpPr>
        <dsp:cNvPr id="0" name=""/>
        <dsp:cNvSpPr/>
      </dsp:nvSpPr>
      <dsp:spPr>
        <a:xfrm>
          <a:off x="0" y="409044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Admin jóváhagyás</a:t>
          </a:r>
          <a:endParaRPr lang="en-US" sz="3100" kern="1200"/>
        </a:p>
      </dsp:txBody>
      <dsp:txXfrm>
        <a:off x="0" y="4090440"/>
        <a:ext cx="6666833" cy="681740"/>
      </dsp:txXfrm>
    </dsp:sp>
    <dsp:sp modelId="{CDF96F61-5D81-4FEE-879C-7FCD0601F4AF}">
      <dsp:nvSpPr>
        <dsp:cNvPr id="0" name=""/>
        <dsp:cNvSpPr/>
      </dsp:nvSpPr>
      <dsp:spPr>
        <a:xfrm>
          <a:off x="0" y="4772179"/>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3592AB12-95E8-42E0-B37D-D8492A015806}">
      <dsp:nvSpPr>
        <dsp:cNvPr id="0" name=""/>
        <dsp:cNvSpPr/>
      </dsp:nvSpPr>
      <dsp:spPr>
        <a:xfrm>
          <a:off x="0" y="4772180"/>
          <a:ext cx="6666833" cy="6817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hu-HU" sz="3100" b="0" i="0" kern="1200" baseline="0"/>
            <a:t>AI chat</a:t>
          </a:r>
          <a:endParaRPr lang="en-US" sz="3100" kern="1200"/>
        </a:p>
      </dsp:txBody>
      <dsp:txXfrm>
        <a:off x="0" y="4772180"/>
        <a:ext cx="6666833" cy="68174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12EE78-730F-489D-8A03-B26E2A126CA1}">
      <dsp:nvSpPr>
        <dsp:cNvPr id="0" name=""/>
        <dsp:cNvSpPr/>
      </dsp:nvSpPr>
      <dsp:spPr>
        <a:xfrm>
          <a:off x="3364992" y="1195"/>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felhasználó → több makett</a:t>
          </a:r>
          <a:endParaRPr lang="en-US" sz="1900" kern="1200"/>
        </a:p>
      </dsp:txBody>
      <dsp:txXfrm>
        <a:off x="3398960" y="35163"/>
        <a:ext cx="3717680" cy="627895"/>
      </dsp:txXfrm>
    </dsp:sp>
    <dsp:sp modelId="{1C6003A6-E8A1-4B89-BB89-9CD399C97345}">
      <dsp:nvSpPr>
        <dsp:cNvPr id="0" name=""/>
        <dsp:cNvSpPr/>
      </dsp:nvSpPr>
      <dsp:spPr>
        <a:xfrm>
          <a:off x="3364992" y="731818"/>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makett → több vélemény</a:t>
          </a:r>
          <a:endParaRPr lang="en-US" sz="1900" kern="1200"/>
        </a:p>
      </dsp:txBody>
      <dsp:txXfrm>
        <a:off x="3398960" y="765786"/>
        <a:ext cx="3717680" cy="627895"/>
      </dsp:txXfrm>
    </dsp:sp>
    <dsp:sp modelId="{3DE41EF6-B3B4-48E2-9B04-11919BB8BDE8}">
      <dsp:nvSpPr>
        <dsp:cNvPr id="0" name=""/>
        <dsp:cNvSpPr/>
      </dsp:nvSpPr>
      <dsp:spPr>
        <a:xfrm>
          <a:off x="3364992" y="1462441"/>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felhasználó ↔ több kedvenc makett</a:t>
          </a:r>
          <a:endParaRPr lang="en-US" sz="1900" kern="1200"/>
        </a:p>
      </dsp:txBody>
      <dsp:txXfrm>
        <a:off x="3398960" y="1496409"/>
        <a:ext cx="3717680" cy="627895"/>
      </dsp:txXfrm>
    </dsp:sp>
    <dsp:sp modelId="{F093BCB3-856E-4DAA-B848-71C6DF2A2B83}">
      <dsp:nvSpPr>
        <dsp:cNvPr id="0" name=""/>
        <dsp:cNvSpPr/>
      </dsp:nvSpPr>
      <dsp:spPr>
        <a:xfrm>
          <a:off x="3364992" y="2193064"/>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téma → több fórumüzenet</a:t>
          </a:r>
          <a:endParaRPr lang="en-US" sz="1900" kern="1200"/>
        </a:p>
      </dsp:txBody>
      <dsp:txXfrm>
        <a:off x="3398960" y="2227032"/>
        <a:ext cx="3717680" cy="627895"/>
      </dsp:txXfrm>
    </dsp:sp>
    <dsp:sp modelId="{BB85247C-6A1E-4FB5-8379-9D9A66D5F376}">
      <dsp:nvSpPr>
        <dsp:cNvPr id="0" name=""/>
        <dsp:cNvSpPr/>
      </dsp:nvSpPr>
      <dsp:spPr>
        <a:xfrm>
          <a:off x="3364992" y="2923688"/>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1 napló → több blokk</a:t>
          </a:r>
          <a:endParaRPr lang="en-US" sz="1900" kern="1200"/>
        </a:p>
      </dsp:txBody>
      <dsp:txXfrm>
        <a:off x="3398960" y="2957656"/>
        <a:ext cx="3717680" cy="627895"/>
      </dsp:txXfrm>
    </dsp:sp>
    <dsp:sp modelId="{96ECD6D1-838B-424A-A66F-97FE0DA88473}">
      <dsp:nvSpPr>
        <dsp:cNvPr id="0" name=""/>
        <dsp:cNvSpPr/>
      </dsp:nvSpPr>
      <dsp:spPr>
        <a:xfrm>
          <a:off x="3364992" y="3654311"/>
          <a:ext cx="3785616" cy="695831"/>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2390" tIns="36195" rIns="72390" bIns="36195" numCol="1" spcCol="1270" anchor="ctr" anchorCtr="0">
          <a:noAutofit/>
        </a:bodyPr>
        <a:lstStyle/>
        <a:p>
          <a:pPr marL="0" lvl="0" indent="0" algn="ctr" defTabSz="844550">
            <a:lnSpc>
              <a:spcPct val="90000"/>
            </a:lnSpc>
            <a:spcBef>
              <a:spcPct val="0"/>
            </a:spcBef>
            <a:spcAft>
              <a:spcPct val="35000"/>
            </a:spcAft>
            <a:buNone/>
          </a:pPr>
          <a:r>
            <a:rPr lang="hu-HU" sz="1900" b="0" i="0" kern="1200" baseline="0"/>
            <a:t>Makett állapot: várakozik / jóváhagyva / elutasítva</a:t>
          </a:r>
          <a:endParaRPr lang="en-US" sz="1900" kern="1200"/>
        </a:p>
      </dsp:txBody>
      <dsp:txXfrm>
        <a:off x="3398960" y="3688279"/>
        <a:ext cx="3717680" cy="6278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CC9E2B-94BA-42D0-880A-D4C5A738E742}">
      <dsp:nvSpPr>
        <dsp:cNvPr id="0" name=""/>
        <dsp:cNvSpPr/>
      </dsp:nvSpPr>
      <dsp:spPr>
        <a:xfrm>
          <a:off x="0" y="665"/>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34CC7C9-B9EF-4E8E-BF15-21784DB97E29}">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Külön route minden funkcióhoz</a:t>
          </a:r>
          <a:endParaRPr lang="en-US" sz="3500" kern="1200"/>
        </a:p>
      </dsp:txBody>
      <dsp:txXfrm>
        <a:off x="0" y="665"/>
        <a:ext cx="6666833" cy="1090517"/>
      </dsp:txXfrm>
    </dsp:sp>
    <dsp:sp modelId="{73EB9212-8F2D-4DFD-B17A-BC1F98A16D17}">
      <dsp:nvSpPr>
        <dsp:cNvPr id="0" name=""/>
        <dsp:cNvSpPr/>
      </dsp:nvSpPr>
      <dsp:spPr>
        <a:xfrm>
          <a:off x="0" y="1091183"/>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E1F4FE2-1D43-4F90-9306-F1AF38D6D77F}">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Könnyebb hibakeresés</a:t>
          </a:r>
          <a:endParaRPr lang="en-US" sz="3500" kern="1200"/>
        </a:p>
      </dsp:txBody>
      <dsp:txXfrm>
        <a:off x="0" y="1091183"/>
        <a:ext cx="6666833" cy="1090517"/>
      </dsp:txXfrm>
    </dsp:sp>
    <dsp:sp modelId="{8EE559E5-6D0B-4C08-B1BF-CCA9E9384AD9}">
      <dsp:nvSpPr>
        <dsp:cNvPr id="0" name=""/>
        <dsp:cNvSpPr/>
      </dsp:nvSpPr>
      <dsp:spPr>
        <a:xfrm>
          <a:off x="0" y="2181701"/>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142ACE0C-190D-44E2-B7FB-A5068C767883}">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Új funkciók egyszerűbb bővítése</a:t>
          </a:r>
          <a:endParaRPr lang="en-US" sz="3500" kern="1200"/>
        </a:p>
      </dsp:txBody>
      <dsp:txXfrm>
        <a:off x="0" y="2181701"/>
        <a:ext cx="6666833" cy="1090517"/>
      </dsp:txXfrm>
    </dsp:sp>
    <dsp:sp modelId="{9AEB28C6-1B11-437E-A632-6AFDA90C0725}">
      <dsp:nvSpPr>
        <dsp:cNvPr id="0" name=""/>
        <dsp:cNvSpPr/>
      </dsp:nvSpPr>
      <dsp:spPr>
        <a:xfrm>
          <a:off x="0" y="3272218"/>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F6EAA2C5-BBB4-4C66-905C-9C3A67A456A6}">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Biztonságosabb jogosultságkezelés</a:t>
          </a:r>
          <a:endParaRPr lang="en-US" sz="3500" kern="1200"/>
        </a:p>
      </dsp:txBody>
      <dsp:txXfrm>
        <a:off x="0" y="3272218"/>
        <a:ext cx="6666833" cy="1090517"/>
      </dsp:txXfrm>
    </dsp:sp>
    <dsp:sp modelId="{D5B00D41-D2C8-4E95-A100-966F3DE12793}">
      <dsp:nvSpPr>
        <dsp:cNvPr id="0" name=""/>
        <dsp:cNvSpPr/>
      </dsp:nvSpPr>
      <dsp:spPr>
        <a:xfrm>
          <a:off x="0" y="4362736"/>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8E620CFF-1708-4F08-8292-B7610201615A}">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hu-HU" sz="3500" b="0" i="0" kern="1200" baseline="0"/>
            <a:t>REST szemlélet</a:t>
          </a:r>
          <a:endParaRPr lang="en-US" sz="3500" kern="1200"/>
        </a:p>
      </dsp:txBody>
      <dsp:txXfrm>
        <a:off x="0" y="4362736"/>
        <a:ext cx="6666833" cy="10905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43F6D3-CFAC-4689-9EFB-1B0662059828}">
      <dsp:nvSpPr>
        <dsp:cNvPr id="0" name=""/>
        <dsp:cNvSpPr/>
      </dsp:nvSpPr>
      <dsp:spPr>
        <a:xfrm>
          <a:off x="0" y="665"/>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C1E1440-86D8-41D8-88AE-6FB44DC2247F}">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Keresés, szűrés, rendezés</a:t>
          </a:r>
          <a:endParaRPr lang="en-US" sz="4600" kern="1200"/>
        </a:p>
      </dsp:txBody>
      <dsp:txXfrm>
        <a:off x="0" y="665"/>
        <a:ext cx="6666833" cy="1090517"/>
      </dsp:txXfrm>
    </dsp:sp>
    <dsp:sp modelId="{B26F2EDA-1332-489E-BE5F-72C4383BDBAF}">
      <dsp:nvSpPr>
        <dsp:cNvPr id="0" name=""/>
        <dsp:cNvSpPr/>
      </dsp:nvSpPr>
      <dsp:spPr>
        <a:xfrm>
          <a:off x="0" y="1091183"/>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11F89FF1-1B99-4D38-AFE9-693184EE5084}">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Vélemények megtekintése</a:t>
          </a:r>
          <a:endParaRPr lang="en-US" sz="4600" kern="1200"/>
        </a:p>
      </dsp:txBody>
      <dsp:txXfrm>
        <a:off x="0" y="1091183"/>
        <a:ext cx="6666833" cy="1090517"/>
      </dsp:txXfrm>
    </dsp:sp>
    <dsp:sp modelId="{C323ED57-A1FB-4293-9F0A-62753DC75514}">
      <dsp:nvSpPr>
        <dsp:cNvPr id="0" name=""/>
        <dsp:cNvSpPr/>
      </dsp:nvSpPr>
      <dsp:spPr>
        <a:xfrm>
          <a:off x="0" y="2181701"/>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9C4A7CDA-413C-478B-8EF6-82BC40017077}">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Kedvencek kezelése</a:t>
          </a:r>
          <a:endParaRPr lang="en-US" sz="4600" kern="1200"/>
        </a:p>
      </dsp:txBody>
      <dsp:txXfrm>
        <a:off x="0" y="2181701"/>
        <a:ext cx="6666833" cy="1090517"/>
      </dsp:txXfrm>
    </dsp:sp>
    <dsp:sp modelId="{9330AB0C-8870-4E77-B4B2-853B1ECA040D}">
      <dsp:nvSpPr>
        <dsp:cNvPr id="0" name=""/>
        <dsp:cNvSpPr/>
      </dsp:nvSpPr>
      <dsp:spPr>
        <a:xfrm>
          <a:off x="0" y="3272218"/>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633BEF3-D103-4434-AFC6-2515696D6F30}">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Részletes modal</a:t>
          </a:r>
          <a:endParaRPr lang="en-US" sz="4600" kern="1200"/>
        </a:p>
      </dsp:txBody>
      <dsp:txXfrm>
        <a:off x="0" y="3272218"/>
        <a:ext cx="6666833" cy="1090517"/>
      </dsp:txXfrm>
    </dsp:sp>
    <dsp:sp modelId="{FCE52CBA-6381-4C50-B97B-8C0BE7140313}">
      <dsp:nvSpPr>
        <dsp:cNvPr id="0" name=""/>
        <dsp:cNvSpPr/>
      </dsp:nvSpPr>
      <dsp:spPr>
        <a:xfrm>
          <a:off x="0" y="4362736"/>
          <a:ext cx="6666833"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1937EC8-08FE-4087-BE97-31E9DB1A8839}">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260" tIns="175260" rIns="175260" bIns="175260" numCol="1" spcCol="1270" anchor="t" anchorCtr="0">
          <a:noAutofit/>
        </a:bodyPr>
        <a:lstStyle/>
        <a:p>
          <a:pPr marL="0" lvl="0" indent="0" algn="l" defTabSz="2044700">
            <a:lnSpc>
              <a:spcPct val="90000"/>
            </a:lnSpc>
            <a:spcBef>
              <a:spcPct val="0"/>
            </a:spcBef>
            <a:spcAft>
              <a:spcPct val="35000"/>
            </a:spcAft>
            <a:buNone/>
          </a:pPr>
          <a:r>
            <a:rPr lang="hu-HU" sz="4600" b="0" i="0" kern="1200" baseline="0"/>
            <a:t>Állapotok és visszajelzések</a:t>
          </a:r>
          <a:endParaRPr lang="en-US" sz="4600" kern="1200"/>
        </a:p>
      </dsp:txBody>
      <dsp:txXfrm>
        <a:off x="0" y="4362736"/>
        <a:ext cx="6666833" cy="109051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665"/>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665"/>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665"/>
        <a:ext cx="6666833" cy="1090517"/>
      </dsp:txXfrm>
    </dsp:sp>
    <dsp:sp modelId="{AD69286C-1F4A-44FD-832A-8CAE54E16A81}">
      <dsp:nvSpPr>
        <dsp:cNvPr id="0" name=""/>
        <dsp:cNvSpPr/>
      </dsp:nvSpPr>
      <dsp:spPr>
        <a:xfrm>
          <a:off x="0" y="1091183"/>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091183"/>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091183"/>
        <a:ext cx="6666833" cy="1090517"/>
      </dsp:txXfrm>
    </dsp:sp>
    <dsp:sp modelId="{7A4F1D6A-DBB4-4A0E-AF58-E2094CBD1767}">
      <dsp:nvSpPr>
        <dsp:cNvPr id="0" name=""/>
        <dsp:cNvSpPr/>
      </dsp:nvSpPr>
      <dsp:spPr>
        <a:xfrm>
          <a:off x="0" y="218170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181701"/>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Építési napló blokkokkal</a:t>
          </a:r>
          <a:endParaRPr lang="en-US" sz="4000" kern="1200"/>
        </a:p>
      </dsp:txBody>
      <dsp:txXfrm>
        <a:off x="0" y="2181701"/>
        <a:ext cx="6666833" cy="1090517"/>
      </dsp:txXfrm>
    </dsp:sp>
    <dsp:sp modelId="{CBC45202-012C-488D-BD27-B8C48B968BF3}">
      <dsp:nvSpPr>
        <dsp:cNvPr id="0" name=""/>
        <dsp:cNvSpPr/>
      </dsp:nvSpPr>
      <dsp:spPr>
        <a:xfrm>
          <a:off x="0" y="3272218"/>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DF14122-D800-4CA2-B646-1ADD05704D68}">
      <dsp:nvSpPr>
        <dsp:cNvPr id="0" name=""/>
        <dsp:cNvSpPr/>
      </dsp:nvSpPr>
      <dsp:spPr>
        <a:xfrm>
          <a:off x="0" y="3272218"/>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AI chat widget</a:t>
          </a:r>
          <a:endParaRPr lang="en-US" sz="4000" kern="1200"/>
        </a:p>
      </dsp:txBody>
      <dsp:txXfrm>
        <a:off x="0" y="3272218"/>
        <a:ext cx="6666833" cy="1090517"/>
      </dsp:txXfrm>
    </dsp:sp>
    <dsp:sp modelId="{66BA995A-CE44-47CB-A678-E0717990EE34}">
      <dsp:nvSpPr>
        <dsp:cNvPr id="0" name=""/>
        <dsp:cNvSpPr/>
      </dsp:nvSpPr>
      <dsp:spPr>
        <a:xfrm>
          <a:off x="0" y="4362736"/>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362736"/>
          <a:ext cx="6666833" cy="1090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Szerepkörfüggő felület</a:t>
          </a:r>
          <a:endParaRPr lang="en-US" sz="4000" kern="1200"/>
        </a:p>
      </dsp:txBody>
      <dsp:txXfrm>
        <a:off x="0" y="4362736"/>
        <a:ext cx="6666833" cy="109051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2026. 04. 14.</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“Our project is called </a:t>
            </a:r>
            <a:r>
              <a:rPr lang="en-US" dirty="0" err="1"/>
              <a:t>MakettMester</a:t>
            </a:r>
            <a:r>
              <a:rPr lang="en-US" dirty="0"/>
              <a:t>. It is a web application that implements a community platform built around scale modeling. In the system, users can browse models, write reviews, save items to favorites, use a forum, and maintain their own build logs. The presentation is divided into three parts: frontend, backend, and database.”</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goal of the project was to create a unified platform where people interested in scale modeling can not only browse content but also actively participate in the community. It was important for us to allow users to submit their own models, write reviews, start forum topics, and for the system to handle different permission levels. In addition, we aimed to make the application modern and responsive.”</a:t>
            </a:r>
          </a:p>
        </p:txBody>
      </p:sp>
      <p:sp>
        <p:nvSpPr>
          <p:cNvPr id="4" name="Dia számának helye 3"/>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081590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We used several tools during the development of our project. For communication and teamwork, we relied on Microsoft Teams and Discord. Version control and collaboration were managed through GitHub. The development itself was done in Visual Studio Code, which provided a flexible and efficient coding environment. For documentation and presentation, we used PowerPoint and Word. These tools together helped us work efficiently as a team and keep the project well organized.</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“The system consists of three main parts. The frontend was built in React, structured into components. The backend is a Node.js and Express-based REST API that handles requests, business logic, and communication with the database. The data is stored in a MySQL database. The frontend and backend communicate with each other through JSON-based HTTP requests. User authentication is managed using JWT tokens.”</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5891873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rendszer funkcionalitása elég összetett. Van regisztráció és bejelentkezés, makettek listázása, szűrése és keresése, véleményezési lehetőség csillagos értékeléssel, kedvencek kezelése, fórumrendszer, valamint építési napló funkció is. Ezen kívül elkészítettünk egy </a:t>
            </a:r>
            <a:r>
              <a:rPr lang="hu-HU" dirty="0" err="1"/>
              <a:t>admin</a:t>
            </a:r>
            <a:r>
              <a:rPr lang="hu-HU" dirty="0"/>
              <a:t> felületet a beküldött makettek jóváhagyására és a felhasználók kezelésére, valamint egy AI chat modult is beépítettünk.</a:t>
            </a:r>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803386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legfontosabb táblák a felhasználók, a makettek és a vélemények táblái. Emellett külön táblát kapott a kedvencek funkció, a fórum témái és hozzászólásai, az építési napló, valamint az építési tippek naplója és annak blokkjai. Van külön üzenetek tábla a kapcsolatfelvételhez, illetve aktivitásnapló is, amely az </a:t>
            </a:r>
            <a:r>
              <a:rPr lang="hu-HU" dirty="0" err="1"/>
              <a:t>admin</a:t>
            </a:r>
            <a:r>
              <a:rPr lang="hu-HU" dirty="0"/>
              <a:t> műveletek és más események követését segíti.</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kapcsolatok közül az egyik legfontosabb, hogy egy maketthez több vélemény is tartozhat, és egy felhasználónak több kedvence is lehet. A fórum esetében egy téma több üzenetet tartalmaz. Az építési tippeknél egy napló több blokkra van bontva, így a felhasználó lépésekre bontva tudja rögzíteni a munkáját. A makett tábla állapotmezőt is tartalmaz, mert a beküldött makettek először jóváhagyásra várnak, és csak </a:t>
            </a:r>
            <a:r>
              <a:rPr lang="hu-HU" dirty="0" err="1"/>
              <a:t>admin</a:t>
            </a:r>
            <a:r>
              <a:rPr lang="hu-HU" dirty="0"/>
              <a:t> ellenőrzés után jelennek meg publikus listában</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2469881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makettek, fórum, </a:t>
            </a:r>
            <a:r>
              <a:rPr lang="hu-HU" dirty="0" err="1"/>
              <a:t>admin</a:t>
            </a:r>
            <a:r>
              <a:rPr lang="hu-HU" dirty="0"/>
              <a:t> és AI </a:t>
            </a:r>
            <a:r>
              <a:rPr lang="hu-HU" dirty="0" err="1"/>
              <a:t>route</a:t>
            </a:r>
            <a:r>
              <a:rPr lang="hu-HU" dirty="0"/>
              <a:t>-okba.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regisztrációnál a jelszót nem sima szövegként tároljuk, hanem </a:t>
            </a:r>
            <a:r>
              <a:rPr lang="hu-HU" dirty="0" err="1"/>
              <a:t>bcrypt</a:t>
            </a:r>
            <a:r>
              <a:rPr lang="hu-HU" dirty="0"/>
              <a:t> segítségével </a:t>
            </a:r>
            <a:r>
              <a:rPr lang="hu-HU" dirty="0" err="1"/>
              <a:t>hash-eljük</a:t>
            </a:r>
            <a:r>
              <a:rPr lang="hu-HU" dirty="0"/>
              <a:t>. Bejelentkezéskor a rendszer JWT </a:t>
            </a:r>
            <a:r>
              <a:rPr lang="hu-HU" dirty="0" err="1"/>
              <a:t>tokent</a:t>
            </a:r>
            <a:r>
              <a:rPr lang="hu-HU" dirty="0"/>
              <a:t> generál, amit a frontend eltárol, és minden védett kérésnél elküld. Az </a:t>
            </a:r>
            <a:r>
              <a:rPr lang="hu-HU" dirty="0" err="1"/>
              <a:t>authMiddleware</a:t>
            </a:r>
            <a:r>
              <a:rPr lang="hu-HU" dirty="0"/>
              <a:t> ellenőrzi a </a:t>
            </a:r>
            <a:r>
              <a:rPr lang="hu-HU" dirty="0" err="1"/>
              <a:t>token</a:t>
            </a:r>
            <a:r>
              <a:rPr lang="hu-HU" dirty="0"/>
              <a:t> érvényességét és betölti a felhasználó aktuális adatait az adatbázisból. Az </a:t>
            </a:r>
            <a:r>
              <a:rPr lang="hu-HU" dirty="0" err="1"/>
              <a:t>adminMiddleware</a:t>
            </a:r>
            <a:r>
              <a:rPr lang="hu-HU" dirty="0"/>
              <a:t> csak </a:t>
            </a:r>
            <a:r>
              <a:rPr lang="hu-HU" dirty="0" err="1"/>
              <a:t>admin</a:t>
            </a:r>
            <a:r>
              <a:rPr lang="hu-HU" dirty="0"/>
              <a:t> szerepkörnél enged tovább. Külön figyeltünk arra is, hogy a tiltott felhasználók ne tudjanak belépni, illetve ideiglenes tiltás esetén automatikus feloldás is történjen a megadott idő után.</a:t>
            </a:r>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449965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backendnél azért választottuk a </a:t>
            </a:r>
            <a:r>
              <a:rPr lang="hu-HU" dirty="0" err="1"/>
              <a:t>route</a:t>
            </a:r>
            <a:r>
              <a:rPr lang="hu-HU" dirty="0"/>
              <a:t>-okra bontott megoldást, mert így könnyebb követni, hogy melyik funkció hol van megvalósítva. Ez hibakeresésnél és továbbfejlesztésnél is előnyös. A jogosultságkezelés </a:t>
            </a:r>
            <a:r>
              <a:rPr lang="hu-HU" dirty="0" err="1"/>
              <a:t>middleware-ekbe</a:t>
            </a:r>
            <a:r>
              <a:rPr lang="hu-HU" dirty="0"/>
              <a:t> került, mert így nem kell minden </a:t>
            </a:r>
            <a:r>
              <a:rPr lang="hu-HU" dirty="0" err="1"/>
              <a:t>endpointban</a:t>
            </a:r>
            <a:r>
              <a:rPr lang="hu-HU" dirty="0"/>
              <a:t> újra leírni ugyanazt az ellenőrzést. REST szemléletet követtünk, mert ez a frontenddel való kommunikációt is egyszerűbbé teszi.</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7317020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Több extra backend funkciót is beépítettünk. A képfeltöltést a </a:t>
            </a:r>
            <a:r>
              <a:rPr lang="hu-HU" dirty="0" err="1"/>
              <a:t>multer</a:t>
            </a:r>
            <a:r>
              <a:rPr lang="hu-HU" dirty="0"/>
              <a:t> kezeli, a statikus fájlokat az </a:t>
            </a:r>
            <a:r>
              <a:rPr lang="hu-HU" dirty="0" err="1"/>
              <a:t>uploads</a:t>
            </a:r>
            <a:r>
              <a:rPr lang="hu-HU" dirty="0"/>
              <a:t> mappából szolgáljuk ki. A CORS beállításokra szükség volt, hogy a frontend biztonságosan elérhesse az API-t. </a:t>
            </a:r>
            <a:r>
              <a:rPr lang="hu-HU" dirty="0" err="1"/>
              <a:t>Rate</a:t>
            </a:r>
            <a:r>
              <a:rPr lang="hu-HU" dirty="0"/>
              <a:t> limitet alkalmaztunk a login és AI végpontokon, hogy csökkentsük a túlterhelés és visszaélés lehetőségét. Az üzenetküldésnél e-mail értesítés is megoldható, ha a környezeti változók be vannak állítva. Emellett aktivitásnaplózást is beépítettünk, valamint külön AI </a:t>
            </a:r>
            <a:r>
              <a:rPr lang="hu-HU" dirty="0" err="1"/>
              <a:t>route-on</a:t>
            </a:r>
            <a:r>
              <a:rPr lang="hu-HU" dirty="0"/>
              <a:t> keresztül </a:t>
            </a:r>
            <a:r>
              <a:rPr lang="hu-HU" dirty="0" err="1"/>
              <a:t>OpenAI</a:t>
            </a:r>
            <a:r>
              <a:rPr lang="hu-HU" dirty="0"/>
              <a:t>-alapú chat funkciót is biztosítunk</a:t>
            </a:r>
          </a:p>
        </p:txBody>
      </p:sp>
      <p:sp>
        <p:nvSpPr>
          <p:cNvPr id="4" name="Dia számának helye 3"/>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1253310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Makettek oldalon a felhasználó kereshet név vagy gyártó alapján, szűrhet kategóriára és skálára, valamint rendezhet is. A makettek kártyás megjelenítésben jelennek meg, és minden kártyán látható az átlagértékelés. Innen elérhető a kedvencekhez adás, a vélemények megtekintése és a részletes </a:t>
            </a:r>
            <a:r>
              <a:rPr lang="hu-HU" dirty="0" err="1"/>
              <a:t>modal</a:t>
            </a:r>
            <a:r>
              <a:rPr lang="hu-HU" dirty="0"/>
              <a:t> is. A részletes nézetben további funkciók érhetők el, például </a:t>
            </a:r>
            <a:r>
              <a:rPr lang="hu-HU" dirty="0" err="1"/>
              <a:t>admin</a:t>
            </a:r>
            <a:r>
              <a:rPr lang="hu-HU" dirty="0"/>
              <a:t> szerkesztés, véleménykezelés vagy építési tippek.</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33399117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18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2026. 04. 14.</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4.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1.png"/><Relationship Id="rId4" Type="http://schemas.openxmlformats.org/officeDocument/2006/relationships/diagramData" Target="../diagrams/data4.xml"/><Relationship Id="rId9"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1.png"/></Relationships>
</file>

<file path=ppt/slides/_rels/slide1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5.jpeg"/><Relationship Id="rId7" Type="http://schemas.openxmlformats.org/officeDocument/2006/relationships/diagramColors" Target="../diagrams/colors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2.png"/><Relationship Id="rId4" Type="http://schemas.openxmlformats.org/officeDocument/2006/relationships/diagramData" Target="../diagrams/data9.xml"/><Relationship Id="rId9" Type="http://schemas.openxmlformats.org/officeDocument/2006/relationships/image" Target="../media/image1.png"/></Relationships>
</file>

<file path=ppt/slides/_rels/slide19.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6.jpeg"/><Relationship Id="rId7" Type="http://schemas.openxmlformats.org/officeDocument/2006/relationships/diagramColors" Target="../diagrams/colors1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10" Type="http://schemas.openxmlformats.org/officeDocument/2006/relationships/image" Target="../media/image1.png"/><Relationship Id="rId4" Type="http://schemas.openxmlformats.org/officeDocument/2006/relationships/diagramData" Target="../diagrams/data10.xml"/><Relationship Id="rId9"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477981" y="1122363"/>
            <a:ext cx="4023360" cy="3204134"/>
          </a:xfrm>
        </p:spPr>
        <p:txBody>
          <a:bodyPr anchor="b">
            <a:normAutofit/>
          </a:bodyPr>
          <a:lstStyle/>
          <a:p>
            <a:pPr algn="l"/>
            <a:r>
              <a:rPr lang="hu-HU" sz="4800">
                <a:solidFill>
                  <a:schemeClr val="bg1"/>
                </a:solidFill>
              </a:rPr>
              <a:t>MakettMester</a:t>
            </a: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477980" y="4872922"/>
            <a:ext cx="4023359" cy="1208141"/>
          </a:xfrm>
        </p:spPr>
        <p:txBody>
          <a:bodyPr>
            <a:normAutofit/>
          </a:bodyPr>
          <a:lstStyle/>
          <a:p>
            <a:pPr algn="l"/>
            <a:r>
              <a:rPr lang="hu-HU" sz="2000">
                <a:solidFill>
                  <a:schemeClr val="bg1"/>
                </a:solidFill>
              </a:rPr>
              <a:t>Készítette: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586478" y="1683756"/>
            <a:ext cx="3115265" cy="2396359"/>
          </a:xfrm>
        </p:spPr>
        <p:txBody>
          <a:bodyPr anchor="b">
            <a:normAutofit/>
          </a:bodyPr>
          <a:lstStyle/>
          <a:p>
            <a:pPr algn="r"/>
            <a:r>
              <a:rPr lang="hu-HU" sz="4000" dirty="0">
                <a:solidFill>
                  <a:srgbClr val="FFFFFF"/>
                </a:solidFill>
              </a:rPr>
              <a:t>Project </a:t>
            </a:r>
            <a:r>
              <a:rPr lang="hu-HU" sz="4000" dirty="0" err="1">
                <a:solidFill>
                  <a:srgbClr val="FFFFFF"/>
                </a:solidFill>
              </a:rPr>
              <a:t>Goal</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7944410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2762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68420" y="1542963"/>
            <a:ext cx="3900972" cy="2396359"/>
          </a:xfrm>
        </p:spPr>
        <p:txBody>
          <a:bodyPr anchor="b">
            <a:normAutofit/>
          </a:bodyPr>
          <a:lstStyle/>
          <a:p>
            <a:pPr algn="r"/>
            <a:r>
              <a:rPr lang="hu-HU" sz="4000" dirty="0" err="1">
                <a:solidFill>
                  <a:srgbClr val="FFFFFF"/>
                </a:solidFill>
              </a:rPr>
              <a:t>Tools</a:t>
            </a:r>
            <a:r>
              <a:rPr lang="hu-HU" sz="4000" dirty="0">
                <a:solidFill>
                  <a:srgbClr val="FFFFFF"/>
                </a:solidFill>
              </a:rPr>
              <a:t> </a:t>
            </a:r>
            <a:r>
              <a:rPr lang="hu-HU" sz="4000" dirty="0" err="1">
                <a:solidFill>
                  <a:srgbClr val="FFFFFF"/>
                </a:solidFill>
              </a:rPr>
              <a:t>we</a:t>
            </a:r>
            <a:r>
              <a:rPr lang="hu-HU" sz="4000" dirty="0">
                <a:solidFill>
                  <a:srgbClr val="FFFFFF"/>
                </a:solidFill>
              </a:rPr>
              <a:t> </a:t>
            </a:r>
            <a:r>
              <a:rPr lang="hu-HU" sz="4000" dirty="0" err="1">
                <a:solidFill>
                  <a:srgbClr val="FFFFFF"/>
                </a:solidFill>
              </a:rPr>
              <a:t>used</a:t>
            </a:r>
            <a:endParaRPr lang="hu-HU" sz="4000" dirty="0">
              <a:solidFill>
                <a:srgbClr val="FFFFFF"/>
              </a:solidFill>
            </a:endParaRP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229620496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157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001104D1-954B-499A-A0C7-A862BD8FE6E0}"/>
              </a:ext>
            </a:extLst>
          </p:cNvPr>
          <p:cNvSpPr>
            <a:spLocks noGrp="1"/>
          </p:cNvSpPr>
          <p:nvPr>
            <p:ph type="title"/>
          </p:nvPr>
        </p:nvSpPr>
        <p:spPr>
          <a:xfrm>
            <a:off x="184864" y="2137324"/>
            <a:ext cx="3668088" cy="1472368"/>
          </a:xfrm>
        </p:spPr>
        <p:txBody>
          <a:bodyPr anchor="b">
            <a:normAutofit/>
          </a:bodyPr>
          <a:lstStyle/>
          <a:p>
            <a:pPr algn="r"/>
            <a:r>
              <a:rPr lang="hu-HU" sz="4000" dirty="0">
                <a:solidFill>
                  <a:srgbClr val="FFFFFF"/>
                </a:solidFill>
              </a:rPr>
              <a:t>System </a:t>
            </a:r>
            <a:r>
              <a:rPr lang="hu-HU" sz="4000" dirty="0" err="1">
                <a:solidFill>
                  <a:srgbClr val="FFFFFF"/>
                </a:solidFill>
              </a:rPr>
              <a:t>Overview</a:t>
            </a:r>
            <a:endParaRPr lang="hu-HU" sz="4000" dirty="0">
              <a:solidFill>
                <a:srgbClr val="FFFFFF"/>
              </a:solidFill>
            </a:endParaRPr>
          </a:p>
        </p:txBody>
      </p:sp>
      <p:sp>
        <p:nvSpPr>
          <p:cNvPr id="4" name="Rectangle 1">
            <a:extLst>
              <a:ext uri="{FF2B5EF4-FFF2-40B4-BE49-F238E27FC236}">
                <a16:creationId xmlns:a16="http://schemas.microsoft.com/office/drawing/2014/main" id="{F9869F36-FE59-4DB9-B482-70E4E1D07305}"/>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lang="hu-HU" sz="2000" b="1" dirty="0">
                <a:latin typeface="Arial" panose="020B0604020202020204" pitchFamily="34" charset="0"/>
                <a:cs typeface="Arial" panose="020B0604020202020204" pitchFamily="34" charset="0"/>
              </a:rPr>
              <a:t>Frontend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React</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component-based</a:t>
            </a:r>
            <a:r>
              <a:rPr lang="hu-HU" sz="2000" dirty="0">
                <a:latin typeface="Arial" panose="020B0604020202020204" pitchFamily="34" charset="0"/>
                <a:cs typeface="Arial" panose="020B0604020202020204" pitchFamily="34" charset="0"/>
              </a:rPr>
              <a:t> </a:t>
            </a:r>
            <a:r>
              <a:rPr lang="hu-HU" sz="2000" dirty="0" err="1">
                <a:latin typeface="Arial" panose="020B0604020202020204" pitchFamily="34" charset="0"/>
                <a:cs typeface="Arial" panose="020B0604020202020204" pitchFamily="34" charset="0"/>
              </a:rPr>
              <a:t>architecture</a:t>
            </a:r>
            <a:endParaRPr lang="hu-HU" sz="2000" dirty="0">
              <a:latin typeface="Arial" panose="020B0604020202020204" pitchFamily="34" charset="0"/>
              <a:cs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kumimoji="0" lang="hu-HU" altLang="hu-HU" sz="2000" b="1" i="0" u="none" strike="noStrike" cap="none" normalizeH="0" baseline="0" dirty="0">
                <a:ln>
                  <a:noFill/>
                </a:ln>
                <a:effectLst/>
                <a:latin typeface="Arial" panose="020B0604020202020204" pitchFamily="34" charset="0"/>
              </a:rPr>
              <a:t>Backend:</a:t>
            </a:r>
            <a:r>
              <a:rPr kumimoji="0" lang="hu-HU" altLang="hu-HU" sz="2000" b="0" i="0" u="none" strike="noStrike" cap="none" normalizeH="0" baseline="0" dirty="0">
                <a:ln>
                  <a:noFill/>
                </a:ln>
                <a:effectLst/>
                <a:latin typeface="Arial" panose="020B0604020202020204" pitchFamily="34" charset="0"/>
              </a:rPr>
              <a:t> Node.js + Express REST API</a:t>
            </a:r>
          </a:p>
          <a:p>
            <a:pPr marL="0" marR="0" lvl="0" indent="0" defTabSz="914400" rtl="0" eaLnBrk="0" fontAlgn="base" latinLnBrk="0" hangingPunct="0">
              <a:spcBef>
                <a:spcPct val="0"/>
              </a:spcBef>
              <a:spcAft>
                <a:spcPts val="600"/>
              </a:spcAft>
              <a:buClrTx/>
              <a:buSzTx/>
              <a:buFontTx/>
              <a:buChar char="•"/>
              <a:tabLst/>
            </a:pPr>
            <a:r>
              <a:rPr lang="hu-HU" altLang="hu-HU" sz="2000" b="1" dirty="0" err="1">
                <a:latin typeface="Arial" panose="020B0604020202020204" pitchFamily="34" charset="0"/>
              </a:rPr>
              <a:t>D</a:t>
            </a:r>
            <a:r>
              <a:rPr kumimoji="0" lang="hu-HU" altLang="hu-HU" sz="2000" b="1" i="0" u="none" strike="noStrike" cap="none" normalizeH="0" baseline="0" dirty="0" err="1">
                <a:ln>
                  <a:noFill/>
                </a:ln>
                <a:effectLst/>
                <a:latin typeface="Arial" panose="020B0604020202020204" pitchFamily="34" charset="0"/>
              </a:rPr>
              <a:t>atabase</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a:t>
            </a:r>
            <a:r>
              <a:rPr kumimoji="0" lang="hu-HU" altLang="hu-HU" sz="2000" b="0" i="0" u="none" strike="noStrike" cap="none" normalizeH="0" baseline="0" dirty="0" err="1">
                <a:ln>
                  <a:noFill/>
                </a:ln>
                <a:effectLst/>
                <a:latin typeface="Arial" panose="020B0604020202020204" pitchFamily="34" charset="0"/>
              </a:rPr>
              <a:t>MySQL</a:t>
            </a:r>
            <a:r>
              <a:rPr kumimoji="0" lang="hu-HU" altLang="hu-HU" sz="2000" b="0" i="0" u="none" strike="noStrike" cap="none" normalizeH="0" baseline="0" dirty="0">
                <a:ln>
                  <a:noFill/>
                </a:ln>
                <a:effectLst/>
                <a:latin typeface="Arial" panose="020B0604020202020204" pitchFamily="34" charset="0"/>
              </a:rPr>
              <a:t> / </a:t>
            </a:r>
            <a:r>
              <a:rPr kumimoji="0" lang="hu-HU" altLang="hu-HU" sz="2000" b="0" i="0" u="none" strike="noStrike" cap="none" normalizeH="0" baseline="0" dirty="0" err="1">
                <a:ln>
                  <a:noFill/>
                </a:ln>
                <a:effectLst/>
                <a:latin typeface="Arial" panose="020B0604020202020204" pitchFamily="34" charset="0"/>
              </a:rPr>
              <a:t>MariaDB</a:t>
            </a:r>
            <a:endParaRPr kumimoji="0" lang="hu-HU" altLang="hu-HU" sz="20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Communication</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JSON alapú HTTP kérések</a:t>
            </a:r>
          </a:p>
          <a:p>
            <a:pPr marL="0" marR="0" lvl="0" indent="0" defTabSz="914400" rtl="0" eaLnBrk="0" fontAlgn="base" latinLnBrk="0" hangingPunct="0">
              <a:spcBef>
                <a:spcPct val="0"/>
              </a:spcBef>
              <a:spcAft>
                <a:spcPts val="600"/>
              </a:spcAft>
              <a:buClrTx/>
              <a:buSzTx/>
              <a:buFontTx/>
              <a:buChar char="•"/>
              <a:tabLst/>
            </a:pPr>
            <a:r>
              <a:rPr lang="hu-HU" sz="2000" b="1" dirty="0" err="1">
                <a:latin typeface="Arial" panose="020B0604020202020204" pitchFamily="34" charset="0"/>
                <a:cs typeface="Arial" panose="020B0604020202020204" pitchFamily="34" charset="0"/>
              </a:rPr>
              <a:t>Authentication</a:t>
            </a:r>
            <a:r>
              <a:rPr lang="hu-HU" sz="1400" dirty="0"/>
              <a:t> </a:t>
            </a:r>
            <a:r>
              <a:rPr kumimoji="0" lang="hu-HU" altLang="hu-HU" sz="2000" b="1" i="0" u="none" strike="noStrike" cap="none" normalizeH="0" baseline="0" dirty="0">
                <a:ln>
                  <a:noFill/>
                </a:ln>
                <a:effectLst/>
                <a:latin typeface="Arial" panose="020B0604020202020204" pitchFamily="34" charset="0"/>
              </a:rPr>
              <a:t>:</a:t>
            </a:r>
            <a:r>
              <a:rPr kumimoji="0" lang="hu-HU" altLang="hu-HU" sz="2000" b="0" i="0" u="none" strike="noStrike" cap="none" normalizeH="0" baseline="0" dirty="0">
                <a:ln>
                  <a:noFill/>
                </a:ln>
                <a:effectLst/>
                <a:latin typeface="Arial" panose="020B0604020202020204" pitchFamily="34" charset="0"/>
              </a:rPr>
              <a:t> JWT </a:t>
            </a:r>
            <a:r>
              <a:rPr kumimoji="0" lang="hu-HU" altLang="hu-HU" sz="2000" b="0" i="0" u="none" strike="noStrike" cap="none" normalizeH="0" baseline="0" dirty="0" err="1">
                <a:ln>
                  <a:noFill/>
                </a:ln>
                <a:effectLst/>
                <a:latin typeface="Arial" panose="020B0604020202020204" pitchFamily="34" charset="0"/>
              </a:rPr>
              <a:t>token</a:t>
            </a:r>
            <a:endParaRPr kumimoji="0" lang="hu-HU" altLang="hu-HU" sz="2000" b="0" i="0" u="none" strike="noStrike" cap="none" normalizeH="0" baseline="0" dirty="0">
              <a:ln>
                <a:noFill/>
              </a:ln>
              <a:effectLst/>
              <a:latin typeface="Arial" panose="020B0604020202020204" pitchFamily="34" charset="0"/>
            </a:endParaRPr>
          </a:p>
        </p:txBody>
      </p:sp>
      <p:pic>
        <p:nvPicPr>
          <p:cNvPr id="6" name="Picture 2" descr="Budapesti Gazdasági Szakképzési Centrum Pestszentlőrinci Technikum | EDIR">
            <a:extLst>
              <a:ext uri="{FF2B5EF4-FFF2-40B4-BE49-F238E27FC236}">
                <a16:creationId xmlns:a16="http://schemas.microsoft.com/office/drawing/2014/main" id="{8BAC10DA-AD74-9460-FA22-0BD41B635A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FC1866-F186-2151-77AF-ADFB324664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84197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13DA8B6-E7BC-4D9F-90C0-7FAADC977341}"/>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Fő funkciók</a:t>
            </a:r>
          </a:p>
        </p:txBody>
      </p:sp>
      <p:graphicFrame>
        <p:nvGraphicFramePr>
          <p:cNvPr id="6" name="Rectangle 1">
            <a:extLst>
              <a:ext uri="{FF2B5EF4-FFF2-40B4-BE49-F238E27FC236}">
                <a16:creationId xmlns:a16="http://schemas.microsoft.com/office/drawing/2014/main" id="{02662FB8-355F-968C-E9EF-1DC0FAA04C79}"/>
              </a:ext>
            </a:extLst>
          </p:cNvPr>
          <p:cNvGraphicFramePr>
            <a:graphicFrameLocks noGrp="1"/>
          </p:cNvGraphicFramePr>
          <p:nvPr>
            <p:ph idx="1"/>
            <p:extLst>
              <p:ext uri="{D42A27DB-BD31-4B8C-83A1-F6EECF244321}">
                <p14:modId xmlns:p14="http://schemas.microsoft.com/office/powerpoint/2010/main" val="118964281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CFEC87F1-4553-48D9-7C08-E404B94B20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BB5C2365-7CF2-E545-13A5-694EA9BA058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4782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sp>
        <p:nvSpPr>
          <p:cNvPr id="4" name="Rectangle 1">
            <a:extLst>
              <a:ext uri="{FF2B5EF4-FFF2-40B4-BE49-F238E27FC236}">
                <a16:creationId xmlns:a16="http://schemas.microsoft.com/office/drawing/2014/main" id="{23DC66E9-0D8C-4FBD-9170-80281BAB23A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Relációs adatbázis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Táblák külön funkciókhoz</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Primary key és foreign key kapcsolatok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Kaszkád törlés több kapcsolatnál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Állapotkezelés a maketteknél</a:t>
            </a:r>
          </a:p>
        </p:txBody>
      </p:sp>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14919" y="5260428"/>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18E7D1F-5209-2934-1732-CAF88D01EE27}"/>
              </a:ext>
            </a:extLst>
          </p:cNvPr>
          <p:cNvPicPr>
            <a:picLocks noChangeAspect="1"/>
          </p:cNvPicPr>
          <p:nvPr/>
        </p:nvPicPr>
        <p:blipFill>
          <a:blip r:embed="rId3">
            <a:duotone>
              <a:schemeClr val="bg2">
                <a:shade val="45000"/>
                <a:satMod val="135000"/>
              </a:schemeClr>
              <a:prstClr val="white"/>
            </a:duotone>
          </a:blip>
          <a:srcRect t="21329"/>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30FD143-F919-4DEA-BB0D-87FC691287AA}"/>
              </a:ext>
            </a:extLst>
          </p:cNvPr>
          <p:cNvSpPr>
            <a:spLocks noGrp="1"/>
          </p:cNvSpPr>
          <p:nvPr>
            <p:ph type="title"/>
          </p:nvPr>
        </p:nvSpPr>
        <p:spPr>
          <a:xfrm>
            <a:off x="838200" y="365125"/>
            <a:ext cx="10515600" cy="1325563"/>
          </a:xfrm>
        </p:spPr>
        <p:txBody>
          <a:bodyPr>
            <a:normAutofit/>
          </a:bodyPr>
          <a:lstStyle/>
          <a:p>
            <a:r>
              <a:rPr lang="hu-HU" dirty="0"/>
              <a:t>Kapcsolatok és logika</a:t>
            </a:r>
          </a:p>
        </p:txBody>
      </p:sp>
      <p:graphicFrame>
        <p:nvGraphicFramePr>
          <p:cNvPr id="6" name="Rectangle 1">
            <a:extLst>
              <a:ext uri="{FF2B5EF4-FFF2-40B4-BE49-F238E27FC236}">
                <a16:creationId xmlns:a16="http://schemas.microsoft.com/office/drawing/2014/main" id="{653AB991-E242-2B36-7EA2-215AE20D0628}"/>
              </a:ext>
            </a:extLst>
          </p:cNvPr>
          <p:cNvGraphicFramePr>
            <a:graphicFrameLocks noGrp="1"/>
          </p:cNvGraphicFramePr>
          <p:nvPr>
            <p:ph idx="1"/>
            <p:extLst>
              <p:ext uri="{D42A27DB-BD31-4B8C-83A1-F6EECF244321}">
                <p14:modId xmlns:p14="http://schemas.microsoft.com/office/powerpoint/2010/main" val="24419239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8" name="Picture 2" descr="Budapesti Gazdasági Szakképzési Centrum Pestszentlőrinci Technikum | EDIR">
            <a:extLst>
              <a:ext uri="{FF2B5EF4-FFF2-40B4-BE49-F238E27FC236}">
                <a16:creationId xmlns:a16="http://schemas.microsoft.com/office/drawing/2014/main" id="{D406A918-190F-F592-A1D9-937AD23608F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9" name="Kép 8">
            <a:extLst>
              <a:ext uri="{FF2B5EF4-FFF2-40B4-BE49-F238E27FC236}">
                <a16:creationId xmlns:a16="http://schemas.microsoft.com/office/drawing/2014/main" id="{F8597FCE-FC79-11D6-3F99-E1A740BB7A1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1506434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sp>
        <p:nvSpPr>
          <p:cNvPr id="4" name="Rectangle 1">
            <a:extLst>
              <a:ext uri="{FF2B5EF4-FFF2-40B4-BE49-F238E27FC236}">
                <a16:creationId xmlns:a16="http://schemas.microsoft.com/office/drawing/2014/main" id="{D560AA97-470D-452D-86F3-3751CD1F1F6C}"/>
              </a:ext>
            </a:extLst>
          </p:cNvPr>
          <p:cNvSpPr>
            <a:spLocks noGrp="1" noChangeArrowheads="1"/>
          </p:cNvSpPr>
          <p:nvPr>
            <p:ph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Express szerver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Route-modulokra bontott felépítés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Middleware-ek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MySQL kapcsolat poolon keresztül</a:t>
            </a:r>
          </a:p>
        </p:txBody>
      </p:sp>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544446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3E97E77-40B9-4F8D-9934-4E93BE8B2B9A}"/>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Hitelesítés és jogosultság</a:t>
            </a:r>
          </a:p>
        </p:txBody>
      </p:sp>
      <p:sp>
        <p:nvSpPr>
          <p:cNvPr id="4" name="Rectangle 1">
            <a:extLst>
              <a:ext uri="{FF2B5EF4-FFF2-40B4-BE49-F238E27FC236}">
                <a16:creationId xmlns:a16="http://schemas.microsoft.com/office/drawing/2014/main" id="{AC952FCA-ED37-4ED7-ADE2-49E5C0C3600F}"/>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Regisztráció bcrypt hash-eléssel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Bejelentkezés JWT tokennel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authMiddleware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adminMiddleware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Tiltás kezelése login közben is</a:t>
            </a:r>
          </a:p>
        </p:txBody>
      </p:sp>
      <p:pic>
        <p:nvPicPr>
          <p:cNvPr id="3" name="Kép 2">
            <a:extLst>
              <a:ext uri="{FF2B5EF4-FFF2-40B4-BE49-F238E27FC236}">
                <a16:creationId xmlns:a16="http://schemas.microsoft.com/office/drawing/2014/main" id="{3AC4B6CF-1B66-58B8-D54D-919EBED3ED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81B4F0C2-D06D-6797-4F9F-F263F80CAB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8130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785610" y="547649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408EA59-A08C-4E1D-BC1F-811AFD75581F}"/>
              </a:ext>
            </a:extLst>
          </p:cNvPr>
          <p:cNvSpPr>
            <a:spLocks noGrp="1"/>
          </p:cNvSpPr>
          <p:nvPr>
            <p:ph type="title"/>
          </p:nvPr>
        </p:nvSpPr>
        <p:spPr>
          <a:xfrm>
            <a:off x="586478" y="1683756"/>
            <a:ext cx="3115265" cy="2396359"/>
          </a:xfrm>
        </p:spPr>
        <p:txBody>
          <a:bodyPr anchor="b">
            <a:normAutofit/>
          </a:bodyPr>
          <a:lstStyle/>
          <a:p>
            <a:pPr algn="r"/>
            <a:r>
              <a:rPr lang="hu-HU" sz="3700">
                <a:solidFill>
                  <a:srgbClr val="FFFFFF"/>
                </a:solidFill>
              </a:rPr>
              <a:t>Miért ilyen backend megoldásokat választottunk?</a:t>
            </a:r>
          </a:p>
        </p:txBody>
      </p:sp>
      <p:graphicFrame>
        <p:nvGraphicFramePr>
          <p:cNvPr id="6" name="Rectangle 1">
            <a:extLst>
              <a:ext uri="{FF2B5EF4-FFF2-40B4-BE49-F238E27FC236}">
                <a16:creationId xmlns:a16="http://schemas.microsoft.com/office/drawing/2014/main" id="{1B7D4F58-908A-FFF5-79C1-913AA352BFDC}"/>
              </a:ext>
            </a:extLst>
          </p:cNvPr>
          <p:cNvGraphicFramePr>
            <a:graphicFrameLocks noGrp="1"/>
          </p:cNvGraphicFramePr>
          <p:nvPr>
            <p:ph idx="1"/>
            <p:extLst>
              <p:ext uri="{D42A27DB-BD31-4B8C-83A1-F6EECF244321}">
                <p14:modId xmlns:p14="http://schemas.microsoft.com/office/powerpoint/2010/main" val="2252667955"/>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2DCC92B1-B008-90C4-B4D7-59FF0695CB7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74FF149C-548C-1675-6113-5E16404F10B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6821569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B7EEF1B-A8A1-434C-9308-C40B735DF342}"/>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Extra backend funkciók</a:t>
            </a:r>
          </a:p>
        </p:txBody>
      </p:sp>
      <p:sp>
        <p:nvSpPr>
          <p:cNvPr id="4" name="Rectangle 1">
            <a:extLst>
              <a:ext uri="{FF2B5EF4-FFF2-40B4-BE49-F238E27FC236}">
                <a16:creationId xmlns:a16="http://schemas.microsoft.com/office/drawing/2014/main" id="{187050F8-E587-45AD-B8D2-F967925A7DCD}"/>
              </a:ext>
            </a:extLst>
          </p:cNvPr>
          <p:cNvSpPr>
            <a:spLocks noGrp="1" noChangeArrowheads="1"/>
          </p:cNvSpPr>
          <p:nvPr>
            <p:ph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Fájlfeltöltés multer-rel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CORS beállítás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Rate limit a login és AI route-okon</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E-mail értesítés üzenetnél</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Aktivitásnaplózás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AI chat OpenAI kapcsolattal</a:t>
            </a:r>
          </a:p>
        </p:txBody>
      </p:sp>
      <p:pic>
        <p:nvPicPr>
          <p:cNvPr id="3" name="Kép 2">
            <a:extLst>
              <a:ext uri="{FF2B5EF4-FFF2-40B4-BE49-F238E27FC236}">
                <a16:creationId xmlns:a16="http://schemas.microsoft.com/office/drawing/2014/main" id="{03885A60-099F-B6AF-D190-2FD17DB9DD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FD082890-F3A2-83ED-706B-C6387C4593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9853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a:solidFill>
                  <a:srgbClr val="FFFFFF"/>
                </a:solidFill>
              </a:rPr>
              <a:t>Frontend felépítése</a:t>
            </a:r>
          </a:p>
        </p:txBody>
      </p:sp>
      <p:sp>
        <p:nvSpPr>
          <p:cNvPr id="4" name="Rectangle 1">
            <a:extLst>
              <a:ext uri="{FF2B5EF4-FFF2-40B4-BE49-F238E27FC236}">
                <a16:creationId xmlns:a16="http://schemas.microsoft.com/office/drawing/2014/main" id="{99C0DE1F-142B-4110-A2A5-FD91448D06BE}"/>
              </a:ext>
            </a:extLst>
          </p:cNvPr>
          <p:cNvSpPr>
            <a:spLocks noGrp="1" noChangeArrowheads="1"/>
          </p:cNvSpPr>
          <p:nvPr>
            <p:ph idx="1"/>
          </p:nvPr>
        </p:nvSpPr>
        <p:spPr bwMode="auto">
          <a:xfrm>
            <a:off x="6503158" y="649480"/>
            <a:ext cx="48624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React komponens alapú rendszer</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Külön oldalak és újrahasznosítható komponensek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useAuth és useAdat context</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Modalok, kártyák, csillagos értékelés</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Times New Roman" panose="02020603050405020304" pitchFamily="18" charset="0"/>
                <a:cs typeface="Times New Roman" panose="02020603050405020304" pitchFamily="18" charset="0"/>
              </a:rPr>
              <a:t>Reszponzív navbar és mobil menü</a:t>
            </a:r>
          </a:p>
        </p:txBody>
      </p:sp>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39B42FA-CCBF-46EB-B5B4-48D28593012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Makett oldal és felhasználói élmény</a:t>
            </a:r>
          </a:p>
        </p:txBody>
      </p:sp>
      <p:graphicFrame>
        <p:nvGraphicFramePr>
          <p:cNvPr id="6" name="Rectangle 1">
            <a:extLst>
              <a:ext uri="{FF2B5EF4-FFF2-40B4-BE49-F238E27FC236}">
                <a16:creationId xmlns:a16="http://schemas.microsoft.com/office/drawing/2014/main" id="{1BF997AF-50A1-431A-BA28-E50D31E293F2}"/>
              </a:ext>
            </a:extLst>
          </p:cNvPr>
          <p:cNvGraphicFramePr>
            <a:graphicFrameLocks noGrp="1"/>
          </p:cNvGraphicFramePr>
          <p:nvPr>
            <p:ph idx="1"/>
            <p:extLst>
              <p:ext uri="{D42A27DB-BD31-4B8C-83A1-F6EECF244321}">
                <p14:modId xmlns:p14="http://schemas.microsoft.com/office/powerpoint/2010/main" val="1684337812"/>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Kép 2">
            <a:extLst>
              <a:ext uri="{FF2B5EF4-FFF2-40B4-BE49-F238E27FC236}">
                <a16:creationId xmlns:a16="http://schemas.microsoft.com/office/drawing/2014/main" id="{D64C6DD9-D4D0-AD5F-6D4C-39D407E8233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52335" y="5662357"/>
            <a:ext cx="1195638" cy="1195638"/>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2F9295DE-F432-9C92-E637-B613F6D9BFF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23804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Profil, fórum, építési napló, AI</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273992563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6888" y="539319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289628" y="5108028"/>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TotalTime>
  <Words>1707</Words>
  <Application>Microsoft Office PowerPoint</Application>
  <PresentationFormat>Szélesvásznú</PresentationFormat>
  <Paragraphs>151</Paragraphs>
  <Slides>19</Slides>
  <Notes>19</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19</vt:i4>
      </vt:variant>
    </vt:vector>
  </HeadingPairs>
  <TitlesOfParts>
    <vt:vector size="24" baseType="lpstr">
      <vt:lpstr>Arial</vt:lpstr>
      <vt:lpstr>Calibri</vt:lpstr>
      <vt:lpstr>Calibri Light</vt:lpstr>
      <vt:lpstr>Times New Roman</vt:lpstr>
      <vt:lpstr>Office-téma</vt:lpstr>
      <vt:lpstr>MakettMester</vt:lpstr>
      <vt:lpstr>Project Goal</vt:lpstr>
      <vt:lpstr>Tools we used</vt:lpstr>
      <vt:lpstr>System Overview</vt:lpstr>
      <vt:lpstr>Fő funkciók</vt:lpstr>
      <vt:lpstr>Adatbázis-tervezés</vt:lpstr>
      <vt:lpstr>Fő táblák</vt:lpstr>
      <vt:lpstr>Kapcsolatok és logika</vt:lpstr>
      <vt:lpstr>Miért így terveztük az adatbázist?</vt:lpstr>
      <vt:lpstr>Backend architektúra</vt:lpstr>
      <vt:lpstr>Hitelesítés és jogosultság</vt:lpstr>
      <vt:lpstr>API funkciók</vt:lpstr>
      <vt:lpstr>Miért ilyen backend megoldásokat választottunk?</vt:lpstr>
      <vt:lpstr>Extra backend funkciók</vt:lpstr>
      <vt:lpstr>Frontend felépítése</vt:lpstr>
      <vt:lpstr>Makett oldal és felhasználói élmény</vt:lpstr>
      <vt:lpstr>Profil, fórum, építési napló, AI</vt:lpstr>
      <vt:lpstr>Dizájn és reszponzivitás</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Hohn Márton 748</cp:lastModifiedBy>
  <cp:revision>19</cp:revision>
  <dcterms:created xsi:type="dcterms:W3CDTF">2026-03-18T07:19:38Z</dcterms:created>
  <dcterms:modified xsi:type="dcterms:W3CDTF">2026-04-14T07:21:36Z</dcterms:modified>
</cp:coreProperties>
</file>