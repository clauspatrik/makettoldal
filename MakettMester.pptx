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7.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8.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3.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1"/>
  </p:notesMasterIdLst>
  <p:sldIdLst>
    <p:sldId id="256" r:id="rId2"/>
    <p:sldId id="276" r:id="rId3"/>
    <p:sldId id="277" r:id="rId4"/>
    <p:sldId id="274" r:id="rId5"/>
    <p:sldId id="278" r:id="rId6"/>
    <p:sldId id="269" r:id="rId7"/>
    <p:sldId id="271" r:id="rId8"/>
    <p:sldId id="272" r:id="rId9"/>
    <p:sldId id="279" r:id="rId10"/>
    <p:sldId id="280" r:id="rId11"/>
    <p:sldId id="282" r:id="rId12"/>
    <p:sldId id="264" r:id="rId13"/>
    <p:sldId id="266" r:id="rId14"/>
    <p:sldId id="284" r:id="rId15"/>
    <p:sldId id="283" r:id="rId16"/>
    <p:sldId id="260" r:id="rId17"/>
    <p:sldId id="261" r:id="rId18"/>
    <p:sldId id="263" r:id="rId19"/>
    <p:sldId id="273" r:id="rId20"/>
  </p:sldIdLst>
  <p:sldSz cx="12192000" cy="6858000"/>
  <p:notesSz cx="6858000" cy="9144000"/>
  <p:defaultText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74939" autoAdjust="0"/>
  </p:normalViewPr>
  <p:slideViewPr>
    <p:cSldViewPr snapToGrid="0">
      <p:cViewPr varScale="1">
        <p:scale>
          <a:sx n="84" d="100"/>
          <a:sy n="84" d="100"/>
        </p:scale>
        <p:origin x="1632"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diagrams/colors1.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84AE8F1-D5A7-4EBC-8786-521D12DC7C46}" type="doc">
      <dgm:prSet loTypeId="urn:microsoft.com/office/officeart/2005/8/layout/list1" loCatId="list" qsTypeId="urn:microsoft.com/office/officeart/2005/8/quickstyle/simple4" qsCatId="simple" csTypeId="urn:microsoft.com/office/officeart/2005/8/colors/colorful1" csCatId="colorful" phldr="1"/>
      <dgm:spPr/>
      <dgm:t>
        <a:bodyPr/>
        <a:lstStyle/>
        <a:p>
          <a:endParaRPr lang="en-US"/>
        </a:p>
      </dgm:t>
    </dgm:pt>
    <dgm:pt modelId="{F3D4B32B-06C4-4756-8E02-38B07FD5B4B3}">
      <dgm:prSet/>
      <dgm:spPr>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gradFill>
      </dgm:spPr>
      <dgm:t>
        <a:bodyPr/>
        <a:lstStyle/>
        <a:p>
          <a:r>
            <a:rPr lang="hu-HU" dirty="0" err="1"/>
            <a:t>Teams</a:t>
          </a:r>
          <a:endParaRPr lang="en-US" dirty="0"/>
        </a:p>
      </dgm:t>
    </dgm:pt>
    <dgm:pt modelId="{C3AAE96E-A860-4A3E-9305-811A25E439AC}" type="parTrans" cxnId="{CD5C334A-C366-4DB0-8190-A53D1F71134E}">
      <dgm:prSet/>
      <dgm:spPr/>
      <dgm:t>
        <a:bodyPr/>
        <a:lstStyle/>
        <a:p>
          <a:endParaRPr lang="en-US"/>
        </a:p>
      </dgm:t>
    </dgm:pt>
    <dgm:pt modelId="{D4C19082-C4D8-4575-89DC-9A0BB5387C2D}" type="sibTrans" cxnId="{CD5C334A-C366-4DB0-8190-A53D1F71134E}">
      <dgm:prSet/>
      <dgm:spPr/>
      <dgm:t>
        <a:bodyPr/>
        <a:lstStyle/>
        <a:p>
          <a:endParaRPr lang="en-US"/>
        </a:p>
      </dgm:t>
    </dgm:pt>
    <dgm:pt modelId="{D9D21656-6EF1-4A34-B99C-CFB0E901392B}">
      <dgm:prSet/>
      <dgm:spPr/>
      <dgm:t>
        <a:bodyPr/>
        <a:lstStyle/>
        <a:p>
          <a:r>
            <a:rPr lang="hu-HU" dirty="0" err="1"/>
            <a:t>Github</a:t>
          </a:r>
          <a:endParaRPr lang="en-US" dirty="0"/>
        </a:p>
      </dgm:t>
    </dgm:pt>
    <dgm:pt modelId="{374414F1-DC5A-4070-B920-E0442E7EF169}" type="parTrans" cxnId="{7FB37ABB-5A5F-447F-BEED-4EC76E5F1E9C}">
      <dgm:prSet/>
      <dgm:spPr/>
      <dgm:t>
        <a:bodyPr/>
        <a:lstStyle/>
        <a:p>
          <a:endParaRPr lang="en-US"/>
        </a:p>
      </dgm:t>
    </dgm:pt>
    <dgm:pt modelId="{C011848E-D7C9-4F10-A65E-1CFE5A6ECCB1}" type="sibTrans" cxnId="{7FB37ABB-5A5F-447F-BEED-4EC76E5F1E9C}">
      <dgm:prSet/>
      <dgm:spPr/>
      <dgm:t>
        <a:bodyPr/>
        <a:lstStyle/>
        <a:p>
          <a:endParaRPr lang="en-US"/>
        </a:p>
      </dgm:t>
    </dgm:pt>
    <dgm:pt modelId="{94A67B27-11A6-453C-B2B0-4EFDBE68D89D}">
      <dgm:prSet/>
      <dgm:spPr>
        <a:gradFill rotWithShape="0">
          <a:gsLst>
            <a:gs pos="0">
              <a:srgbClr val="7030A0"/>
            </a:gs>
            <a:gs pos="25000">
              <a:srgbClr val="7030A0"/>
            </a:gs>
            <a:gs pos="50000">
              <a:srgbClr val="7030A0"/>
            </a:gs>
            <a:gs pos="100000">
              <a:srgbClr val="7030A0"/>
            </a:gs>
          </a:gsLst>
        </a:gradFill>
      </dgm:spPr>
      <dgm:t>
        <a:bodyPr/>
        <a:lstStyle/>
        <a:p>
          <a:r>
            <a:rPr lang="hu-HU" dirty="0"/>
            <a:t>Visual</a:t>
          </a:r>
          <a:r>
            <a:rPr lang="hu-HU" baseline="0" dirty="0"/>
            <a:t> </a:t>
          </a:r>
          <a:r>
            <a:rPr lang="hu-HU" baseline="0" dirty="0" err="1"/>
            <a:t>Studio</a:t>
          </a:r>
          <a:r>
            <a:rPr lang="hu-HU" baseline="0" dirty="0"/>
            <a:t> </a:t>
          </a:r>
          <a:r>
            <a:rPr lang="hu-HU" baseline="0" dirty="0" err="1"/>
            <a:t>Code</a:t>
          </a:r>
          <a:endParaRPr lang="en-US" dirty="0"/>
        </a:p>
      </dgm:t>
    </dgm:pt>
    <dgm:pt modelId="{77F2AAEC-4D58-446A-AB0C-DA1C70AD36D4}" type="parTrans" cxnId="{217E4C5F-43A8-4826-A803-561A54C15952}">
      <dgm:prSet/>
      <dgm:spPr/>
      <dgm:t>
        <a:bodyPr/>
        <a:lstStyle/>
        <a:p>
          <a:endParaRPr lang="en-US"/>
        </a:p>
      </dgm:t>
    </dgm:pt>
    <dgm:pt modelId="{65D08A04-4A9A-471D-AAC6-3BA9E9ECA963}" type="sibTrans" cxnId="{217E4C5F-43A8-4826-A803-561A54C15952}">
      <dgm:prSet/>
      <dgm:spPr/>
      <dgm:t>
        <a:bodyPr/>
        <a:lstStyle/>
        <a:p>
          <a:endParaRPr lang="en-US"/>
        </a:p>
      </dgm:t>
    </dgm:pt>
    <dgm:pt modelId="{E25684DA-7E1E-4FE4-A507-7CCA2736CDBE}">
      <dgm:prSet/>
      <dgm:spPr/>
      <dgm:t>
        <a:bodyPr/>
        <a:lstStyle/>
        <a:p>
          <a:r>
            <a:rPr lang="hu-HU" dirty="0" err="1"/>
            <a:t>Discord</a:t>
          </a:r>
          <a:endParaRPr lang="en-US" dirty="0"/>
        </a:p>
      </dgm:t>
    </dgm:pt>
    <dgm:pt modelId="{E30E55D5-24CE-44A4-96EF-81092F68222E}" type="parTrans" cxnId="{C7046D98-32B0-49A8-8C11-2FC4FCFF795C}">
      <dgm:prSet/>
      <dgm:spPr/>
      <dgm:t>
        <a:bodyPr/>
        <a:lstStyle/>
        <a:p>
          <a:endParaRPr lang="en-US"/>
        </a:p>
      </dgm:t>
    </dgm:pt>
    <dgm:pt modelId="{F6E3BE21-E330-4EA7-BAE7-819CC6803D3D}" type="sibTrans" cxnId="{C7046D98-32B0-49A8-8C11-2FC4FCFF795C}">
      <dgm:prSet/>
      <dgm:spPr/>
      <dgm:t>
        <a:bodyPr/>
        <a:lstStyle/>
        <a:p>
          <a:endParaRPr lang="en-US"/>
        </a:p>
      </dgm:t>
    </dgm:pt>
    <dgm:pt modelId="{F74F727A-65E6-4C30-9397-5F64D09F4F32}">
      <dgm:prSet/>
      <dgm:spPr/>
      <dgm:t>
        <a:bodyPr/>
        <a:lstStyle/>
        <a:p>
          <a:r>
            <a:rPr lang="hu-HU" dirty="0"/>
            <a:t>PowerPoint, Word </a:t>
          </a:r>
          <a:endParaRPr lang="en-US" dirty="0"/>
        </a:p>
      </dgm:t>
    </dgm:pt>
    <dgm:pt modelId="{93C0892A-45CA-4B8C-B78D-D42F01609EEB}" type="parTrans" cxnId="{03BF3A05-C001-4517-8064-56BE020534AB}">
      <dgm:prSet/>
      <dgm:spPr/>
      <dgm:t>
        <a:bodyPr/>
        <a:lstStyle/>
        <a:p>
          <a:endParaRPr lang="en-US"/>
        </a:p>
      </dgm:t>
    </dgm:pt>
    <dgm:pt modelId="{CF65D211-AEEE-4644-A937-109D85B8BA7F}" type="sibTrans" cxnId="{03BF3A05-C001-4517-8064-56BE020534AB}">
      <dgm:prSet/>
      <dgm:spPr/>
      <dgm:t>
        <a:bodyPr/>
        <a:lstStyle/>
        <a:p>
          <a:endParaRPr lang="en-US"/>
        </a:p>
      </dgm:t>
    </dgm:pt>
    <dgm:pt modelId="{65786480-FC10-4D04-B8DA-61A4B0A5DCA7}" type="pres">
      <dgm:prSet presAssocID="{184AE8F1-D5A7-4EBC-8786-521D12DC7C46}" presName="linear" presStyleCnt="0">
        <dgm:presLayoutVars>
          <dgm:dir/>
          <dgm:animLvl val="lvl"/>
          <dgm:resizeHandles val="exact"/>
        </dgm:presLayoutVars>
      </dgm:prSet>
      <dgm:spPr/>
    </dgm:pt>
    <dgm:pt modelId="{889310CA-A885-45C0-9851-C1EACADB214E}" type="pres">
      <dgm:prSet presAssocID="{F3D4B32B-06C4-4756-8E02-38B07FD5B4B3}" presName="parentLin" presStyleCnt="0"/>
      <dgm:spPr/>
    </dgm:pt>
    <dgm:pt modelId="{B3F778FF-F24E-41B8-944F-FC2163AADA1C}" type="pres">
      <dgm:prSet presAssocID="{F3D4B32B-06C4-4756-8E02-38B07FD5B4B3}" presName="parentLeftMargin" presStyleLbl="node1" presStyleIdx="0" presStyleCnt="5"/>
      <dgm:spPr/>
    </dgm:pt>
    <dgm:pt modelId="{2D91D6CE-CD80-4125-946A-F7B0A0AEF25B}" type="pres">
      <dgm:prSet presAssocID="{F3D4B32B-06C4-4756-8E02-38B07FD5B4B3}" presName="parentText" presStyleLbl="node1" presStyleIdx="0" presStyleCnt="5">
        <dgm:presLayoutVars>
          <dgm:chMax val="0"/>
          <dgm:bulletEnabled val="1"/>
        </dgm:presLayoutVars>
      </dgm:prSet>
      <dgm:spPr/>
    </dgm:pt>
    <dgm:pt modelId="{C23F7D1E-C756-45F5-89BB-5646335B247B}" type="pres">
      <dgm:prSet presAssocID="{F3D4B32B-06C4-4756-8E02-38B07FD5B4B3}" presName="negativeSpace" presStyleCnt="0"/>
      <dgm:spPr/>
    </dgm:pt>
    <dgm:pt modelId="{A04A89F5-7919-4BB0-A8F6-53859609605A}" type="pres">
      <dgm:prSet presAssocID="{F3D4B32B-06C4-4756-8E02-38B07FD5B4B3}" presName="childText" presStyleLbl="conFgAcc1" presStyleIdx="0" presStyleCnt="5">
        <dgm:presLayoutVars>
          <dgm:bulletEnabled val="1"/>
        </dgm:presLayoutVars>
      </dgm:prSet>
      <dgm:spPr/>
    </dgm:pt>
    <dgm:pt modelId="{A598B64E-A365-4E3E-B092-DA24A703829F}" type="pres">
      <dgm:prSet presAssocID="{D4C19082-C4D8-4575-89DC-9A0BB5387C2D}" presName="spaceBetweenRectangles" presStyleCnt="0"/>
      <dgm:spPr/>
    </dgm:pt>
    <dgm:pt modelId="{CC5F51C6-9E6D-45F5-9EC1-F0A480248BC6}" type="pres">
      <dgm:prSet presAssocID="{D9D21656-6EF1-4A34-B99C-CFB0E901392B}" presName="parentLin" presStyleCnt="0"/>
      <dgm:spPr/>
    </dgm:pt>
    <dgm:pt modelId="{86D6F01E-4384-44E7-99D8-FA6196493A40}" type="pres">
      <dgm:prSet presAssocID="{D9D21656-6EF1-4A34-B99C-CFB0E901392B}" presName="parentLeftMargin" presStyleLbl="node1" presStyleIdx="0" presStyleCnt="5"/>
      <dgm:spPr/>
    </dgm:pt>
    <dgm:pt modelId="{1494A803-555B-4D58-8BB5-609312EBE53F}" type="pres">
      <dgm:prSet presAssocID="{D9D21656-6EF1-4A34-B99C-CFB0E901392B}" presName="parentText" presStyleLbl="node1" presStyleIdx="1" presStyleCnt="5">
        <dgm:presLayoutVars>
          <dgm:chMax val="0"/>
          <dgm:bulletEnabled val="1"/>
        </dgm:presLayoutVars>
      </dgm:prSet>
      <dgm:spPr/>
    </dgm:pt>
    <dgm:pt modelId="{E1C51929-A4CA-41C5-A714-0A0DF9D33AF5}" type="pres">
      <dgm:prSet presAssocID="{D9D21656-6EF1-4A34-B99C-CFB0E901392B}" presName="negativeSpace" presStyleCnt="0"/>
      <dgm:spPr/>
    </dgm:pt>
    <dgm:pt modelId="{714043A1-0692-490B-8FA7-0EB7D7429743}" type="pres">
      <dgm:prSet presAssocID="{D9D21656-6EF1-4A34-B99C-CFB0E901392B}" presName="childText" presStyleLbl="conFgAcc1" presStyleIdx="1" presStyleCnt="5">
        <dgm:presLayoutVars>
          <dgm:bulletEnabled val="1"/>
        </dgm:presLayoutVars>
      </dgm:prSet>
      <dgm:spPr/>
    </dgm:pt>
    <dgm:pt modelId="{52918490-9EED-42FA-B63F-27EE051174F2}" type="pres">
      <dgm:prSet presAssocID="{C011848E-D7C9-4F10-A65E-1CFE5A6ECCB1}" presName="spaceBetweenRectangles" presStyleCnt="0"/>
      <dgm:spPr/>
    </dgm:pt>
    <dgm:pt modelId="{7993A57C-BD8E-4E85-9EBE-652EDDB0D39A}" type="pres">
      <dgm:prSet presAssocID="{94A67B27-11A6-453C-B2B0-4EFDBE68D89D}" presName="parentLin" presStyleCnt="0"/>
      <dgm:spPr/>
    </dgm:pt>
    <dgm:pt modelId="{92689CE6-742A-4F18-901D-B5294D843C9D}" type="pres">
      <dgm:prSet presAssocID="{94A67B27-11A6-453C-B2B0-4EFDBE68D89D}" presName="parentLeftMargin" presStyleLbl="node1" presStyleIdx="1" presStyleCnt="5"/>
      <dgm:spPr/>
    </dgm:pt>
    <dgm:pt modelId="{DD2C6DB5-2F6B-457B-AB9D-9A86DB2B2F51}" type="pres">
      <dgm:prSet presAssocID="{94A67B27-11A6-453C-B2B0-4EFDBE68D89D}" presName="parentText" presStyleLbl="node1" presStyleIdx="2" presStyleCnt="5">
        <dgm:presLayoutVars>
          <dgm:chMax val="0"/>
          <dgm:bulletEnabled val="1"/>
        </dgm:presLayoutVars>
      </dgm:prSet>
      <dgm:spPr/>
    </dgm:pt>
    <dgm:pt modelId="{5A1D11C9-DE3B-4F17-98E4-8ABFA545BC0A}" type="pres">
      <dgm:prSet presAssocID="{94A67B27-11A6-453C-B2B0-4EFDBE68D89D}" presName="negativeSpace" presStyleCnt="0"/>
      <dgm:spPr/>
    </dgm:pt>
    <dgm:pt modelId="{74625971-222A-4497-8CAE-AEF7556CEA36}" type="pres">
      <dgm:prSet presAssocID="{94A67B27-11A6-453C-B2B0-4EFDBE68D89D}" presName="childText" presStyleLbl="conFgAcc1" presStyleIdx="2" presStyleCnt="5">
        <dgm:presLayoutVars>
          <dgm:bulletEnabled val="1"/>
        </dgm:presLayoutVars>
      </dgm:prSet>
      <dgm:spPr/>
    </dgm:pt>
    <dgm:pt modelId="{53057C39-F2D4-4491-9377-7D6D5E28B34E}" type="pres">
      <dgm:prSet presAssocID="{65D08A04-4A9A-471D-AAC6-3BA9E9ECA963}" presName="spaceBetweenRectangles" presStyleCnt="0"/>
      <dgm:spPr/>
    </dgm:pt>
    <dgm:pt modelId="{A2A4B2A4-2CE0-4B4C-A609-6D9872874580}" type="pres">
      <dgm:prSet presAssocID="{E25684DA-7E1E-4FE4-A507-7CCA2736CDBE}" presName="parentLin" presStyleCnt="0"/>
      <dgm:spPr/>
    </dgm:pt>
    <dgm:pt modelId="{D91C0145-05DB-4286-B926-925310C17292}" type="pres">
      <dgm:prSet presAssocID="{E25684DA-7E1E-4FE4-A507-7CCA2736CDBE}" presName="parentLeftMargin" presStyleLbl="node1" presStyleIdx="2" presStyleCnt="5"/>
      <dgm:spPr/>
    </dgm:pt>
    <dgm:pt modelId="{44314C4A-6CDB-48F2-9FA4-214458D2D758}" type="pres">
      <dgm:prSet presAssocID="{E25684DA-7E1E-4FE4-A507-7CCA2736CDBE}" presName="parentText" presStyleLbl="node1" presStyleIdx="3" presStyleCnt="5">
        <dgm:presLayoutVars>
          <dgm:chMax val="0"/>
          <dgm:bulletEnabled val="1"/>
        </dgm:presLayoutVars>
      </dgm:prSet>
      <dgm:spPr/>
    </dgm:pt>
    <dgm:pt modelId="{E96E2007-0218-49BD-BD57-E746A26F7D47}" type="pres">
      <dgm:prSet presAssocID="{E25684DA-7E1E-4FE4-A507-7CCA2736CDBE}" presName="negativeSpace" presStyleCnt="0"/>
      <dgm:spPr/>
    </dgm:pt>
    <dgm:pt modelId="{00C1891F-0781-44ED-93C0-78FAE83B02F1}" type="pres">
      <dgm:prSet presAssocID="{E25684DA-7E1E-4FE4-A507-7CCA2736CDBE}" presName="childText" presStyleLbl="conFgAcc1" presStyleIdx="3" presStyleCnt="5">
        <dgm:presLayoutVars>
          <dgm:bulletEnabled val="1"/>
        </dgm:presLayoutVars>
      </dgm:prSet>
      <dgm:spPr/>
    </dgm:pt>
    <dgm:pt modelId="{EFDA3DD3-BB8F-4A59-AAAD-6C0237361C19}" type="pres">
      <dgm:prSet presAssocID="{F6E3BE21-E330-4EA7-BAE7-819CC6803D3D}" presName="spaceBetweenRectangles" presStyleCnt="0"/>
      <dgm:spPr/>
    </dgm:pt>
    <dgm:pt modelId="{9A608697-4C62-4D07-8220-85A9E0AC6F2C}" type="pres">
      <dgm:prSet presAssocID="{F74F727A-65E6-4C30-9397-5F64D09F4F32}" presName="parentLin" presStyleCnt="0"/>
      <dgm:spPr/>
    </dgm:pt>
    <dgm:pt modelId="{630674B2-D1FE-43F3-9811-DA37E10777AE}" type="pres">
      <dgm:prSet presAssocID="{F74F727A-65E6-4C30-9397-5F64D09F4F32}" presName="parentLeftMargin" presStyleLbl="node1" presStyleIdx="3" presStyleCnt="5"/>
      <dgm:spPr/>
    </dgm:pt>
    <dgm:pt modelId="{A2A8BB46-5578-4709-A541-4EDE3CC198E2}" type="pres">
      <dgm:prSet presAssocID="{F74F727A-65E6-4C30-9397-5F64D09F4F32}" presName="parentText" presStyleLbl="node1" presStyleIdx="4" presStyleCnt="5">
        <dgm:presLayoutVars>
          <dgm:chMax val="0"/>
          <dgm:bulletEnabled val="1"/>
        </dgm:presLayoutVars>
      </dgm:prSet>
      <dgm:spPr/>
    </dgm:pt>
    <dgm:pt modelId="{9AD22CFE-C557-4BB3-8CCD-07B80F389C5F}" type="pres">
      <dgm:prSet presAssocID="{F74F727A-65E6-4C30-9397-5F64D09F4F32}" presName="negativeSpace" presStyleCnt="0"/>
      <dgm:spPr/>
    </dgm:pt>
    <dgm:pt modelId="{C9A4A968-1E08-4854-B136-9680E32934A6}" type="pres">
      <dgm:prSet presAssocID="{F74F727A-65E6-4C30-9397-5F64D09F4F32}" presName="childText" presStyleLbl="conFgAcc1" presStyleIdx="4" presStyleCnt="5">
        <dgm:presLayoutVars>
          <dgm:bulletEnabled val="1"/>
        </dgm:presLayoutVars>
      </dgm:prSet>
      <dgm:spPr/>
    </dgm:pt>
  </dgm:ptLst>
  <dgm:cxnLst>
    <dgm:cxn modelId="{03BF3A05-C001-4517-8064-56BE020534AB}" srcId="{184AE8F1-D5A7-4EBC-8786-521D12DC7C46}" destId="{F74F727A-65E6-4C30-9397-5F64D09F4F32}" srcOrd="4" destOrd="0" parTransId="{93C0892A-45CA-4B8C-B78D-D42F01609EEB}" sibTransId="{CF65D211-AEEE-4644-A937-109D85B8BA7F}"/>
    <dgm:cxn modelId="{9E6E760E-EB65-4E34-B013-62F91EA2F62E}" type="presOf" srcId="{184AE8F1-D5A7-4EBC-8786-521D12DC7C46}" destId="{65786480-FC10-4D04-B8DA-61A4B0A5DCA7}" srcOrd="0" destOrd="0" presId="urn:microsoft.com/office/officeart/2005/8/layout/list1"/>
    <dgm:cxn modelId="{0E167536-42B2-4BF7-B5BB-2210EED9D73A}" type="presOf" srcId="{F74F727A-65E6-4C30-9397-5F64D09F4F32}" destId="{630674B2-D1FE-43F3-9811-DA37E10777AE}" srcOrd="0" destOrd="0" presId="urn:microsoft.com/office/officeart/2005/8/layout/list1"/>
    <dgm:cxn modelId="{217E4C5F-43A8-4826-A803-561A54C15952}" srcId="{184AE8F1-D5A7-4EBC-8786-521D12DC7C46}" destId="{94A67B27-11A6-453C-B2B0-4EFDBE68D89D}" srcOrd="2" destOrd="0" parTransId="{77F2AAEC-4D58-446A-AB0C-DA1C70AD36D4}" sibTransId="{65D08A04-4A9A-471D-AAC6-3BA9E9ECA963}"/>
    <dgm:cxn modelId="{B3D72162-7665-4F0A-8919-9528DDAA1248}" type="presOf" srcId="{E25684DA-7E1E-4FE4-A507-7CCA2736CDBE}" destId="{D91C0145-05DB-4286-B926-925310C17292}" srcOrd="0" destOrd="0" presId="urn:microsoft.com/office/officeart/2005/8/layout/list1"/>
    <dgm:cxn modelId="{CD5C334A-C366-4DB0-8190-A53D1F71134E}" srcId="{184AE8F1-D5A7-4EBC-8786-521D12DC7C46}" destId="{F3D4B32B-06C4-4756-8E02-38B07FD5B4B3}" srcOrd="0" destOrd="0" parTransId="{C3AAE96E-A860-4A3E-9305-811A25E439AC}" sibTransId="{D4C19082-C4D8-4575-89DC-9A0BB5387C2D}"/>
    <dgm:cxn modelId="{06EF956D-58AC-468A-B02E-B42843FAAF26}" type="presOf" srcId="{94A67B27-11A6-453C-B2B0-4EFDBE68D89D}" destId="{92689CE6-742A-4F18-901D-B5294D843C9D}" srcOrd="0" destOrd="0" presId="urn:microsoft.com/office/officeart/2005/8/layout/list1"/>
    <dgm:cxn modelId="{1CD97376-977B-4463-8C64-8E58BC8E58FE}" type="presOf" srcId="{D9D21656-6EF1-4A34-B99C-CFB0E901392B}" destId="{86D6F01E-4384-44E7-99D8-FA6196493A40}" srcOrd="0" destOrd="0" presId="urn:microsoft.com/office/officeart/2005/8/layout/list1"/>
    <dgm:cxn modelId="{9F82E858-3969-4CBC-853B-B6DEDCFC3DB7}" type="presOf" srcId="{F3D4B32B-06C4-4756-8E02-38B07FD5B4B3}" destId="{2D91D6CE-CD80-4125-946A-F7B0A0AEF25B}" srcOrd="1" destOrd="0" presId="urn:microsoft.com/office/officeart/2005/8/layout/list1"/>
    <dgm:cxn modelId="{7D262885-BC85-4BCD-8F1B-E115B4CACD95}" type="presOf" srcId="{94A67B27-11A6-453C-B2B0-4EFDBE68D89D}" destId="{DD2C6DB5-2F6B-457B-AB9D-9A86DB2B2F51}" srcOrd="1" destOrd="0" presId="urn:microsoft.com/office/officeart/2005/8/layout/list1"/>
    <dgm:cxn modelId="{C7046D98-32B0-49A8-8C11-2FC4FCFF795C}" srcId="{184AE8F1-D5A7-4EBC-8786-521D12DC7C46}" destId="{E25684DA-7E1E-4FE4-A507-7CCA2736CDBE}" srcOrd="3" destOrd="0" parTransId="{E30E55D5-24CE-44A4-96EF-81092F68222E}" sibTransId="{F6E3BE21-E330-4EA7-BAE7-819CC6803D3D}"/>
    <dgm:cxn modelId="{5893599D-2A91-4BA9-AE60-9E6A90C1D927}" type="presOf" srcId="{D9D21656-6EF1-4A34-B99C-CFB0E901392B}" destId="{1494A803-555B-4D58-8BB5-609312EBE53F}" srcOrd="1" destOrd="0" presId="urn:microsoft.com/office/officeart/2005/8/layout/list1"/>
    <dgm:cxn modelId="{18EBE2B2-4787-405C-8BEB-C687360C3924}" type="presOf" srcId="{E25684DA-7E1E-4FE4-A507-7CCA2736CDBE}" destId="{44314C4A-6CDB-48F2-9FA4-214458D2D758}" srcOrd="1" destOrd="0" presId="urn:microsoft.com/office/officeart/2005/8/layout/list1"/>
    <dgm:cxn modelId="{7FB37ABB-5A5F-447F-BEED-4EC76E5F1E9C}" srcId="{184AE8F1-D5A7-4EBC-8786-521D12DC7C46}" destId="{D9D21656-6EF1-4A34-B99C-CFB0E901392B}" srcOrd="1" destOrd="0" parTransId="{374414F1-DC5A-4070-B920-E0442E7EF169}" sibTransId="{C011848E-D7C9-4F10-A65E-1CFE5A6ECCB1}"/>
    <dgm:cxn modelId="{7FD947C3-62E7-44A5-BBED-232B04F0297B}" type="presOf" srcId="{F74F727A-65E6-4C30-9397-5F64D09F4F32}" destId="{A2A8BB46-5578-4709-A541-4EDE3CC198E2}" srcOrd="1" destOrd="0" presId="urn:microsoft.com/office/officeart/2005/8/layout/list1"/>
    <dgm:cxn modelId="{A95118DE-094D-4814-9898-5689001F0821}" type="presOf" srcId="{F3D4B32B-06C4-4756-8E02-38B07FD5B4B3}" destId="{B3F778FF-F24E-41B8-944F-FC2163AADA1C}" srcOrd="0" destOrd="0" presId="urn:microsoft.com/office/officeart/2005/8/layout/list1"/>
    <dgm:cxn modelId="{77CC22FD-F418-4D85-9796-2F94ACCADF25}" type="presParOf" srcId="{65786480-FC10-4D04-B8DA-61A4B0A5DCA7}" destId="{889310CA-A885-45C0-9851-C1EACADB214E}" srcOrd="0" destOrd="0" presId="urn:microsoft.com/office/officeart/2005/8/layout/list1"/>
    <dgm:cxn modelId="{BA708801-6425-4BF5-A3A1-5AB955FDA011}" type="presParOf" srcId="{889310CA-A885-45C0-9851-C1EACADB214E}" destId="{B3F778FF-F24E-41B8-944F-FC2163AADA1C}" srcOrd="0" destOrd="0" presId="urn:microsoft.com/office/officeart/2005/8/layout/list1"/>
    <dgm:cxn modelId="{C8C6E81C-D9B4-4340-B8F8-9797C5A32B8B}" type="presParOf" srcId="{889310CA-A885-45C0-9851-C1EACADB214E}" destId="{2D91D6CE-CD80-4125-946A-F7B0A0AEF25B}" srcOrd="1" destOrd="0" presId="urn:microsoft.com/office/officeart/2005/8/layout/list1"/>
    <dgm:cxn modelId="{AC5127FB-B314-4DEE-841A-BD8ACB303E13}" type="presParOf" srcId="{65786480-FC10-4D04-B8DA-61A4B0A5DCA7}" destId="{C23F7D1E-C756-45F5-89BB-5646335B247B}" srcOrd="1" destOrd="0" presId="urn:microsoft.com/office/officeart/2005/8/layout/list1"/>
    <dgm:cxn modelId="{706B0808-8BBE-41E2-AB91-5BC742E79FCB}" type="presParOf" srcId="{65786480-FC10-4D04-B8DA-61A4B0A5DCA7}" destId="{A04A89F5-7919-4BB0-A8F6-53859609605A}" srcOrd="2" destOrd="0" presId="urn:microsoft.com/office/officeart/2005/8/layout/list1"/>
    <dgm:cxn modelId="{102D76FB-1998-496E-8B09-313B8CF02E9E}" type="presParOf" srcId="{65786480-FC10-4D04-B8DA-61A4B0A5DCA7}" destId="{A598B64E-A365-4E3E-B092-DA24A703829F}" srcOrd="3" destOrd="0" presId="urn:microsoft.com/office/officeart/2005/8/layout/list1"/>
    <dgm:cxn modelId="{2BDF7D2A-0912-4A3E-AF05-F707CBA5FD49}" type="presParOf" srcId="{65786480-FC10-4D04-B8DA-61A4B0A5DCA7}" destId="{CC5F51C6-9E6D-45F5-9EC1-F0A480248BC6}" srcOrd="4" destOrd="0" presId="urn:microsoft.com/office/officeart/2005/8/layout/list1"/>
    <dgm:cxn modelId="{3DBAD85E-34B6-4C51-B777-6242B1A74E1D}" type="presParOf" srcId="{CC5F51C6-9E6D-45F5-9EC1-F0A480248BC6}" destId="{86D6F01E-4384-44E7-99D8-FA6196493A40}" srcOrd="0" destOrd="0" presId="urn:microsoft.com/office/officeart/2005/8/layout/list1"/>
    <dgm:cxn modelId="{ED8C9A4A-5BDF-44B6-BB8F-A619CF9BDE62}" type="presParOf" srcId="{CC5F51C6-9E6D-45F5-9EC1-F0A480248BC6}" destId="{1494A803-555B-4D58-8BB5-609312EBE53F}" srcOrd="1" destOrd="0" presId="urn:microsoft.com/office/officeart/2005/8/layout/list1"/>
    <dgm:cxn modelId="{99CF9F36-D483-401E-B914-A8A701FF2F07}" type="presParOf" srcId="{65786480-FC10-4D04-B8DA-61A4B0A5DCA7}" destId="{E1C51929-A4CA-41C5-A714-0A0DF9D33AF5}" srcOrd="5" destOrd="0" presId="urn:microsoft.com/office/officeart/2005/8/layout/list1"/>
    <dgm:cxn modelId="{E38FFB00-24C9-49A1-B52A-867AA74EA51E}" type="presParOf" srcId="{65786480-FC10-4D04-B8DA-61A4B0A5DCA7}" destId="{714043A1-0692-490B-8FA7-0EB7D7429743}" srcOrd="6" destOrd="0" presId="urn:microsoft.com/office/officeart/2005/8/layout/list1"/>
    <dgm:cxn modelId="{62B52CCB-AF37-4DA0-9224-84BA1E8B911B}" type="presParOf" srcId="{65786480-FC10-4D04-B8DA-61A4B0A5DCA7}" destId="{52918490-9EED-42FA-B63F-27EE051174F2}" srcOrd="7" destOrd="0" presId="urn:microsoft.com/office/officeart/2005/8/layout/list1"/>
    <dgm:cxn modelId="{A0600DA0-EC89-4B37-A7DB-6703FD6D2E69}" type="presParOf" srcId="{65786480-FC10-4D04-B8DA-61A4B0A5DCA7}" destId="{7993A57C-BD8E-4E85-9EBE-652EDDB0D39A}" srcOrd="8" destOrd="0" presId="urn:microsoft.com/office/officeart/2005/8/layout/list1"/>
    <dgm:cxn modelId="{8313AF24-329D-445E-B66C-24529018536E}" type="presParOf" srcId="{7993A57C-BD8E-4E85-9EBE-652EDDB0D39A}" destId="{92689CE6-742A-4F18-901D-B5294D843C9D}" srcOrd="0" destOrd="0" presId="urn:microsoft.com/office/officeart/2005/8/layout/list1"/>
    <dgm:cxn modelId="{D83B2AC1-1555-475C-8EBC-E6D9DAB27A61}" type="presParOf" srcId="{7993A57C-BD8E-4E85-9EBE-652EDDB0D39A}" destId="{DD2C6DB5-2F6B-457B-AB9D-9A86DB2B2F51}" srcOrd="1" destOrd="0" presId="urn:microsoft.com/office/officeart/2005/8/layout/list1"/>
    <dgm:cxn modelId="{72158C74-372C-449F-9332-03FFAA5E40E5}" type="presParOf" srcId="{65786480-FC10-4D04-B8DA-61A4B0A5DCA7}" destId="{5A1D11C9-DE3B-4F17-98E4-8ABFA545BC0A}" srcOrd="9" destOrd="0" presId="urn:microsoft.com/office/officeart/2005/8/layout/list1"/>
    <dgm:cxn modelId="{7D392BA5-4E58-4795-9E63-C1E3652EB05E}" type="presParOf" srcId="{65786480-FC10-4D04-B8DA-61A4B0A5DCA7}" destId="{74625971-222A-4497-8CAE-AEF7556CEA36}" srcOrd="10" destOrd="0" presId="urn:microsoft.com/office/officeart/2005/8/layout/list1"/>
    <dgm:cxn modelId="{2404D687-0EAF-4B7C-809C-2D54722AD1A3}" type="presParOf" srcId="{65786480-FC10-4D04-B8DA-61A4B0A5DCA7}" destId="{53057C39-F2D4-4491-9377-7D6D5E28B34E}" srcOrd="11" destOrd="0" presId="urn:microsoft.com/office/officeart/2005/8/layout/list1"/>
    <dgm:cxn modelId="{6D311D53-0C4A-4FD6-92E5-B4DD2440B073}" type="presParOf" srcId="{65786480-FC10-4D04-B8DA-61A4B0A5DCA7}" destId="{A2A4B2A4-2CE0-4B4C-A609-6D9872874580}" srcOrd="12" destOrd="0" presId="urn:microsoft.com/office/officeart/2005/8/layout/list1"/>
    <dgm:cxn modelId="{5F02C7FE-5889-4848-B30D-0EC2BE13B741}" type="presParOf" srcId="{A2A4B2A4-2CE0-4B4C-A609-6D9872874580}" destId="{D91C0145-05DB-4286-B926-925310C17292}" srcOrd="0" destOrd="0" presId="urn:microsoft.com/office/officeart/2005/8/layout/list1"/>
    <dgm:cxn modelId="{64DBAD2C-9CBC-4102-8A24-E0BFEC4F62B5}" type="presParOf" srcId="{A2A4B2A4-2CE0-4B4C-A609-6D9872874580}" destId="{44314C4A-6CDB-48F2-9FA4-214458D2D758}" srcOrd="1" destOrd="0" presId="urn:microsoft.com/office/officeart/2005/8/layout/list1"/>
    <dgm:cxn modelId="{28AADD44-8FF7-406D-B606-E5AD56A3A5B1}" type="presParOf" srcId="{65786480-FC10-4D04-B8DA-61A4B0A5DCA7}" destId="{E96E2007-0218-49BD-BD57-E746A26F7D47}" srcOrd="13" destOrd="0" presId="urn:microsoft.com/office/officeart/2005/8/layout/list1"/>
    <dgm:cxn modelId="{DCE85E77-A397-472A-B0A6-10A2CA6E6B4C}" type="presParOf" srcId="{65786480-FC10-4D04-B8DA-61A4B0A5DCA7}" destId="{00C1891F-0781-44ED-93C0-78FAE83B02F1}" srcOrd="14" destOrd="0" presId="urn:microsoft.com/office/officeart/2005/8/layout/list1"/>
    <dgm:cxn modelId="{BC7CAA4F-BE31-44EA-B891-040BB724F796}" type="presParOf" srcId="{65786480-FC10-4D04-B8DA-61A4B0A5DCA7}" destId="{EFDA3DD3-BB8F-4A59-AAAD-6C0237361C19}" srcOrd="15" destOrd="0" presId="urn:microsoft.com/office/officeart/2005/8/layout/list1"/>
    <dgm:cxn modelId="{A67939FE-DF8E-430F-B19C-031A1C754211}" type="presParOf" srcId="{65786480-FC10-4D04-B8DA-61A4B0A5DCA7}" destId="{9A608697-4C62-4D07-8220-85A9E0AC6F2C}" srcOrd="16" destOrd="0" presId="urn:microsoft.com/office/officeart/2005/8/layout/list1"/>
    <dgm:cxn modelId="{25F69043-3581-493D-B9D1-825ACCA5917F}" type="presParOf" srcId="{9A608697-4C62-4D07-8220-85A9E0AC6F2C}" destId="{630674B2-D1FE-43F3-9811-DA37E10777AE}" srcOrd="0" destOrd="0" presId="urn:microsoft.com/office/officeart/2005/8/layout/list1"/>
    <dgm:cxn modelId="{09965C66-77CD-480D-A34D-402BFBDFACC0}" type="presParOf" srcId="{9A608697-4C62-4D07-8220-85A9E0AC6F2C}" destId="{A2A8BB46-5578-4709-A541-4EDE3CC198E2}" srcOrd="1" destOrd="0" presId="urn:microsoft.com/office/officeart/2005/8/layout/list1"/>
    <dgm:cxn modelId="{BE15F938-0769-4C49-90F1-0B45FE2808C7}" type="presParOf" srcId="{65786480-FC10-4D04-B8DA-61A4B0A5DCA7}" destId="{9AD22CFE-C557-4BB3-8CCD-07B80F389C5F}" srcOrd="17" destOrd="0" presId="urn:microsoft.com/office/officeart/2005/8/layout/list1"/>
    <dgm:cxn modelId="{7D4F4077-7C6C-4E04-8BB7-5A34693A7D96}" type="presParOf" srcId="{65786480-FC10-4D04-B8DA-61A4B0A5DCA7}" destId="{C9A4A968-1E08-4854-B136-9680E32934A6}" srcOrd="18"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CB3BEE5-53F2-4733-B4AF-B2CAC857105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CF957ABA-D878-4670-AB50-3A277AB58C5C}">
      <dgm:prSet/>
      <dgm:spPr/>
      <dgm:t>
        <a:bodyPr/>
        <a:lstStyle/>
        <a:p>
          <a:r>
            <a:rPr lang="hu-HU" b="0" i="0" baseline="0"/>
            <a:t>React komponens alapú rendszer</a:t>
          </a:r>
          <a:endParaRPr lang="en-GB"/>
        </a:p>
      </dgm:t>
    </dgm:pt>
    <dgm:pt modelId="{B0342562-3044-493C-8E62-CE1625F916D8}" type="parTrans" cxnId="{E434D1B0-A2B7-41AB-91EF-6F619858E5D6}">
      <dgm:prSet/>
      <dgm:spPr/>
      <dgm:t>
        <a:bodyPr/>
        <a:lstStyle/>
        <a:p>
          <a:endParaRPr lang="hu-HU"/>
        </a:p>
      </dgm:t>
    </dgm:pt>
    <dgm:pt modelId="{92661573-7E06-4A2E-A3D0-237A24A503D8}" type="sibTrans" cxnId="{E434D1B0-A2B7-41AB-91EF-6F619858E5D6}">
      <dgm:prSet/>
      <dgm:spPr/>
      <dgm:t>
        <a:bodyPr/>
        <a:lstStyle/>
        <a:p>
          <a:endParaRPr lang="hu-HU"/>
        </a:p>
      </dgm:t>
    </dgm:pt>
    <dgm:pt modelId="{A1BEBE5E-90E8-415F-A2F0-1984A708A76F}">
      <dgm:prSet/>
      <dgm:spPr/>
      <dgm:t>
        <a:bodyPr/>
        <a:lstStyle/>
        <a:p>
          <a:r>
            <a:rPr lang="hu-HU" b="0" i="0" baseline="0"/>
            <a:t>Külön oldalak és újrahasznosítható komponensek</a:t>
          </a:r>
          <a:endParaRPr lang="en-GB"/>
        </a:p>
      </dgm:t>
    </dgm:pt>
    <dgm:pt modelId="{715E3240-8B96-4902-8A86-B33FC1C69494}" type="parTrans" cxnId="{008DA436-6DA8-40AA-90E3-A2F54DEE44B6}">
      <dgm:prSet/>
      <dgm:spPr/>
      <dgm:t>
        <a:bodyPr/>
        <a:lstStyle/>
        <a:p>
          <a:endParaRPr lang="hu-HU"/>
        </a:p>
      </dgm:t>
    </dgm:pt>
    <dgm:pt modelId="{6BD6AEBA-C6CE-47A8-8EA0-EAC33B1401F5}" type="sibTrans" cxnId="{008DA436-6DA8-40AA-90E3-A2F54DEE44B6}">
      <dgm:prSet/>
      <dgm:spPr/>
      <dgm:t>
        <a:bodyPr/>
        <a:lstStyle/>
        <a:p>
          <a:endParaRPr lang="hu-HU"/>
        </a:p>
      </dgm:t>
    </dgm:pt>
    <dgm:pt modelId="{054285D3-1323-4198-81AE-76C254D53D25}">
      <dgm:prSet/>
      <dgm:spPr/>
      <dgm:t>
        <a:bodyPr/>
        <a:lstStyle/>
        <a:p>
          <a:r>
            <a:rPr lang="hu-HU" b="0" i="0" baseline="0"/>
            <a:t>useAuth és useAdat context</a:t>
          </a:r>
          <a:endParaRPr lang="en-GB"/>
        </a:p>
      </dgm:t>
    </dgm:pt>
    <dgm:pt modelId="{B627CDD9-9DB7-477A-9FA4-B5161F7427E9}" type="parTrans" cxnId="{AEDF1D93-F54B-4AA1-9A68-C1BF3E8C0FAF}">
      <dgm:prSet/>
      <dgm:spPr/>
      <dgm:t>
        <a:bodyPr/>
        <a:lstStyle/>
        <a:p>
          <a:endParaRPr lang="hu-HU"/>
        </a:p>
      </dgm:t>
    </dgm:pt>
    <dgm:pt modelId="{1EF085F3-F55A-4C88-8CBA-8E419DF7B8FD}" type="sibTrans" cxnId="{AEDF1D93-F54B-4AA1-9A68-C1BF3E8C0FAF}">
      <dgm:prSet/>
      <dgm:spPr/>
      <dgm:t>
        <a:bodyPr/>
        <a:lstStyle/>
        <a:p>
          <a:endParaRPr lang="hu-HU"/>
        </a:p>
      </dgm:t>
    </dgm:pt>
    <dgm:pt modelId="{A3CA9B6F-2AAB-444A-926E-BBBA1E11CF59}">
      <dgm:prSet/>
      <dgm:spPr/>
      <dgm:t>
        <a:bodyPr/>
        <a:lstStyle/>
        <a:p>
          <a:r>
            <a:rPr lang="hu-HU" b="0" i="0" baseline="0"/>
            <a:t>Modalok, kártyák, csillagos értékelés</a:t>
          </a:r>
          <a:endParaRPr lang="en-GB"/>
        </a:p>
      </dgm:t>
    </dgm:pt>
    <dgm:pt modelId="{026617B2-EE89-497D-A5B3-CD4CBE3E7FF9}" type="parTrans" cxnId="{9E70F1F0-AA04-4BCF-ABB9-5FAEA98EAC2E}">
      <dgm:prSet/>
      <dgm:spPr/>
      <dgm:t>
        <a:bodyPr/>
        <a:lstStyle/>
        <a:p>
          <a:endParaRPr lang="hu-HU"/>
        </a:p>
      </dgm:t>
    </dgm:pt>
    <dgm:pt modelId="{6F9A6C88-188E-41A5-95E2-4EB7F2AD6F7F}" type="sibTrans" cxnId="{9E70F1F0-AA04-4BCF-ABB9-5FAEA98EAC2E}">
      <dgm:prSet/>
      <dgm:spPr/>
      <dgm:t>
        <a:bodyPr/>
        <a:lstStyle/>
        <a:p>
          <a:endParaRPr lang="hu-HU"/>
        </a:p>
      </dgm:t>
    </dgm:pt>
    <dgm:pt modelId="{80EF74F3-59D4-43BF-8A97-34565ACEB7CE}">
      <dgm:prSet/>
      <dgm:spPr/>
      <dgm:t>
        <a:bodyPr/>
        <a:lstStyle/>
        <a:p>
          <a:r>
            <a:rPr lang="hu-HU" b="0" i="0" baseline="0"/>
            <a:t>Reszponzív navbar és mobil menü</a:t>
          </a:r>
          <a:endParaRPr lang="en-GB"/>
        </a:p>
      </dgm:t>
    </dgm:pt>
    <dgm:pt modelId="{49242A45-3F28-479D-B8C8-4611B24F051B}" type="parTrans" cxnId="{75C7F158-FD9F-41E7-A0C7-FDEC3C35395C}">
      <dgm:prSet/>
      <dgm:spPr/>
      <dgm:t>
        <a:bodyPr/>
        <a:lstStyle/>
        <a:p>
          <a:endParaRPr lang="hu-HU"/>
        </a:p>
      </dgm:t>
    </dgm:pt>
    <dgm:pt modelId="{3BC46CC8-5F5D-45C1-B398-01A052AA9EF7}" type="sibTrans" cxnId="{75C7F158-FD9F-41E7-A0C7-FDEC3C35395C}">
      <dgm:prSet/>
      <dgm:spPr/>
      <dgm:t>
        <a:bodyPr/>
        <a:lstStyle/>
        <a:p>
          <a:endParaRPr lang="hu-HU"/>
        </a:p>
      </dgm:t>
    </dgm:pt>
    <dgm:pt modelId="{16DF29DD-CA70-49E3-81F8-ECBCB0FEB18C}" type="pres">
      <dgm:prSet presAssocID="{CCB3BEE5-53F2-4733-B4AF-B2CAC857105A}" presName="linear" presStyleCnt="0">
        <dgm:presLayoutVars>
          <dgm:animLvl val="lvl"/>
          <dgm:resizeHandles val="exact"/>
        </dgm:presLayoutVars>
      </dgm:prSet>
      <dgm:spPr/>
    </dgm:pt>
    <dgm:pt modelId="{FA63A55D-D5E9-41D4-9E9F-A8D23D86AFB5}" type="pres">
      <dgm:prSet presAssocID="{CF957ABA-D878-4670-AB50-3A277AB58C5C}" presName="parentText" presStyleLbl="node1" presStyleIdx="0" presStyleCnt="5">
        <dgm:presLayoutVars>
          <dgm:chMax val="0"/>
          <dgm:bulletEnabled val="1"/>
        </dgm:presLayoutVars>
      </dgm:prSet>
      <dgm:spPr/>
    </dgm:pt>
    <dgm:pt modelId="{8521F394-74A5-4812-BD9A-65F6BB343BA1}" type="pres">
      <dgm:prSet presAssocID="{92661573-7E06-4A2E-A3D0-237A24A503D8}" presName="spacer" presStyleCnt="0"/>
      <dgm:spPr/>
    </dgm:pt>
    <dgm:pt modelId="{0C24B4B2-55E4-47D7-B555-E1BE3942DF8C}" type="pres">
      <dgm:prSet presAssocID="{A1BEBE5E-90E8-415F-A2F0-1984A708A76F}" presName="parentText" presStyleLbl="node1" presStyleIdx="1" presStyleCnt="5">
        <dgm:presLayoutVars>
          <dgm:chMax val="0"/>
          <dgm:bulletEnabled val="1"/>
        </dgm:presLayoutVars>
      </dgm:prSet>
      <dgm:spPr/>
    </dgm:pt>
    <dgm:pt modelId="{F48B6C3A-6254-4941-A14D-C068B53397CB}" type="pres">
      <dgm:prSet presAssocID="{6BD6AEBA-C6CE-47A8-8EA0-EAC33B1401F5}" presName="spacer" presStyleCnt="0"/>
      <dgm:spPr/>
    </dgm:pt>
    <dgm:pt modelId="{E025151C-BA1C-4389-A021-3A6D2A1C6510}" type="pres">
      <dgm:prSet presAssocID="{054285D3-1323-4198-81AE-76C254D53D25}" presName="parentText" presStyleLbl="node1" presStyleIdx="2" presStyleCnt="5">
        <dgm:presLayoutVars>
          <dgm:chMax val="0"/>
          <dgm:bulletEnabled val="1"/>
        </dgm:presLayoutVars>
      </dgm:prSet>
      <dgm:spPr/>
    </dgm:pt>
    <dgm:pt modelId="{1C6C74FC-21E4-41E7-82F4-4C047A3BA786}" type="pres">
      <dgm:prSet presAssocID="{1EF085F3-F55A-4C88-8CBA-8E419DF7B8FD}" presName="spacer" presStyleCnt="0"/>
      <dgm:spPr/>
    </dgm:pt>
    <dgm:pt modelId="{6BA20413-FAF6-4E8C-B93B-D247D2EEE0A2}" type="pres">
      <dgm:prSet presAssocID="{A3CA9B6F-2AAB-444A-926E-BBBA1E11CF59}" presName="parentText" presStyleLbl="node1" presStyleIdx="3" presStyleCnt="5">
        <dgm:presLayoutVars>
          <dgm:chMax val="0"/>
          <dgm:bulletEnabled val="1"/>
        </dgm:presLayoutVars>
      </dgm:prSet>
      <dgm:spPr/>
    </dgm:pt>
    <dgm:pt modelId="{D854944E-F877-4C2D-B217-FB171A720E00}" type="pres">
      <dgm:prSet presAssocID="{6F9A6C88-188E-41A5-95E2-4EB7F2AD6F7F}" presName="spacer" presStyleCnt="0"/>
      <dgm:spPr/>
    </dgm:pt>
    <dgm:pt modelId="{8B78EE90-8BE8-46D5-B614-5DFF2A0DB5FA}" type="pres">
      <dgm:prSet presAssocID="{80EF74F3-59D4-43BF-8A97-34565ACEB7CE}" presName="parentText" presStyleLbl="node1" presStyleIdx="4" presStyleCnt="5">
        <dgm:presLayoutVars>
          <dgm:chMax val="0"/>
          <dgm:bulletEnabled val="1"/>
        </dgm:presLayoutVars>
      </dgm:prSet>
      <dgm:spPr/>
    </dgm:pt>
  </dgm:ptLst>
  <dgm:cxnLst>
    <dgm:cxn modelId="{008DA436-6DA8-40AA-90E3-A2F54DEE44B6}" srcId="{CCB3BEE5-53F2-4733-B4AF-B2CAC857105A}" destId="{A1BEBE5E-90E8-415F-A2F0-1984A708A76F}" srcOrd="1" destOrd="0" parTransId="{715E3240-8B96-4902-8A86-B33FC1C69494}" sibTransId="{6BD6AEBA-C6CE-47A8-8EA0-EAC33B1401F5}"/>
    <dgm:cxn modelId="{96386A3F-85DF-4C03-BBDF-4A45D9F920A2}" type="presOf" srcId="{CF957ABA-D878-4670-AB50-3A277AB58C5C}" destId="{FA63A55D-D5E9-41D4-9E9F-A8D23D86AFB5}" srcOrd="0" destOrd="0" presId="urn:microsoft.com/office/officeart/2005/8/layout/vList2"/>
    <dgm:cxn modelId="{1B727A66-3B57-4C3D-8FD7-00D207B84C58}" type="presOf" srcId="{A1BEBE5E-90E8-415F-A2F0-1984A708A76F}" destId="{0C24B4B2-55E4-47D7-B555-E1BE3942DF8C}" srcOrd="0" destOrd="0" presId="urn:microsoft.com/office/officeart/2005/8/layout/vList2"/>
    <dgm:cxn modelId="{FA652147-8290-4CD6-BB5F-020F8FC9B598}" type="presOf" srcId="{CCB3BEE5-53F2-4733-B4AF-B2CAC857105A}" destId="{16DF29DD-CA70-49E3-81F8-ECBCB0FEB18C}" srcOrd="0" destOrd="0" presId="urn:microsoft.com/office/officeart/2005/8/layout/vList2"/>
    <dgm:cxn modelId="{75C7F158-FD9F-41E7-A0C7-FDEC3C35395C}" srcId="{CCB3BEE5-53F2-4733-B4AF-B2CAC857105A}" destId="{80EF74F3-59D4-43BF-8A97-34565ACEB7CE}" srcOrd="4" destOrd="0" parTransId="{49242A45-3F28-479D-B8C8-4611B24F051B}" sibTransId="{3BC46CC8-5F5D-45C1-B398-01A052AA9EF7}"/>
    <dgm:cxn modelId="{95C3407E-AD44-4892-BDAB-FF394446A4AF}" type="presOf" srcId="{054285D3-1323-4198-81AE-76C254D53D25}" destId="{E025151C-BA1C-4389-A021-3A6D2A1C6510}" srcOrd="0" destOrd="0" presId="urn:microsoft.com/office/officeart/2005/8/layout/vList2"/>
    <dgm:cxn modelId="{AEDF1D93-F54B-4AA1-9A68-C1BF3E8C0FAF}" srcId="{CCB3BEE5-53F2-4733-B4AF-B2CAC857105A}" destId="{054285D3-1323-4198-81AE-76C254D53D25}" srcOrd="2" destOrd="0" parTransId="{B627CDD9-9DB7-477A-9FA4-B5161F7427E9}" sibTransId="{1EF085F3-F55A-4C88-8CBA-8E419DF7B8FD}"/>
    <dgm:cxn modelId="{8E3291AF-4523-4D62-9B8F-E8559E03A9E5}" type="presOf" srcId="{A3CA9B6F-2AAB-444A-926E-BBBA1E11CF59}" destId="{6BA20413-FAF6-4E8C-B93B-D247D2EEE0A2}" srcOrd="0" destOrd="0" presId="urn:microsoft.com/office/officeart/2005/8/layout/vList2"/>
    <dgm:cxn modelId="{E434D1B0-A2B7-41AB-91EF-6F619858E5D6}" srcId="{CCB3BEE5-53F2-4733-B4AF-B2CAC857105A}" destId="{CF957ABA-D878-4670-AB50-3A277AB58C5C}" srcOrd="0" destOrd="0" parTransId="{B0342562-3044-493C-8E62-CE1625F916D8}" sibTransId="{92661573-7E06-4A2E-A3D0-237A24A503D8}"/>
    <dgm:cxn modelId="{834EABD9-6DA5-4348-9D96-D8172D1F2496}" type="presOf" srcId="{80EF74F3-59D4-43BF-8A97-34565ACEB7CE}" destId="{8B78EE90-8BE8-46D5-B614-5DFF2A0DB5FA}" srcOrd="0" destOrd="0" presId="urn:microsoft.com/office/officeart/2005/8/layout/vList2"/>
    <dgm:cxn modelId="{9E70F1F0-AA04-4BCF-ABB9-5FAEA98EAC2E}" srcId="{CCB3BEE5-53F2-4733-B4AF-B2CAC857105A}" destId="{A3CA9B6F-2AAB-444A-926E-BBBA1E11CF59}" srcOrd="3" destOrd="0" parTransId="{026617B2-EE89-497D-A5B3-CD4CBE3E7FF9}" sibTransId="{6F9A6C88-188E-41A5-95E2-4EB7F2AD6F7F}"/>
    <dgm:cxn modelId="{4878ACC2-52B3-4831-85AF-0499CF172DED}" type="presParOf" srcId="{16DF29DD-CA70-49E3-81F8-ECBCB0FEB18C}" destId="{FA63A55D-D5E9-41D4-9E9F-A8D23D86AFB5}" srcOrd="0" destOrd="0" presId="urn:microsoft.com/office/officeart/2005/8/layout/vList2"/>
    <dgm:cxn modelId="{03C1B2FF-B44A-472E-9F89-0A27651C4EDD}" type="presParOf" srcId="{16DF29DD-CA70-49E3-81F8-ECBCB0FEB18C}" destId="{8521F394-74A5-4812-BD9A-65F6BB343BA1}" srcOrd="1" destOrd="0" presId="urn:microsoft.com/office/officeart/2005/8/layout/vList2"/>
    <dgm:cxn modelId="{B4281472-F069-40DD-A4DF-A0CB3280B983}" type="presParOf" srcId="{16DF29DD-CA70-49E3-81F8-ECBCB0FEB18C}" destId="{0C24B4B2-55E4-47D7-B555-E1BE3942DF8C}" srcOrd="2" destOrd="0" presId="urn:microsoft.com/office/officeart/2005/8/layout/vList2"/>
    <dgm:cxn modelId="{227AF530-8DC7-47E8-8719-EBA8E8AB48A4}" type="presParOf" srcId="{16DF29DD-CA70-49E3-81F8-ECBCB0FEB18C}" destId="{F48B6C3A-6254-4941-A14D-C068B53397CB}" srcOrd="3" destOrd="0" presId="urn:microsoft.com/office/officeart/2005/8/layout/vList2"/>
    <dgm:cxn modelId="{6BD907AC-7D29-4EA6-9FC5-D74D1D9CE947}" type="presParOf" srcId="{16DF29DD-CA70-49E3-81F8-ECBCB0FEB18C}" destId="{E025151C-BA1C-4389-A021-3A6D2A1C6510}" srcOrd="4" destOrd="0" presId="urn:microsoft.com/office/officeart/2005/8/layout/vList2"/>
    <dgm:cxn modelId="{25B30424-EE1D-4AEE-8AB8-E66FDD4DB880}" type="presParOf" srcId="{16DF29DD-CA70-49E3-81F8-ECBCB0FEB18C}" destId="{1C6C74FC-21E4-41E7-82F4-4C047A3BA786}" srcOrd="5" destOrd="0" presId="urn:microsoft.com/office/officeart/2005/8/layout/vList2"/>
    <dgm:cxn modelId="{19294981-273F-43A7-A66B-938F471C81F3}" type="presParOf" srcId="{16DF29DD-CA70-49E3-81F8-ECBCB0FEB18C}" destId="{6BA20413-FAF6-4E8C-B93B-D247D2EEE0A2}" srcOrd="6" destOrd="0" presId="urn:microsoft.com/office/officeart/2005/8/layout/vList2"/>
    <dgm:cxn modelId="{DC85FE21-AE8F-4054-B9AC-5130455E3A3B}" type="presParOf" srcId="{16DF29DD-CA70-49E3-81F8-ECBCB0FEB18C}" destId="{D854944E-F877-4C2D-B217-FB171A720E00}" srcOrd="7" destOrd="0" presId="urn:microsoft.com/office/officeart/2005/8/layout/vList2"/>
    <dgm:cxn modelId="{1CE1A2D3-54D5-4F56-8F44-4AE23BAC05CD}" type="presParOf" srcId="{16DF29DD-CA70-49E3-81F8-ECBCB0FEB18C}" destId="{8B78EE90-8BE8-46D5-B614-5DFF2A0DB5FA}"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BD66A3C7-0730-4FB5-91CA-E3A557183C84}" type="doc">
      <dgm:prSet loTypeId="urn:microsoft.com/office/officeart/2008/layout/LinedList" loCatId="list" qsTypeId="urn:microsoft.com/office/officeart/2005/8/quickstyle/simple4" qsCatId="simple" csTypeId="urn:microsoft.com/office/officeart/2005/8/colors/colorful1" csCatId="colorful" phldr="1"/>
      <dgm:spPr/>
      <dgm:t>
        <a:bodyPr/>
        <a:lstStyle/>
        <a:p>
          <a:endParaRPr lang="en-US"/>
        </a:p>
      </dgm:t>
    </dgm:pt>
    <dgm:pt modelId="{25C00A0F-667F-4FA4-A527-178D83CDA70F}">
      <dgm:prSet/>
      <dgm:spPr/>
      <dgm:t>
        <a:bodyPr/>
        <a:lstStyle/>
        <a:p>
          <a:r>
            <a:rPr lang="hu-HU" b="0" i="0" baseline="0"/>
            <a:t>Profil szerkesztése, profilkép</a:t>
          </a:r>
          <a:endParaRPr lang="en-US"/>
        </a:p>
      </dgm:t>
    </dgm:pt>
    <dgm:pt modelId="{84927E03-0701-4088-A265-E0FE1C526C90}" type="parTrans" cxnId="{FF6F78EF-73E5-4D87-B765-0683F3B4905C}">
      <dgm:prSet/>
      <dgm:spPr/>
      <dgm:t>
        <a:bodyPr/>
        <a:lstStyle/>
        <a:p>
          <a:endParaRPr lang="en-US"/>
        </a:p>
      </dgm:t>
    </dgm:pt>
    <dgm:pt modelId="{DC81A335-EB94-4634-A862-BEEF81907185}" type="sibTrans" cxnId="{FF6F78EF-73E5-4D87-B765-0683F3B4905C}">
      <dgm:prSet/>
      <dgm:spPr/>
      <dgm:t>
        <a:bodyPr/>
        <a:lstStyle/>
        <a:p>
          <a:endParaRPr lang="en-US"/>
        </a:p>
      </dgm:t>
    </dgm:pt>
    <dgm:pt modelId="{DECD322D-AEA3-48C3-B236-B4A9BA14B011}">
      <dgm:prSet/>
      <dgm:spPr/>
      <dgm:t>
        <a:bodyPr/>
        <a:lstStyle/>
        <a:p>
          <a:r>
            <a:rPr lang="hu-HU" b="0" i="0" baseline="0"/>
            <a:t>Fórum témák és hozzászólások</a:t>
          </a:r>
          <a:endParaRPr lang="en-US"/>
        </a:p>
      </dgm:t>
    </dgm:pt>
    <dgm:pt modelId="{34E1861F-39D4-4629-84A6-0194D986A9EB}" type="parTrans" cxnId="{CA31DCC5-C103-4C1A-9885-2CD11BA7CC6D}">
      <dgm:prSet/>
      <dgm:spPr/>
      <dgm:t>
        <a:bodyPr/>
        <a:lstStyle/>
        <a:p>
          <a:endParaRPr lang="en-US"/>
        </a:p>
      </dgm:t>
    </dgm:pt>
    <dgm:pt modelId="{8D163FC0-8E06-4C4E-AB28-F5976BDE5D16}" type="sibTrans" cxnId="{CA31DCC5-C103-4C1A-9885-2CD11BA7CC6D}">
      <dgm:prSet/>
      <dgm:spPr/>
      <dgm:t>
        <a:bodyPr/>
        <a:lstStyle/>
        <a:p>
          <a:endParaRPr lang="en-US"/>
        </a:p>
      </dgm:t>
    </dgm:pt>
    <dgm:pt modelId="{DABA18E9-65A8-4135-ABF1-38E0E56D984A}">
      <dgm:prSet/>
      <dgm:spPr/>
      <dgm:t>
        <a:bodyPr/>
        <a:lstStyle/>
        <a:p>
          <a:r>
            <a:rPr lang="hu-HU" b="0" i="0" baseline="0" dirty="0"/>
            <a:t>Építési napló blokkokkal</a:t>
          </a:r>
          <a:endParaRPr lang="en-US" dirty="0"/>
        </a:p>
      </dgm:t>
    </dgm:pt>
    <dgm:pt modelId="{FE3C30AC-9CDF-4175-BBAD-54B9EE969EA8}" type="parTrans" cxnId="{20704A86-47F1-4FDA-BE2A-C1A5D0247992}">
      <dgm:prSet/>
      <dgm:spPr/>
      <dgm:t>
        <a:bodyPr/>
        <a:lstStyle/>
        <a:p>
          <a:endParaRPr lang="en-US"/>
        </a:p>
      </dgm:t>
    </dgm:pt>
    <dgm:pt modelId="{5C7717AC-BB4E-426F-9DF2-5A5E0C684779}" type="sibTrans" cxnId="{20704A86-47F1-4FDA-BE2A-C1A5D0247992}">
      <dgm:prSet/>
      <dgm:spPr/>
      <dgm:t>
        <a:bodyPr/>
        <a:lstStyle/>
        <a:p>
          <a:endParaRPr lang="en-US"/>
        </a:p>
      </dgm:t>
    </dgm:pt>
    <dgm:pt modelId="{917FC7DB-D486-458A-817B-84E3A870357F}">
      <dgm:prSet/>
      <dgm:spPr/>
      <dgm:t>
        <a:bodyPr/>
        <a:lstStyle/>
        <a:p>
          <a:r>
            <a:rPr lang="hu-HU" b="0" i="0" baseline="0" dirty="0"/>
            <a:t>Szerepkörfüggő felület</a:t>
          </a:r>
          <a:endParaRPr lang="en-US" dirty="0"/>
        </a:p>
      </dgm:t>
    </dgm:pt>
    <dgm:pt modelId="{06F0EE44-0801-45FC-B90D-BC05DD688468}" type="parTrans" cxnId="{3DA61983-FEDF-49B8-A9D3-72275EBC3460}">
      <dgm:prSet/>
      <dgm:spPr/>
      <dgm:t>
        <a:bodyPr/>
        <a:lstStyle/>
        <a:p>
          <a:endParaRPr lang="en-US"/>
        </a:p>
      </dgm:t>
    </dgm:pt>
    <dgm:pt modelId="{07F041F7-8F5C-480D-9410-9ED06D63D79D}" type="sibTrans" cxnId="{3DA61983-FEDF-49B8-A9D3-72275EBC3460}">
      <dgm:prSet/>
      <dgm:spPr/>
      <dgm:t>
        <a:bodyPr/>
        <a:lstStyle/>
        <a:p>
          <a:endParaRPr lang="en-US"/>
        </a:p>
      </dgm:t>
    </dgm:pt>
    <dgm:pt modelId="{FCA085A0-6BAD-4230-8142-127EE3D39B58}" type="pres">
      <dgm:prSet presAssocID="{BD66A3C7-0730-4FB5-91CA-E3A557183C84}" presName="vert0" presStyleCnt="0">
        <dgm:presLayoutVars>
          <dgm:dir/>
          <dgm:animOne val="branch"/>
          <dgm:animLvl val="lvl"/>
        </dgm:presLayoutVars>
      </dgm:prSet>
      <dgm:spPr/>
    </dgm:pt>
    <dgm:pt modelId="{D48BB082-E05F-4DD6-802B-B30E68F7425F}" type="pres">
      <dgm:prSet presAssocID="{25C00A0F-667F-4FA4-A527-178D83CDA70F}" presName="thickLine" presStyleLbl="alignNode1" presStyleIdx="0" presStyleCnt="4"/>
      <dgm:spPr/>
    </dgm:pt>
    <dgm:pt modelId="{CB730ABD-55F2-48ED-A887-AC49965A3026}" type="pres">
      <dgm:prSet presAssocID="{25C00A0F-667F-4FA4-A527-178D83CDA70F}" presName="horz1" presStyleCnt="0"/>
      <dgm:spPr/>
    </dgm:pt>
    <dgm:pt modelId="{DD227D38-6802-4243-B67D-2FF4C9842243}" type="pres">
      <dgm:prSet presAssocID="{25C00A0F-667F-4FA4-A527-178D83CDA70F}" presName="tx1" presStyleLbl="revTx" presStyleIdx="0" presStyleCnt="4"/>
      <dgm:spPr/>
    </dgm:pt>
    <dgm:pt modelId="{9738517E-384F-4B49-BB44-6D290F3C5D48}" type="pres">
      <dgm:prSet presAssocID="{25C00A0F-667F-4FA4-A527-178D83CDA70F}" presName="vert1" presStyleCnt="0"/>
      <dgm:spPr/>
    </dgm:pt>
    <dgm:pt modelId="{AD69286C-1F4A-44FD-832A-8CAE54E16A81}" type="pres">
      <dgm:prSet presAssocID="{DECD322D-AEA3-48C3-B236-B4A9BA14B011}" presName="thickLine" presStyleLbl="alignNode1" presStyleIdx="1" presStyleCnt="4"/>
      <dgm:spPr/>
    </dgm:pt>
    <dgm:pt modelId="{D36E721F-5A73-4334-B4FA-2E64548C7FAC}" type="pres">
      <dgm:prSet presAssocID="{DECD322D-AEA3-48C3-B236-B4A9BA14B011}" presName="horz1" presStyleCnt="0"/>
      <dgm:spPr/>
    </dgm:pt>
    <dgm:pt modelId="{BE5817CD-E099-4329-A6F8-F7C8CC730CBA}" type="pres">
      <dgm:prSet presAssocID="{DECD322D-AEA3-48C3-B236-B4A9BA14B011}" presName="tx1" presStyleLbl="revTx" presStyleIdx="1" presStyleCnt="4"/>
      <dgm:spPr/>
    </dgm:pt>
    <dgm:pt modelId="{B80FF33B-19D3-4A65-9E90-8FD437FD1FAB}" type="pres">
      <dgm:prSet presAssocID="{DECD322D-AEA3-48C3-B236-B4A9BA14B011}" presName="vert1" presStyleCnt="0"/>
      <dgm:spPr/>
    </dgm:pt>
    <dgm:pt modelId="{7A4F1D6A-DBB4-4A0E-AF58-E2094CBD1767}" type="pres">
      <dgm:prSet presAssocID="{DABA18E9-65A8-4135-ABF1-38E0E56D984A}" presName="thickLine" presStyleLbl="alignNode1" presStyleIdx="2" presStyleCnt="4"/>
      <dgm:spPr/>
    </dgm:pt>
    <dgm:pt modelId="{8FA87E1A-500F-4605-B438-53B9919EC63E}" type="pres">
      <dgm:prSet presAssocID="{DABA18E9-65A8-4135-ABF1-38E0E56D984A}" presName="horz1" presStyleCnt="0"/>
      <dgm:spPr/>
    </dgm:pt>
    <dgm:pt modelId="{B73CA87A-4662-44FD-92C7-C2D33632BC95}" type="pres">
      <dgm:prSet presAssocID="{DABA18E9-65A8-4135-ABF1-38E0E56D984A}" presName="tx1" presStyleLbl="revTx" presStyleIdx="2" presStyleCnt="4"/>
      <dgm:spPr/>
    </dgm:pt>
    <dgm:pt modelId="{119096B8-D1A2-497B-B1B9-BCBF2B4CFEB2}" type="pres">
      <dgm:prSet presAssocID="{DABA18E9-65A8-4135-ABF1-38E0E56D984A}" presName="vert1" presStyleCnt="0"/>
      <dgm:spPr/>
    </dgm:pt>
    <dgm:pt modelId="{66BA995A-CE44-47CB-A678-E0717990EE34}" type="pres">
      <dgm:prSet presAssocID="{917FC7DB-D486-458A-817B-84E3A870357F}" presName="thickLine" presStyleLbl="alignNode1" presStyleIdx="3" presStyleCnt="4"/>
      <dgm:spPr/>
    </dgm:pt>
    <dgm:pt modelId="{231605AC-A63D-4113-A81D-EE74118410D1}" type="pres">
      <dgm:prSet presAssocID="{917FC7DB-D486-458A-817B-84E3A870357F}" presName="horz1" presStyleCnt="0"/>
      <dgm:spPr/>
    </dgm:pt>
    <dgm:pt modelId="{791F7DE8-1232-4D9D-B51C-24E9220C73A6}" type="pres">
      <dgm:prSet presAssocID="{917FC7DB-D486-458A-817B-84E3A870357F}" presName="tx1" presStyleLbl="revTx" presStyleIdx="3" presStyleCnt="4"/>
      <dgm:spPr/>
    </dgm:pt>
    <dgm:pt modelId="{F30BEE3C-1571-4A52-8266-6B25D4FC63AE}" type="pres">
      <dgm:prSet presAssocID="{917FC7DB-D486-458A-817B-84E3A870357F}" presName="vert1" presStyleCnt="0"/>
      <dgm:spPr/>
    </dgm:pt>
  </dgm:ptLst>
  <dgm:cxnLst>
    <dgm:cxn modelId="{EF70E602-5755-489D-BDAA-643ECC0CE5D9}" type="presOf" srcId="{917FC7DB-D486-458A-817B-84E3A870357F}" destId="{791F7DE8-1232-4D9D-B51C-24E9220C73A6}" srcOrd="0" destOrd="0" presId="urn:microsoft.com/office/officeart/2008/layout/LinedList"/>
    <dgm:cxn modelId="{996E7905-4514-4915-BC63-14C72EA303FC}" type="presOf" srcId="{BD66A3C7-0730-4FB5-91CA-E3A557183C84}" destId="{FCA085A0-6BAD-4230-8142-127EE3D39B58}" srcOrd="0" destOrd="0" presId="urn:microsoft.com/office/officeart/2008/layout/LinedList"/>
    <dgm:cxn modelId="{3DA61983-FEDF-49B8-A9D3-72275EBC3460}" srcId="{BD66A3C7-0730-4FB5-91CA-E3A557183C84}" destId="{917FC7DB-D486-458A-817B-84E3A870357F}" srcOrd="3" destOrd="0" parTransId="{06F0EE44-0801-45FC-B90D-BC05DD688468}" sibTransId="{07F041F7-8F5C-480D-9410-9ED06D63D79D}"/>
    <dgm:cxn modelId="{20704A86-47F1-4FDA-BE2A-C1A5D0247992}" srcId="{BD66A3C7-0730-4FB5-91CA-E3A557183C84}" destId="{DABA18E9-65A8-4135-ABF1-38E0E56D984A}" srcOrd="2" destOrd="0" parTransId="{FE3C30AC-9CDF-4175-BBAD-54B9EE969EA8}" sibTransId="{5C7717AC-BB4E-426F-9DF2-5A5E0C684779}"/>
    <dgm:cxn modelId="{557B7597-2262-4CAC-81BC-A2B4366A86A5}" type="presOf" srcId="{DABA18E9-65A8-4135-ABF1-38E0E56D984A}" destId="{B73CA87A-4662-44FD-92C7-C2D33632BC95}" srcOrd="0" destOrd="0" presId="urn:microsoft.com/office/officeart/2008/layout/LinedList"/>
    <dgm:cxn modelId="{CA31DCC5-C103-4C1A-9885-2CD11BA7CC6D}" srcId="{BD66A3C7-0730-4FB5-91CA-E3A557183C84}" destId="{DECD322D-AEA3-48C3-B236-B4A9BA14B011}" srcOrd="1" destOrd="0" parTransId="{34E1861F-39D4-4629-84A6-0194D986A9EB}" sibTransId="{8D163FC0-8E06-4C4E-AB28-F5976BDE5D16}"/>
    <dgm:cxn modelId="{6A137CCD-84F5-4D6D-B08A-F9CA0FAE0B63}" type="presOf" srcId="{DECD322D-AEA3-48C3-B236-B4A9BA14B011}" destId="{BE5817CD-E099-4329-A6F8-F7C8CC730CBA}" srcOrd="0" destOrd="0" presId="urn:microsoft.com/office/officeart/2008/layout/LinedList"/>
    <dgm:cxn modelId="{B84C04CE-90AC-4DD1-973C-757EF03649A6}" type="presOf" srcId="{25C00A0F-667F-4FA4-A527-178D83CDA70F}" destId="{DD227D38-6802-4243-B67D-2FF4C9842243}" srcOrd="0" destOrd="0" presId="urn:microsoft.com/office/officeart/2008/layout/LinedList"/>
    <dgm:cxn modelId="{FF6F78EF-73E5-4D87-B765-0683F3B4905C}" srcId="{BD66A3C7-0730-4FB5-91CA-E3A557183C84}" destId="{25C00A0F-667F-4FA4-A527-178D83CDA70F}" srcOrd="0" destOrd="0" parTransId="{84927E03-0701-4088-A265-E0FE1C526C90}" sibTransId="{DC81A335-EB94-4634-A862-BEEF81907185}"/>
    <dgm:cxn modelId="{34E6D69E-2043-4242-94F8-B5FBE72AAE62}" type="presParOf" srcId="{FCA085A0-6BAD-4230-8142-127EE3D39B58}" destId="{D48BB082-E05F-4DD6-802B-B30E68F7425F}" srcOrd="0" destOrd="0" presId="urn:microsoft.com/office/officeart/2008/layout/LinedList"/>
    <dgm:cxn modelId="{FB56F032-604A-4B7E-985A-22C7AB7EA528}" type="presParOf" srcId="{FCA085A0-6BAD-4230-8142-127EE3D39B58}" destId="{CB730ABD-55F2-48ED-A887-AC49965A3026}" srcOrd="1" destOrd="0" presId="urn:microsoft.com/office/officeart/2008/layout/LinedList"/>
    <dgm:cxn modelId="{74ABE7DB-EEC5-45DA-942E-B3AB141F6232}" type="presParOf" srcId="{CB730ABD-55F2-48ED-A887-AC49965A3026}" destId="{DD227D38-6802-4243-B67D-2FF4C9842243}" srcOrd="0" destOrd="0" presId="urn:microsoft.com/office/officeart/2008/layout/LinedList"/>
    <dgm:cxn modelId="{D93132F9-E450-43FA-B34A-295CD84C6EC6}" type="presParOf" srcId="{CB730ABD-55F2-48ED-A887-AC49965A3026}" destId="{9738517E-384F-4B49-BB44-6D290F3C5D48}" srcOrd="1" destOrd="0" presId="urn:microsoft.com/office/officeart/2008/layout/LinedList"/>
    <dgm:cxn modelId="{71E84355-D5DE-4118-AAD1-C2E367E3C0A6}" type="presParOf" srcId="{FCA085A0-6BAD-4230-8142-127EE3D39B58}" destId="{AD69286C-1F4A-44FD-832A-8CAE54E16A81}" srcOrd="2" destOrd="0" presId="urn:microsoft.com/office/officeart/2008/layout/LinedList"/>
    <dgm:cxn modelId="{6DFFF973-D063-4970-BB34-0508F7D3F183}" type="presParOf" srcId="{FCA085A0-6BAD-4230-8142-127EE3D39B58}" destId="{D36E721F-5A73-4334-B4FA-2E64548C7FAC}" srcOrd="3" destOrd="0" presId="urn:microsoft.com/office/officeart/2008/layout/LinedList"/>
    <dgm:cxn modelId="{187AD674-5E56-4476-81CA-9CC60F8B0F9A}" type="presParOf" srcId="{D36E721F-5A73-4334-B4FA-2E64548C7FAC}" destId="{BE5817CD-E099-4329-A6F8-F7C8CC730CBA}" srcOrd="0" destOrd="0" presId="urn:microsoft.com/office/officeart/2008/layout/LinedList"/>
    <dgm:cxn modelId="{B13F94BF-0854-42B3-82E4-79BAD0B97634}" type="presParOf" srcId="{D36E721F-5A73-4334-B4FA-2E64548C7FAC}" destId="{B80FF33B-19D3-4A65-9E90-8FD437FD1FAB}" srcOrd="1" destOrd="0" presId="urn:microsoft.com/office/officeart/2008/layout/LinedList"/>
    <dgm:cxn modelId="{2FF8DFC3-31AA-406E-BAD2-8804B99F49BC}" type="presParOf" srcId="{FCA085A0-6BAD-4230-8142-127EE3D39B58}" destId="{7A4F1D6A-DBB4-4A0E-AF58-E2094CBD1767}" srcOrd="4" destOrd="0" presId="urn:microsoft.com/office/officeart/2008/layout/LinedList"/>
    <dgm:cxn modelId="{081236BB-B8E1-4427-B46E-AFCE1BE3AA32}" type="presParOf" srcId="{FCA085A0-6BAD-4230-8142-127EE3D39B58}" destId="{8FA87E1A-500F-4605-B438-53B9919EC63E}" srcOrd="5" destOrd="0" presId="urn:microsoft.com/office/officeart/2008/layout/LinedList"/>
    <dgm:cxn modelId="{880BDD4F-0D2F-485B-B131-BF951C05D8EB}" type="presParOf" srcId="{8FA87E1A-500F-4605-B438-53B9919EC63E}" destId="{B73CA87A-4662-44FD-92C7-C2D33632BC95}" srcOrd="0" destOrd="0" presId="urn:microsoft.com/office/officeart/2008/layout/LinedList"/>
    <dgm:cxn modelId="{73FE3BF7-EE57-48BC-BF2F-E5D4450915D1}" type="presParOf" srcId="{8FA87E1A-500F-4605-B438-53B9919EC63E}" destId="{119096B8-D1A2-497B-B1B9-BCBF2B4CFEB2}" srcOrd="1" destOrd="0" presId="urn:microsoft.com/office/officeart/2008/layout/LinedList"/>
    <dgm:cxn modelId="{C90AA2C3-CC13-4C5F-B9E3-BF1D03AB8ACE}" type="presParOf" srcId="{FCA085A0-6BAD-4230-8142-127EE3D39B58}" destId="{66BA995A-CE44-47CB-A678-E0717990EE34}" srcOrd="6" destOrd="0" presId="urn:microsoft.com/office/officeart/2008/layout/LinedList"/>
    <dgm:cxn modelId="{9F85EEE9-5B2B-4BBE-9681-056CF181FCD4}" type="presParOf" srcId="{FCA085A0-6BAD-4230-8142-127EE3D39B58}" destId="{231605AC-A63D-4113-A81D-EE74118410D1}" srcOrd="7" destOrd="0" presId="urn:microsoft.com/office/officeart/2008/layout/LinedList"/>
    <dgm:cxn modelId="{DBB63BA5-7C6F-4AB8-8C89-15984D7AD9AC}" type="presParOf" srcId="{231605AC-A63D-4113-A81D-EE74118410D1}" destId="{791F7DE8-1232-4D9D-B51C-24E9220C73A6}" srcOrd="0" destOrd="0" presId="urn:microsoft.com/office/officeart/2008/layout/LinedList"/>
    <dgm:cxn modelId="{B726310E-D109-4223-8511-D7C0372070CB}" type="presParOf" srcId="{231605AC-A63D-4113-A81D-EE74118410D1}" destId="{F30BEE3C-1571-4A52-8266-6B25D4FC63AE}"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BB9D320F-B5EB-4169-A471-C8A5E9C66AB8}" type="doc">
      <dgm:prSet loTypeId="urn:microsoft.com/office/officeart/2005/8/layout/default" loCatId="list" qsTypeId="urn:microsoft.com/office/officeart/2005/8/quickstyle/simple4" qsCatId="simple" csTypeId="urn:microsoft.com/office/officeart/2005/8/colors/accent1_2" csCatId="accent1"/>
      <dgm:spPr/>
      <dgm:t>
        <a:bodyPr/>
        <a:lstStyle/>
        <a:p>
          <a:endParaRPr lang="en-US"/>
        </a:p>
      </dgm:t>
    </dgm:pt>
    <dgm:pt modelId="{B835ED72-97B3-41D9-99EC-BE4901B9B0D4}">
      <dgm:prSet/>
      <dgm:spPr/>
      <dgm:t>
        <a:bodyPr/>
        <a:lstStyle/>
        <a:p>
          <a:r>
            <a:rPr lang="hu-HU" b="0" i="0" baseline="0"/>
            <a:t>Sötét, modern megjelenés</a:t>
          </a:r>
          <a:endParaRPr lang="en-US"/>
        </a:p>
      </dgm:t>
    </dgm:pt>
    <dgm:pt modelId="{713A5988-73F6-46E6-8C26-3680F2A7D769}" type="parTrans" cxnId="{330C10BD-4970-4422-B924-3EE60BECFAC5}">
      <dgm:prSet/>
      <dgm:spPr/>
      <dgm:t>
        <a:bodyPr/>
        <a:lstStyle/>
        <a:p>
          <a:endParaRPr lang="en-US"/>
        </a:p>
      </dgm:t>
    </dgm:pt>
    <dgm:pt modelId="{6FE9C346-2493-4EBD-8F6E-DAA0CEAB27FD}" type="sibTrans" cxnId="{330C10BD-4970-4422-B924-3EE60BECFAC5}">
      <dgm:prSet/>
      <dgm:spPr/>
      <dgm:t>
        <a:bodyPr/>
        <a:lstStyle/>
        <a:p>
          <a:endParaRPr lang="en-US"/>
        </a:p>
      </dgm:t>
    </dgm:pt>
    <dgm:pt modelId="{7FAFFF25-3A74-49A6-A673-51BDF639466F}">
      <dgm:prSet/>
      <dgm:spPr/>
      <dgm:t>
        <a:bodyPr/>
        <a:lstStyle/>
        <a:p>
          <a:r>
            <a:rPr lang="hu-HU" b="0" i="0" baseline="0"/>
            <a:t>CSS változók</a:t>
          </a:r>
          <a:endParaRPr lang="en-US"/>
        </a:p>
      </dgm:t>
    </dgm:pt>
    <dgm:pt modelId="{CB287C82-2E77-4D45-AFDC-7C41DED00DB4}" type="parTrans" cxnId="{4F2A97D3-DA52-439B-9D8E-3AD672404886}">
      <dgm:prSet/>
      <dgm:spPr/>
      <dgm:t>
        <a:bodyPr/>
        <a:lstStyle/>
        <a:p>
          <a:endParaRPr lang="en-US"/>
        </a:p>
      </dgm:t>
    </dgm:pt>
    <dgm:pt modelId="{DD3F86AF-E406-4736-82E4-800B0BC5F080}" type="sibTrans" cxnId="{4F2A97D3-DA52-439B-9D8E-3AD672404886}">
      <dgm:prSet/>
      <dgm:spPr/>
      <dgm:t>
        <a:bodyPr/>
        <a:lstStyle/>
        <a:p>
          <a:endParaRPr lang="en-US"/>
        </a:p>
      </dgm:t>
    </dgm:pt>
    <dgm:pt modelId="{DC94FF67-C19C-4310-8565-69C691C212D4}">
      <dgm:prSet/>
      <dgm:spPr/>
      <dgm:t>
        <a:bodyPr/>
        <a:lstStyle/>
        <a:p>
          <a:r>
            <a:rPr lang="hu-HU" b="0" i="0" baseline="0"/>
            <a:t>Card alapú layout</a:t>
          </a:r>
          <a:endParaRPr lang="en-US"/>
        </a:p>
      </dgm:t>
    </dgm:pt>
    <dgm:pt modelId="{A8C614FA-F729-456D-9813-41BADC61398E}" type="parTrans" cxnId="{C545CE3A-23C7-47BC-B5C0-A06C2B0A4CDA}">
      <dgm:prSet/>
      <dgm:spPr/>
      <dgm:t>
        <a:bodyPr/>
        <a:lstStyle/>
        <a:p>
          <a:endParaRPr lang="en-US"/>
        </a:p>
      </dgm:t>
    </dgm:pt>
    <dgm:pt modelId="{4B33D008-C25B-4819-BE65-D032CB123D7D}" type="sibTrans" cxnId="{C545CE3A-23C7-47BC-B5C0-A06C2B0A4CDA}">
      <dgm:prSet/>
      <dgm:spPr/>
      <dgm:t>
        <a:bodyPr/>
        <a:lstStyle/>
        <a:p>
          <a:endParaRPr lang="en-US"/>
        </a:p>
      </dgm:t>
    </dgm:pt>
    <dgm:pt modelId="{0727CDFE-0A2C-412B-A1E0-B9F1D7B563C6}">
      <dgm:prSet/>
      <dgm:spPr/>
      <dgm:t>
        <a:bodyPr/>
        <a:lstStyle/>
        <a:p>
          <a:r>
            <a:rPr lang="hu-HU" b="0" i="0" baseline="0"/>
            <a:t>Hover effektek, státusz-pill-ek</a:t>
          </a:r>
          <a:endParaRPr lang="en-US"/>
        </a:p>
      </dgm:t>
    </dgm:pt>
    <dgm:pt modelId="{61D35AA8-ADD0-4F04-B980-1FD58925B106}" type="parTrans" cxnId="{27F41460-F8BB-4F04-AC93-2C511FD004AA}">
      <dgm:prSet/>
      <dgm:spPr/>
      <dgm:t>
        <a:bodyPr/>
        <a:lstStyle/>
        <a:p>
          <a:endParaRPr lang="en-US"/>
        </a:p>
      </dgm:t>
    </dgm:pt>
    <dgm:pt modelId="{CEEE35E8-DE75-4021-9F01-9CCCCDC27261}" type="sibTrans" cxnId="{27F41460-F8BB-4F04-AC93-2C511FD004AA}">
      <dgm:prSet/>
      <dgm:spPr/>
      <dgm:t>
        <a:bodyPr/>
        <a:lstStyle/>
        <a:p>
          <a:endParaRPr lang="en-US"/>
        </a:p>
      </dgm:t>
    </dgm:pt>
    <dgm:pt modelId="{4F57DB78-AD06-4846-9247-5484412CF995}">
      <dgm:prSet/>
      <dgm:spPr/>
      <dgm:t>
        <a:bodyPr/>
        <a:lstStyle/>
        <a:p>
          <a:r>
            <a:rPr lang="hu-HU" b="0" i="0" baseline="0"/>
            <a:t>Mobil nézet támogatása</a:t>
          </a:r>
          <a:endParaRPr lang="en-US"/>
        </a:p>
      </dgm:t>
    </dgm:pt>
    <dgm:pt modelId="{A31E54DE-4375-41BD-83B7-ADCF1963C1C1}" type="parTrans" cxnId="{E443CD6A-02AE-4C54-A440-8CFBDBF0F6E0}">
      <dgm:prSet/>
      <dgm:spPr/>
      <dgm:t>
        <a:bodyPr/>
        <a:lstStyle/>
        <a:p>
          <a:endParaRPr lang="en-US"/>
        </a:p>
      </dgm:t>
    </dgm:pt>
    <dgm:pt modelId="{B9E074BB-61E6-4BD8-BDE5-5F044588DDCA}" type="sibTrans" cxnId="{E443CD6A-02AE-4C54-A440-8CFBDBF0F6E0}">
      <dgm:prSet/>
      <dgm:spPr/>
      <dgm:t>
        <a:bodyPr/>
        <a:lstStyle/>
        <a:p>
          <a:endParaRPr lang="en-US"/>
        </a:p>
      </dgm:t>
    </dgm:pt>
    <dgm:pt modelId="{05FC91FA-BAEF-4FA0-A1D7-26E16956DBB0}" type="pres">
      <dgm:prSet presAssocID="{BB9D320F-B5EB-4169-A471-C8A5E9C66AB8}" presName="diagram" presStyleCnt="0">
        <dgm:presLayoutVars>
          <dgm:dir/>
          <dgm:resizeHandles val="exact"/>
        </dgm:presLayoutVars>
      </dgm:prSet>
      <dgm:spPr/>
    </dgm:pt>
    <dgm:pt modelId="{11BA9323-3618-416D-ABBD-67EE8838CA3D}" type="pres">
      <dgm:prSet presAssocID="{B835ED72-97B3-41D9-99EC-BE4901B9B0D4}" presName="node" presStyleLbl="node1" presStyleIdx="0" presStyleCnt="5">
        <dgm:presLayoutVars>
          <dgm:bulletEnabled val="1"/>
        </dgm:presLayoutVars>
      </dgm:prSet>
      <dgm:spPr/>
    </dgm:pt>
    <dgm:pt modelId="{EA7D3B3F-831A-427E-9929-2B5DC498286B}" type="pres">
      <dgm:prSet presAssocID="{6FE9C346-2493-4EBD-8F6E-DAA0CEAB27FD}" presName="sibTrans" presStyleCnt="0"/>
      <dgm:spPr/>
    </dgm:pt>
    <dgm:pt modelId="{E1B1A7AA-03F6-4432-85D7-B5BCB544E991}" type="pres">
      <dgm:prSet presAssocID="{7FAFFF25-3A74-49A6-A673-51BDF639466F}" presName="node" presStyleLbl="node1" presStyleIdx="1" presStyleCnt="5">
        <dgm:presLayoutVars>
          <dgm:bulletEnabled val="1"/>
        </dgm:presLayoutVars>
      </dgm:prSet>
      <dgm:spPr/>
    </dgm:pt>
    <dgm:pt modelId="{F55C3FE1-4F57-408F-A6F2-57AE131BA678}" type="pres">
      <dgm:prSet presAssocID="{DD3F86AF-E406-4736-82E4-800B0BC5F080}" presName="sibTrans" presStyleCnt="0"/>
      <dgm:spPr/>
    </dgm:pt>
    <dgm:pt modelId="{827B3190-8E14-4643-9018-E819245F7834}" type="pres">
      <dgm:prSet presAssocID="{DC94FF67-C19C-4310-8565-69C691C212D4}" presName="node" presStyleLbl="node1" presStyleIdx="2" presStyleCnt="5">
        <dgm:presLayoutVars>
          <dgm:bulletEnabled val="1"/>
        </dgm:presLayoutVars>
      </dgm:prSet>
      <dgm:spPr/>
    </dgm:pt>
    <dgm:pt modelId="{41B75B74-3981-4A7E-9643-B603F22CE2A5}" type="pres">
      <dgm:prSet presAssocID="{4B33D008-C25B-4819-BE65-D032CB123D7D}" presName="sibTrans" presStyleCnt="0"/>
      <dgm:spPr/>
    </dgm:pt>
    <dgm:pt modelId="{8D195DF9-60E1-4771-A97D-85C02D8592EB}" type="pres">
      <dgm:prSet presAssocID="{0727CDFE-0A2C-412B-A1E0-B9F1D7B563C6}" presName="node" presStyleLbl="node1" presStyleIdx="3" presStyleCnt="5">
        <dgm:presLayoutVars>
          <dgm:bulletEnabled val="1"/>
        </dgm:presLayoutVars>
      </dgm:prSet>
      <dgm:spPr/>
    </dgm:pt>
    <dgm:pt modelId="{A65B9F9C-9918-43FA-A49D-D6A8B6A4BF82}" type="pres">
      <dgm:prSet presAssocID="{CEEE35E8-DE75-4021-9F01-9CCCCDC27261}" presName="sibTrans" presStyleCnt="0"/>
      <dgm:spPr/>
    </dgm:pt>
    <dgm:pt modelId="{8A178E18-DE92-4D64-AEAA-4D4879290C47}" type="pres">
      <dgm:prSet presAssocID="{4F57DB78-AD06-4846-9247-5484412CF995}" presName="node" presStyleLbl="node1" presStyleIdx="4" presStyleCnt="5">
        <dgm:presLayoutVars>
          <dgm:bulletEnabled val="1"/>
        </dgm:presLayoutVars>
      </dgm:prSet>
      <dgm:spPr/>
    </dgm:pt>
  </dgm:ptLst>
  <dgm:cxnLst>
    <dgm:cxn modelId="{072DC808-A1E2-4A82-8F73-B1FF99F31C54}" type="presOf" srcId="{7FAFFF25-3A74-49A6-A673-51BDF639466F}" destId="{E1B1A7AA-03F6-4432-85D7-B5BCB544E991}" srcOrd="0" destOrd="0" presId="urn:microsoft.com/office/officeart/2005/8/layout/default"/>
    <dgm:cxn modelId="{C545CE3A-23C7-47BC-B5C0-A06C2B0A4CDA}" srcId="{BB9D320F-B5EB-4169-A471-C8A5E9C66AB8}" destId="{DC94FF67-C19C-4310-8565-69C691C212D4}" srcOrd="2" destOrd="0" parTransId="{A8C614FA-F729-456D-9813-41BADC61398E}" sibTransId="{4B33D008-C25B-4819-BE65-D032CB123D7D}"/>
    <dgm:cxn modelId="{27F41460-F8BB-4F04-AC93-2C511FD004AA}" srcId="{BB9D320F-B5EB-4169-A471-C8A5E9C66AB8}" destId="{0727CDFE-0A2C-412B-A1E0-B9F1D7B563C6}" srcOrd="3" destOrd="0" parTransId="{61D35AA8-ADD0-4F04-B980-1FD58925B106}" sibTransId="{CEEE35E8-DE75-4021-9F01-9CCCCDC27261}"/>
    <dgm:cxn modelId="{E443CD6A-02AE-4C54-A440-8CFBDBF0F6E0}" srcId="{BB9D320F-B5EB-4169-A471-C8A5E9C66AB8}" destId="{4F57DB78-AD06-4846-9247-5484412CF995}" srcOrd="4" destOrd="0" parTransId="{A31E54DE-4375-41BD-83B7-ADCF1963C1C1}" sibTransId="{B9E074BB-61E6-4BD8-BDE5-5F044588DDCA}"/>
    <dgm:cxn modelId="{486982A4-1D61-4BF0-A6C0-226B3601D569}" type="presOf" srcId="{BB9D320F-B5EB-4169-A471-C8A5E9C66AB8}" destId="{05FC91FA-BAEF-4FA0-A1D7-26E16956DBB0}" srcOrd="0" destOrd="0" presId="urn:microsoft.com/office/officeart/2005/8/layout/default"/>
    <dgm:cxn modelId="{FAA5E0BC-749F-4F83-8C35-08EF85C72AE8}" type="presOf" srcId="{4F57DB78-AD06-4846-9247-5484412CF995}" destId="{8A178E18-DE92-4D64-AEAA-4D4879290C47}" srcOrd="0" destOrd="0" presId="urn:microsoft.com/office/officeart/2005/8/layout/default"/>
    <dgm:cxn modelId="{330C10BD-4970-4422-B924-3EE60BECFAC5}" srcId="{BB9D320F-B5EB-4169-A471-C8A5E9C66AB8}" destId="{B835ED72-97B3-41D9-99EC-BE4901B9B0D4}" srcOrd="0" destOrd="0" parTransId="{713A5988-73F6-46E6-8C26-3680F2A7D769}" sibTransId="{6FE9C346-2493-4EBD-8F6E-DAA0CEAB27FD}"/>
    <dgm:cxn modelId="{85BE9EC6-41CC-48FC-B7EB-1C55B7A67FE3}" type="presOf" srcId="{0727CDFE-0A2C-412B-A1E0-B9F1D7B563C6}" destId="{8D195DF9-60E1-4771-A97D-85C02D8592EB}" srcOrd="0" destOrd="0" presId="urn:microsoft.com/office/officeart/2005/8/layout/default"/>
    <dgm:cxn modelId="{4F2A97D3-DA52-439B-9D8E-3AD672404886}" srcId="{BB9D320F-B5EB-4169-A471-C8A5E9C66AB8}" destId="{7FAFFF25-3A74-49A6-A673-51BDF639466F}" srcOrd="1" destOrd="0" parTransId="{CB287C82-2E77-4D45-AFDC-7C41DED00DB4}" sibTransId="{DD3F86AF-E406-4736-82E4-800B0BC5F080}"/>
    <dgm:cxn modelId="{70AFFBE4-32AA-4DAE-8025-605D57568AC8}" type="presOf" srcId="{DC94FF67-C19C-4310-8565-69C691C212D4}" destId="{827B3190-8E14-4643-9018-E819245F7834}" srcOrd="0" destOrd="0" presId="urn:microsoft.com/office/officeart/2005/8/layout/default"/>
    <dgm:cxn modelId="{E80987EF-24F7-4A4B-B689-3F1F45A9BA37}" type="presOf" srcId="{B835ED72-97B3-41D9-99EC-BE4901B9B0D4}" destId="{11BA9323-3618-416D-ABBD-67EE8838CA3D}" srcOrd="0" destOrd="0" presId="urn:microsoft.com/office/officeart/2005/8/layout/default"/>
    <dgm:cxn modelId="{989786AE-FA66-41F9-8534-B54807FB8EFC}" type="presParOf" srcId="{05FC91FA-BAEF-4FA0-A1D7-26E16956DBB0}" destId="{11BA9323-3618-416D-ABBD-67EE8838CA3D}" srcOrd="0" destOrd="0" presId="urn:microsoft.com/office/officeart/2005/8/layout/default"/>
    <dgm:cxn modelId="{EF02E3F9-4257-4365-8AA7-99BF5B6ECD8D}" type="presParOf" srcId="{05FC91FA-BAEF-4FA0-A1D7-26E16956DBB0}" destId="{EA7D3B3F-831A-427E-9929-2B5DC498286B}" srcOrd="1" destOrd="0" presId="urn:microsoft.com/office/officeart/2005/8/layout/default"/>
    <dgm:cxn modelId="{3D1D4822-AA0B-4DF3-8158-14719A39EDB4}" type="presParOf" srcId="{05FC91FA-BAEF-4FA0-A1D7-26E16956DBB0}" destId="{E1B1A7AA-03F6-4432-85D7-B5BCB544E991}" srcOrd="2" destOrd="0" presId="urn:microsoft.com/office/officeart/2005/8/layout/default"/>
    <dgm:cxn modelId="{39993F3D-8F40-4E39-BC88-01D628253BA8}" type="presParOf" srcId="{05FC91FA-BAEF-4FA0-A1D7-26E16956DBB0}" destId="{F55C3FE1-4F57-408F-A6F2-57AE131BA678}" srcOrd="3" destOrd="0" presId="urn:microsoft.com/office/officeart/2005/8/layout/default"/>
    <dgm:cxn modelId="{A9BFD152-F9DD-46D3-B64C-9945A1D5EBA7}" type="presParOf" srcId="{05FC91FA-BAEF-4FA0-A1D7-26E16956DBB0}" destId="{827B3190-8E14-4643-9018-E819245F7834}" srcOrd="4" destOrd="0" presId="urn:microsoft.com/office/officeart/2005/8/layout/default"/>
    <dgm:cxn modelId="{BF396950-5C57-446B-9419-48B3949AC113}" type="presParOf" srcId="{05FC91FA-BAEF-4FA0-A1D7-26E16956DBB0}" destId="{41B75B74-3981-4A7E-9643-B603F22CE2A5}" srcOrd="5" destOrd="0" presId="urn:microsoft.com/office/officeart/2005/8/layout/default"/>
    <dgm:cxn modelId="{5E715F86-4C79-41B8-8218-609C6B0694FB}" type="presParOf" srcId="{05FC91FA-BAEF-4FA0-A1D7-26E16956DBB0}" destId="{8D195DF9-60E1-4771-A97D-85C02D8592EB}" srcOrd="6" destOrd="0" presId="urn:microsoft.com/office/officeart/2005/8/layout/default"/>
    <dgm:cxn modelId="{19632D5E-42B7-4AB1-900C-7091AB685D48}" type="presParOf" srcId="{05FC91FA-BAEF-4FA0-A1D7-26E16956DBB0}" destId="{A65B9F9C-9918-43FA-A49D-D6A8B6A4BF82}" srcOrd="7" destOrd="0" presId="urn:microsoft.com/office/officeart/2005/8/layout/default"/>
    <dgm:cxn modelId="{B8F7886D-2725-4BC0-8414-128E12C4F168}" type="presParOf" srcId="{05FC91FA-BAEF-4FA0-A1D7-26E16956DBB0}" destId="{8A178E18-DE92-4D64-AEAA-4D4879290C47}" srcOrd="8"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A73E0797-90F8-476B-A533-B31EBAE2EB77}"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0BD27C50-11DD-4EEC-8A9E-E7D50EF3AAE1}">
      <dgm:prSet/>
      <dgm:spPr/>
      <dgm:t>
        <a:bodyPr/>
        <a:lstStyle/>
        <a:p>
          <a:r>
            <a:rPr lang="hu-HU" b="0" i="0" baseline="0"/>
            <a:t>Express szerver</a:t>
          </a:r>
          <a:endParaRPr lang="en-GB"/>
        </a:p>
      </dgm:t>
    </dgm:pt>
    <dgm:pt modelId="{E13319F1-6D04-4178-8B46-E5D846B9DDFE}" type="parTrans" cxnId="{AAB1BC26-11BF-48C8-B50D-1512AC545737}">
      <dgm:prSet/>
      <dgm:spPr/>
      <dgm:t>
        <a:bodyPr/>
        <a:lstStyle/>
        <a:p>
          <a:endParaRPr lang="hu-HU"/>
        </a:p>
      </dgm:t>
    </dgm:pt>
    <dgm:pt modelId="{D5EA8F84-C993-403A-A0A8-61AA61B452D6}" type="sibTrans" cxnId="{AAB1BC26-11BF-48C8-B50D-1512AC545737}">
      <dgm:prSet/>
      <dgm:spPr/>
      <dgm:t>
        <a:bodyPr/>
        <a:lstStyle/>
        <a:p>
          <a:endParaRPr lang="hu-HU"/>
        </a:p>
      </dgm:t>
    </dgm:pt>
    <dgm:pt modelId="{C1286B13-6C2B-4A4C-87BA-8DCDC62CE9F5}">
      <dgm:prSet/>
      <dgm:spPr/>
      <dgm:t>
        <a:bodyPr/>
        <a:lstStyle/>
        <a:p>
          <a:r>
            <a:rPr lang="hu-HU" b="0" i="0" baseline="0"/>
            <a:t>Route-modulokra bontott felépítés</a:t>
          </a:r>
          <a:endParaRPr lang="en-GB"/>
        </a:p>
      </dgm:t>
    </dgm:pt>
    <dgm:pt modelId="{03001AD4-E3DF-43B6-8D8D-931C5ACC5579}" type="parTrans" cxnId="{0BD6E8C9-C494-41B0-98CC-D955B995438A}">
      <dgm:prSet/>
      <dgm:spPr/>
      <dgm:t>
        <a:bodyPr/>
        <a:lstStyle/>
        <a:p>
          <a:endParaRPr lang="hu-HU"/>
        </a:p>
      </dgm:t>
    </dgm:pt>
    <dgm:pt modelId="{5D612AF5-2BA5-41C1-B9EC-DECBAEEEDAD5}" type="sibTrans" cxnId="{0BD6E8C9-C494-41B0-98CC-D955B995438A}">
      <dgm:prSet/>
      <dgm:spPr/>
      <dgm:t>
        <a:bodyPr/>
        <a:lstStyle/>
        <a:p>
          <a:endParaRPr lang="hu-HU"/>
        </a:p>
      </dgm:t>
    </dgm:pt>
    <dgm:pt modelId="{813FDB3F-1DA6-4E16-80DA-D4FA857950B4}">
      <dgm:prSet/>
      <dgm:spPr/>
      <dgm:t>
        <a:bodyPr/>
        <a:lstStyle/>
        <a:p>
          <a:r>
            <a:rPr lang="hu-HU" b="0" i="0" baseline="0"/>
            <a:t>Middleware-ek</a:t>
          </a:r>
          <a:endParaRPr lang="en-GB"/>
        </a:p>
      </dgm:t>
    </dgm:pt>
    <dgm:pt modelId="{13B9A600-270A-4EDF-A168-8202A61C5EAB}" type="parTrans" cxnId="{DFF53A46-D1B6-4D01-9769-4E213B81738E}">
      <dgm:prSet/>
      <dgm:spPr/>
      <dgm:t>
        <a:bodyPr/>
        <a:lstStyle/>
        <a:p>
          <a:endParaRPr lang="hu-HU"/>
        </a:p>
      </dgm:t>
    </dgm:pt>
    <dgm:pt modelId="{12B67B44-C011-489D-85B3-245EE6915859}" type="sibTrans" cxnId="{DFF53A46-D1B6-4D01-9769-4E213B81738E}">
      <dgm:prSet/>
      <dgm:spPr/>
      <dgm:t>
        <a:bodyPr/>
        <a:lstStyle/>
        <a:p>
          <a:endParaRPr lang="hu-HU"/>
        </a:p>
      </dgm:t>
    </dgm:pt>
    <dgm:pt modelId="{58C7C2F8-5171-4D19-B6FD-E30D332F6145}">
      <dgm:prSet/>
      <dgm:spPr/>
      <dgm:t>
        <a:bodyPr/>
        <a:lstStyle/>
        <a:p>
          <a:r>
            <a:rPr lang="hu-HU" b="0" i="0" baseline="0"/>
            <a:t>MySQL kapcsolat poolon keresztül</a:t>
          </a:r>
          <a:endParaRPr lang="en-GB"/>
        </a:p>
      </dgm:t>
    </dgm:pt>
    <dgm:pt modelId="{DCADF330-2FE7-42CB-9326-732628915AB5}" type="parTrans" cxnId="{39A88664-7F0B-4F11-9D80-840911C7927A}">
      <dgm:prSet/>
      <dgm:spPr/>
      <dgm:t>
        <a:bodyPr/>
        <a:lstStyle/>
        <a:p>
          <a:endParaRPr lang="hu-HU"/>
        </a:p>
      </dgm:t>
    </dgm:pt>
    <dgm:pt modelId="{92CD9DC8-45CC-4253-B715-7CC02F90FE7B}" type="sibTrans" cxnId="{39A88664-7F0B-4F11-9D80-840911C7927A}">
      <dgm:prSet/>
      <dgm:spPr/>
      <dgm:t>
        <a:bodyPr/>
        <a:lstStyle/>
        <a:p>
          <a:endParaRPr lang="hu-HU"/>
        </a:p>
      </dgm:t>
    </dgm:pt>
    <dgm:pt modelId="{C90443B0-7A26-4155-BC7A-9E0E89861AA9}" type="pres">
      <dgm:prSet presAssocID="{A73E0797-90F8-476B-A533-B31EBAE2EB77}" presName="linear" presStyleCnt="0">
        <dgm:presLayoutVars>
          <dgm:animLvl val="lvl"/>
          <dgm:resizeHandles val="exact"/>
        </dgm:presLayoutVars>
      </dgm:prSet>
      <dgm:spPr/>
    </dgm:pt>
    <dgm:pt modelId="{5C932149-50F7-4FDB-BD0A-5E05542D756E}" type="pres">
      <dgm:prSet presAssocID="{0BD27C50-11DD-4EEC-8A9E-E7D50EF3AAE1}" presName="parentText" presStyleLbl="node1" presStyleIdx="0" presStyleCnt="4">
        <dgm:presLayoutVars>
          <dgm:chMax val="0"/>
          <dgm:bulletEnabled val="1"/>
        </dgm:presLayoutVars>
      </dgm:prSet>
      <dgm:spPr/>
    </dgm:pt>
    <dgm:pt modelId="{111D9101-C8CB-435F-AAE4-6B85BE5AF70E}" type="pres">
      <dgm:prSet presAssocID="{D5EA8F84-C993-403A-A0A8-61AA61B452D6}" presName="spacer" presStyleCnt="0"/>
      <dgm:spPr/>
    </dgm:pt>
    <dgm:pt modelId="{5AE6CF0C-6AC3-4892-B134-81AD10534013}" type="pres">
      <dgm:prSet presAssocID="{C1286B13-6C2B-4A4C-87BA-8DCDC62CE9F5}" presName="parentText" presStyleLbl="node1" presStyleIdx="1" presStyleCnt="4">
        <dgm:presLayoutVars>
          <dgm:chMax val="0"/>
          <dgm:bulletEnabled val="1"/>
        </dgm:presLayoutVars>
      </dgm:prSet>
      <dgm:spPr/>
    </dgm:pt>
    <dgm:pt modelId="{4D660587-1DFF-43F1-A596-C303158FA3F0}" type="pres">
      <dgm:prSet presAssocID="{5D612AF5-2BA5-41C1-B9EC-DECBAEEEDAD5}" presName="spacer" presStyleCnt="0"/>
      <dgm:spPr/>
    </dgm:pt>
    <dgm:pt modelId="{C32CE5AD-E374-4172-8002-DA81C3CEC611}" type="pres">
      <dgm:prSet presAssocID="{813FDB3F-1DA6-4E16-80DA-D4FA857950B4}" presName="parentText" presStyleLbl="node1" presStyleIdx="2" presStyleCnt="4">
        <dgm:presLayoutVars>
          <dgm:chMax val="0"/>
          <dgm:bulletEnabled val="1"/>
        </dgm:presLayoutVars>
      </dgm:prSet>
      <dgm:spPr/>
    </dgm:pt>
    <dgm:pt modelId="{125F598D-4724-41FB-B0F4-DDEC00173DDD}" type="pres">
      <dgm:prSet presAssocID="{12B67B44-C011-489D-85B3-245EE6915859}" presName="spacer" presStyleCnt="0"/>
      <dgm:spPr/>
    </dgm:pt>
    <dgm:pt modelId="{82D3D2B0-92B2-437B-BF49-6B63146E128D}" type="pres">
      <dgm:prSet presAssocID="{58C7C2F8-5171-4D19-B6FD-E30D332F6145}" presName="parentText" presStyleLbl="node1" presStyleIdx="3" presStyleCnt="4">
        <dgm:presLayoutVars>
          <dgm:chMax val="0"/>
          <dgm:bulletEnabled val="1"/>
        </dgm:presLayoutVars>
      </dgm:prSet>
      <dgm:spPr/>
    </dgm:pt>
  </dgm:ptLst>
  <dgm:cxnLst>
    <dgm:cxn modelId="{AAB1BC26-11BF-48C8-B50D-1512AC545737}" srcId="{A73E0797-90F8-476B-A533-B31EBAE2EB77}" destId="{0BD27C50-11DD-4EEC-8A9E-E7D50EF3AAE1}" srcOrd="0" destOrd="0" parTransId="{E13319F1-6D04-4178-8B46-E5D846B9DDFE}" sibTransId="{D5EA8F84-C993-403A-A0A8-61AA61B452D6}"/>
    <dgm:cxn modelId="{3034652D-FAE0-45A9-936C-F288FFB05288}" type="presOf" srcId="{C1286B13-6C2B-4A4C-87BA-8DCDC62CE9F5}" destId="{5AE6CF0C-6AC3-4892-B134-81AD10534013}" srcOrd="0" destOrd="0" presId="urn:microsoft.com/office/officeart/2005/8/layout/vList2"/>
    <dgm:cxn modelId="{035A2633-C305-441D-974E-41DDF16FD496}" type="presOf" srcId="{A73E0797-90F8-476B-A533-B31EBAE2EB77}" destId="{C90443B0-7A26-4155-BC7A-9E0E89861AA9}" srcOrd="0" destOrd="0" presId="urn:microsoft.com/office/officeart/2005/8/layout/vList2"/>
    <dgm:cxn modelId="{39A88664-7F0B-4F11-9D80-840911C7927A}" srcId="{A73E0797-90F8-476B-A533-B31EBAE2EB77}" destId="{58C7C2F8-5171-4D19-B6FD-E30D332F6145}" srcOrd="3" destOrd="0" parTransId="{DCADF330-2FE7-42CB-9326-732628915AB5}" sibTransId="{92CD9DC8-45CC-4253-B715-7CC02F90FE7B}"/>
    <dgm:cxn modelId="{DFF53A46-D1B6-4D01-9769-4E213B81738E}" srcId="{A73E0797-90F8-476B-A533-B31EBAE2EB77}" destId="{813FDB3F-1DA6-4E16-80DA-D4FA857950B4}" srcOrd="2" destOrd="0" parTransId="{13B9A600-270A-4EDF-A168-8202A61C5EAB}" sibTransId="{12B67B44-C011-489D-85B3-245EE6915859}"/>
    <dgm:cxn modelId="{47C226C0-1861-4FB9-84A8-D36908EC6CA8}" type="presOf" srcId="{813FDB3F-1DA6-4E16-80DA-D4FA857950B4}" destId="{C32CE5AD-E374-4172-8002-DA81C3CEC611}" srcOrd="0" destOrd="0" presId="urn:microsoft.com/office/officeart/2005/8/layout/vList2"/>
    <dgm:cxn modelId="{0BD6E8C9-C494-41B0-98CC-D955B995438A}" srcId="{A73E0797-90F8-476B-A533-B31EBAE2EB77}" destId="{C1286B13-6C2B-4A4C-87BA-8DCDC62CE9F5}" srcOrd="1" destOrd="0" parTransId="{03001AD4-E3DF-43B6-8D8D-931C5ACC5579}" sibTransId="{5D612AF5-2BA5-41C1-B9EC-DECBAEEEDAD5}"/>
    <dgm:cxn modelId="{9FF605D7-887D-47A0-B8A6-96FCBFD54DD8}" type="presOf" srcId="{58C7C2F8-5171-4D19-B6FD-E30D332F6145}" destId="{82D3D2B0-92B2-437B-BF49-6B63146E128D}" srcOrd="0" destOrd="0" presId="urn:microsoft.com/office/officeart/2005/8/layout/vList2"/>
    <dgm:cxn modelId="{B8DE61E9-3A40-4BAD-A79D-FABECF25D451}" type="presOf" srcId="{0BD27C50-11DD-4EEC-8A9E-E7D50EF3AAE1}" destId="{5C932149-50F7-4FDB-BD0A-5E05542D756E}" srcOrd="0" destOrd="0" presId="urn:microsoft.com/office/officeart/2005/8/layout/vList2"/>
    <dgm:cxn modelId="{CC1EE1D3-2DE0-44D4-9FE9-579406C84578}" type="presParOf" srcId="{C90443B0-7A26-4155-BC7A-9E0E89861AA9}" destId="{5C932149-50F7-4FDB-BD0A-5E05542D756E}" srcOrd="0" destOrd="0" presId="urn:microsoft.com/office/officeart/2005/8/layout/vList2"/>
    <dgm:cxn modelId="{94F64909-7879-409C-BD42-C068790906F6}" type="presParOf" srcId="{C90443B0-7A26-4155-BC7A-9E0E89861AA9}" destId="{111D9101-C8CB-435F-AAE4-6B85BE5AF70E}" srcOrd="1" destOrd="0" presId="urn:microsoft.com/office/officeart/2005/8/layout/vList2"/>
    <dgm:cxn modelId="{B079B681-B6B1-4E8A-826F-2A931FB22499}" type="presParOf" srcId="{C90443B0-7A26-4155-BC7A-9E0E89861AA9}" destId="{5AE6CF0C-6AC3-4892-B134-81AD10534013}" srcOrd="2" destOrd="0" presId="urn:microsoft.com/office/officeart/2005/8/layout/vList2"/>
    <dgm:cxn modelId="{54A720B0-44A5-47B8-AFEB-DE179B0DE032}" type="presParOf" srcId="{C90443B0-7A26-4155-BC7A-9E0E89861AA9}" destId="{4D660587-1DFF-43F1-A596-C303158FA3F0}" srcOrd="3" destOrd="0" presId="urn:microsoft.com/office/officeart/2005/8/layout/vList2"/>
    <dgm:cxn modelId="{CCE9739C-F150-4766-9F4B-C23D86149819}" type="presParOf" srcId="{C90443B0-7A26-4155-BC7A-9E0E89861AA9}" destId="{C32CE5AD-E374-4172-8002-DA81C3CEC611}" srcOrd="4" destOrd="0" presId="urn:microsoft.com/office/officeart/2005/8/layout/vList2"/>
    <dgm:cxn modelId="{A02A6CAD-9347-4EE3-B7D1-A07EA1A322B8}" type="presParOf" srcId="{C90443B0-7A26-4155-BC7A-9E0E89861AA9}" destId="{125F598D-4724-41FB-B0F4-DDEC00173DDD}" srcOrd="5" destOrd="0" presId="urn:microsoft.com/office/officeart/2005/8/layout/vList2"/>
    <dgm:cxn modelId="{7A80D55C-6728-45E6-9053-1B7431B7D2F7}" type="presParOf" srcId="{C90443B0-7A26-4155-BC7A-9E0E89861AA9}" destId="{82D3D2B0-92B2-437B-BF49-6B63146E128D}"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00B1231-FAFA-4900-B27F-13383F3A9163}" type="doc">
      <dgm:prSet loTypeId="urn:microsoft.com/office/officeart/2008/layout/AlternatingHexagons" loCatId="list" qsTypeId="urn:microsoft.com/office/officeart/2005/8/quickstyle/simple1" qsCatId="simple" csTypeId="urn:microsoft.com/office/officeart/2005/8/colors/accent1_2" csCatId="accent1" phldr="1"/>
      <dgm:spPr/>
      <dgm:t>
        <a:bodyPr/>
        <a:lstStyle/>
        <a:p>
          <a:endParaRPr lang="hu-HU"/>
        </a:p>
      </dgm:t>
    </dgm:pt>
    <dgm:pt modelId="{2C404D09-B903-4C62-8449-E2467C9D9857}">
      <dgm:prSet phldrT="[Szöveg]"/>
      <dgm:spPr/>
      <dgm:t>
        <a:bodyPr/>
        <a:lstStyle/>
        <a:p>
          <a:pPr>
            <a:buNone/>
          </a:pPr>
          <a:r>
            <a:rPr lang="en-GB" dirty="0"/>
            <a:t>React Frontend</a:t>
          </a:r>
          <a:endParaRPr lang="hu-HU" dirty="0"/>
        </a:p>
      </dgm:t>
    </dgm:pt>
    <dgm:pt modelId="{44E2B6BA-0982-4D74-9A8E-7C73EEEC3C10}" type="parTrans" cxnId="{84F9DEEE-4EBA-406D-9D77-037ACC8E53F1}">
      <dgm:prSet/>
      <dgm:spPr/>
      <dgm:t>
        <a:bodyPr/>
        <a:lstStyle/>
        <a:p>
          <a:endParaRPr lang="hu-HU"/>
        </a:p>
      </dgm:t>
    </dgm:pt>
    <dgm:pt modelId="{FDF0D4AE-8323-49BD-8E1F-0440568CBFFB}" type="sibTrans" cxnId="{84F9DEEE-4EBA-406D-9D77-037ACC8E53F1}">
      <dgm:prSet/>
      <dgm:spPr/>
      <dgm:t>
        <a:bodyPr/>
        <a:lstStyle/>
        <a:p>
          <a:endParaRPr lang="hu-HU"/>
        </a:p>
      </dgm:t>
    </dgm:pt>
    <dgm:pt modelId="{C4ADB6AC-F7EB-4EF5-A60A-5AF1EC4F1B55}">
      <dgm:prSet phldrT="[Szöveg]"/>
      <dgm:spPr/>
      <dgm:t>
        <a:bodyPr/>
        <a:lstStyle/>
        <a:p>
          <a:pPr>
            <a:buNone/>
          </a:pPr>
          <a:r>
            <a:rPr lang="en-GB" dirty="0"/>
            <a:t>Express API</a:t>
          </a:r>
          <a:endParaRPr lang="hu-HU" dirty="0"/>
        </a:p>
      </dgm:t>
    </dgm:pt>
    <dgm:pt modelId="{403041A7-AD79-44F2-91CA-1FF407F13739}" type="parTrans" cxnId="{106DF44E-4B92-4259-87D2-F8CE8664489F}">
      <dgm:prSet/>
      <dgm:spPr/>
      <dgm:t>
        <a:bodyPr/>
        <a:lstStyle/>
        <a:p>
          <a:endParaRPr lang="hu-HU"/>
        </a:p>
      </dgm:t>
    </dgm:pt>
    <dgm:pt modelId="{DEA2CC0C-734F-4777-ACFF-E851200A0DAD}" type="sibTrans" cxnId="{106DF44E-4B92-4259-87D2-F8CE8664489F}">
      <dgm:prSet/>
      <dgm:spPr/>
      <dgm:t>
        <a:bodyPr/>
        <a:lstStyle/>
        <a:p>
          <a:endParaRPr lang="hu-HU"/>
        </a:p>
      </dgm:t>
    </dgm:pt>
    <dgm:pt modelId="{6C9DCF39-C1E7-4CA7-BB25-E015E3E59FA9}">
      <dgm:prSet phldrT="[Szöveg]"/>
      <dgm:spPr/>
      <dgm:t>
        <a:bodyPr/>
        <a:lstStyle/>
        <a:p>
          <a:pPr>
            <a:buNone/>
          </a:pPr>
          <a:r>
            <a:rPr lang="en-GB" dirty="0"/>
            <a:t>Middleware</a:t>
          </a:r>
          <a:r>
            <a:rPr lang="hu-HU" dirty="0"/>
            <a:t>-e</a:t>
          </a:r>
          <a:r>
            <a:rPr lang="en-GB" dirty="0"/>
            <a:t>k</a:t>
          </a:r>
          <a:endParaRPr lang="hu-HU" dirty="0"/>
        </a:p>
      </dgm:t>
    </dgm:pt>
    <dgm:pt modelId="{8D89669E-DC83-4A85-BFE8-F184768E0868}" type="parTrans" cxnId="{D97EBDDB-BA5D-4AAA-A781-7CBB1CFBA925}">
      <dgm:prSet/>
      <dgm:spPr/>
      <dgm:t>
        <a:bodyPr/>
        <a:lstStyle/>
        <a:p>
          <a:endParaRPr lang="hu-HU"/>
        </a:p>
      </dgm:t>
    </dgm:pt>
    <dgm:pt modelId="{3DB75886-BA86-4742-8CF3-9D1EFFE6F089}" type="sibTrans" cxnId="{D97EBDDB-BA5D-4AAA-A781-7CBB1CFBA925}">
      <dgm:prSet/>
      <dgm:spPr/>
      <dgm:t>
        <a:bodyPr/>
        <a:lstStyle/>
        <a:p>
          <a:endParaRPr lang="hu-HU"/>
        </a:p>
      </dgm:t>
    </dgm:pt>
    <dgm:pt modelId="{ECC72004-A7F5-4A17-86E9-ABD18F8B5088}">
      <dgm:prSet/>
      <dgm:spPr/>
      <dgm:t>
        <a:bodyPr/>
        <a:lstStyle/>
        <a:p>
          <a:pPr>
            <a:buNone/>
          </a:pPr>
          <a:r>
            <a:rPr lang="en-GB" dirty="0"/>
            <a:t>MySQL</a:t>
          </a:r>
          <a:r>
            <a:rPr lang="hu-HU" dirty="0"/>
            <a:t> </a:t>
          </a:r>
          <a:r>
            <a:rPr lang="en-GB" dirty="0"/>
            <a:t>Database</a:t>
          </a:r>
        </a:p>
      </dgm:t>
    </dgm:pt>
    <dgm:pt modelId="{2D1573BA-99DF-41BC-92CF-ED06C9A20A1C}" type="parTrans" cxnId="{3CF2AA61-8FB9-4221-8FA1-6E8F08EA6917}">
      <dgm:prSet/>
      <dgm:spPr/>
      <dgm:t>
        <a:bodyPr/>
        <a:lstStyle/>
        <a:p>
          <a:endParaRPr lang="hu-HU"/>
        </a:p>
      </dgm:t>
    </dgm:pt>
    <dgm:pt modelId="{5FBBD74B-1D65-4CB1-B101-1F077B04C1F8}" type="sibTrans" cxnId="{3CF2AA61-8FB9-4221-8FA1-6E8F08EA6917}">
      <dgm:prSet/>
      <dgm:spPr/>
      <dgm:t>
        <a:bodyPr/>
        <a:lstStyle/>
        <a:p>
          <a:endParaRPr lang="hu-HU"/>
        </a:p>
      </dgm:t>
    </dgm:pt>
    <dgm:pt modelId="{D75387F6-F55D-47C3-9357-D424C6B5EC5C}" type="pres">
      <dgm:prSet presAssocID="{D00B1231-FAFA-4900-B27F-13383F3A9163}" presName="Name0" presStyleCnt="0">
        <dgm:presLayoutVars>
          <dgm:chMax/>
          <dgm:chPref/>
          <dgm:dir/>
          <dgm:animLvl val="lvl"/>
        </dgm:presLayoutVars>
      </dgm:prSet>
      <dgm:spPr/>
    </dgm:pt>
    <dgm:pt modelId="{F5C7A090-502D-44DA-9BF4-4AB01617C20D}" type="pres">
      <dgm:prSet presAssocID="{2C404D09-B903-4C62-8449-E2467C9D9857}" presName="composite" presStyleCnt="0"/>
      <dgm:spPr/>
    </dgm:pt>
    <dgm:pt modelId="{2CF84EED-9F3D-4520-B128-DA6D8BC0165D}" type="pres">
      <dgm:prSet presAssocID="{2C404D09-B903-4C62-8449-E2467C9D9857}" presName="Parent1" presStyleLbl="node1" presStyleIdx="0" presStyleCnt="8">
        <dgm:presLayoutVars>
          <dgm:chMax val="1"/>
          <dgm:chPref val="1"/>
          <dgm:bulletEnabled val="1"/>
        </dgm:presLayoutVars>
      </dgm:prSet>
      <dgm:spPr/>
    </dgm:pt>
    <dgm:pt modelId="{B1D1935E-4B1E-445F-85EF-44A8179CA621}" type="pres">
      <dgm:prSet presAssocID="{2C404D09-B903-4C62-8449-E2467C9D9857}" presName="Childtext1" presStyleLbl="revTx" presStyleIdx="0" presStyleCnt="4">
        <dgm:presLayoutVars>
          <dgm:chMax val="0"/>
          <dgm:chPref val="0"/>
          <dgm:bulletEnabled val="1"/>
        </dgm:presLayoutVars>
      </dgm:prSet>
      <dgm:spPr/>
    </dgm:pt>
    <dgm:pt modelId="{71916C9A-26F9-47EA-ADAA-F9184409629B}" type="pres">
      <dgm:prSet presAssocID="{2C404D09-B903-4C62-8449-E2467C9D9857}" presName="BalanceSpacing" presStyleCnt="0"/>
      <dgm:spPr/>
    </dgm:pt>
    <dgm:pt modelId="{EA0E3174-C14D-4A5E-9B08-5398D1512840}" type="pres">
      <dgm:prSet presAssocID="{2C404D09-B903-4C62-8449-E2467C9D9857}" presName="BalanceSpacing1" presStyleCnt="0"/>
      <dgm:spPr/>
    </dgm:pt>
    <dgm:pt modelId="{CA78DFA5-CB2E-40F3-898E-8B9E6AFACFB5}" type="pres">
      <dgm:prSet presAssocID="{FDF0D4AE-8323-49BD-8E1F-0440568CBFFB}" presName="Accent1Text" presStyleLbl="node1" presStyleIdx="1" presStyleCnt="8"/>
      <dgm:spPr/>
    </dgm:pt>
    <dgm:pt modelId="{7ADBD2BC-51E2-4C76-ABD6-83E65A0C2724}" type="pres">
      <dgm:prSet presAssocID="{FDF0D4AE-8323-49BD-8E1F-0440568CBFFB}" presName="spaceBetweenRectangles" presStyleCnt="0"/>
      <dgm:spPr/>
    </dgm:pt>
    <dgm:pt modelId="{FDE85EDA-C903-47D6-80D0-043F056D3C87}" type="pres">
      <dgm:prSet presAssocID="{C4ADB6AC-F7EB-4EF5-A60A-5AF1EC4F1B55}" presName="composite" presStyleCnt="0"/>
      <dgm:spPr/>
    </dgm:pt>
    <dgm:pt modelId="{81F4390A-11DA-41F2-A9C1-12049F98EC41}" type="pres">
      <dgm:prSet presAssocID="{C4ADB6AC-F7EB-4EF5-A60A-5AF1EC4F1B55}" presName="Parent1" presStyleLbl="node1" presStyleIdx="2" presStyleCnt="8">
        <dgm:presLayoutVars>
          <dgm:chMax val="1"/>
          <dgm:chPref val="1"/>
          <dgm:bulletEnabled val="1"/>
        </dgm:presLayoutVars>
      </dgm:prSet>
      <dgm:spPr/>
    </dgm:pt>
    <dgm:pt modelId="{F8293779-AED2-4153-9BCA-6768C8CB9DD7}" type="pres">
      <dgm:prSet presAssocID="{C4ADB6AC-F7EB-4EF5-A60A-5AF1EC4F1B55}" presName="Childtext1" presStyleLbl="revTx" presStyleIdx="1" presStyleCnt="4">
        <dgm:presLayoutVars>
          <dgm:chMax val="0"/>
          <dgm:chPref val="0"/>
          <dgm:bulletEnabled val="1"/>
        </dgm:presLayoutVars>
      </dgm:prSet>
      <dgm:spPr/>
    </dgm:pt>
    <dgm:pt modelId="{6A7DC808-1A6A-4393-BD2C-8F37EA4D95C1}" type="pres">
      <dgm:prSet presAssocID="{C4ADB6AC-F7EB-4EF5-A60A-5AF1EC4F1B55}" presName="BalanceSpacing" presStyleCnt="0"/>
      <dgm:spPr/>
    </dgm:pt>
    <dgm:pt modelId="{08C2C5A8-1905-4A05-A0FE-8795D8A2394B}" type="pres">
      <dgm:prSet presAssocID="{C4ADB6AC-F7EB-4EF5-A60A-5AF1EC4F1B55}" presName="BalanceSpacing1" presStyleCnt="0"/>
      <dgm:spPr/>
    </dgm:pt>
    <dgm:pt modelId="{323785A1-6929-4D4D-A944-E3922EAC644D}" type="pres">
      <dgm:prSet presAssocID="{DEA2CC0C-734F-4777-ACFF-E851200A0DAD}" presName="Accent1Text" presStyleLbl="node1" presStyleIdx="3" presStyleCnt="8"/>
      <dgm:spPr/>
    </dgm:pt>
    <dgm:pt modelId="{8AB1C4AF-4CBC-4242-A2B9-77D3FCF7520C}" type="pres">
      <dgm:prSet presAssocID="{DEA2CC0C-734F-4777-ACFF-E851200A0DAD}" presName="spaceBetweenRectangles" presStyleCnt="0"/>
      <dgm:spPr/>
    </dgm:pt>
    <dgm:pt modelId="{8C52090B-7ABA-41FA-85EA-4112825AFDCE}" type="pres">
      <dgm:prSet presAssocID="{6C9DCF39-C1E7-4CA7-BB25-E015E3E59FA9}" presName="composite" presStyleCnt="0"/>
      <dgm:spPr/>
    </dgm:pt>
    <dgm:pt modelId="{CF7D9BD9-06FA-4ACC-9146-5AF2EADE151F}" type="pres">
      <dgm:prSet presAssocID="{6C9DCF39-C1E7-4CA7-BB25-E015E3E59FA9}" presName="Parent1" presStyleLbl="node1" presStyleIdx="4" presStyleCnt="8">
        <dgm:presLayoutVars>
          <dgm:chMax val="1"/>
          <dgm:chPref val="1"/>
          <dgm:bulletEnabled val="1"/>
        </dgm:presLayoutVars>
      </dgm:prSet>
      <dgm:spPr/>
    </dgm:pt>
    <dgm:pt modelId="{62451480-7831-4EE9-AA8B-177B3F9CF715}" type="pres">
      <dgm:prSet presAssocID="{6C9DCF39-C1E7-4CA7-BB25-E015E3E59FA9}" presName="Childtext1" presStyleLbl="revTx" presStyleIdx="2" presStyleCnt="4">
        <dgm:presLayoutVars>
          <dgm:chMax val="0"/>
          <dgm:chPref val="0"/>
          <dgm:bulletEnabled val="1"/>
        </dgm:presLayoutVars>
      </dgm:prSet>
      <dgm:spPr/>
    </dgm:pt>
    <dgm:pt modelId="{E8375FBA-9B18-4BE0-AFB4-84FA0196C76E}" type="pres">
      <dgm:prSet presAssocID="{6C9DCF39-C1E7-4CA7-BB25-E015E3E59FA9}" presName="BalanceSpacing" presStyleCnt="0"/>
      <dgm:spPr/>
    </dgm:pt>
    <dgm:pt modelId="{81D9DD5A-661C-4793-8F46-4E605FFA648B}" type="pres">
      <dgm:prSet presAssocID="{6C9DCF39-C1E7-4CA7-BB25-E015E3E59FA9}" presName="BalanceSpacing1" presStyleCnt="0"/>
      <dgm:spPr/>
    </dgm:pt>
    <dgm:pt modelId="{793CD173-C04D-4FB5-9874-F7014763E953}" type="pres">
      <dgm:prSet presAssocID="{3DB75886-BA86-4742-8CF3-9D1EFFE6F089}" presName="Accent1Text" presStyleLbl="node1" presStyleIdx="5" presStyleCnt="8"/>
      <dgm:spPr/>
    </dgm:pt>
    <dgm:pt modelId="{69C8B52B-49B2-41D0-90AE-3C4AC8920400}" type="pres">
      <dgm:prSet presAssocID="{3DB75886-BA86-4742-8CF3-9D1EFFE6F089}" presName="spaceBetweenRectangles" presStyleCnt="0"/>
      <dgm:spPr/>
    </dgm:pt>
    <dgm:pt modelId="{AEE84ADB-1845-47AD-849D-F811EEEACF6F}" type="pres">
      <dgm:prSet presAssocID="{ECC72004-A7F5-4A17-86E9-ABD18F8B5088}" presName="composite" presStyleCnt="0"/>
      <dgm:spPr/>
    </dgm:pt>
    <dgm:pt modelId="{D3513035-6545-469B-B9E3-59676FBD8D09}" type="pres">
      <dgm:prSet presAssocID="{ECC72004-A7F5-4A17-86E9-ABD18F8B5088}" presName="Parent1" presStyleLbl="node1" presStyleIdx="6" presStyleCnt="8">
        <dgm:presLayoutVars>
          <dgm:chMax val="1"/>
          <dgm:chPref val="1"/>
          <dgm:bulletEnabled val="1"/>
        </dgm:presLayoutVars>
      </dgm:prSet>
      <dgm:spPr/>
    </dgm:pt>
    <dgm:pt modelId="{426C39B2-F966-4C8B-9F87-FEE903167C65}" type="pres">
      <dgm:prSet presAssocID="{ECC72004-A7F5-4A17-86E9-ABD18F8B5088}" presName="Childtext1" presStyleLbl="revTx" presStyleIdx="3" presStyleCnt="4">
        <dgm:presLayoutVars>
          <dgm:chMax val="0"/>
          <dgm:chPref val="0"/>
          <dgm:bulletEnabled val="1"/>
        </dgm:presLayoutVars>
      </dgm:prSet>
      <dgm:spPr/>
    </dgm:pt>
    <dgm:pt modelId="{3AACF49D-5AB5-4918-98D0-A25B0611A46F}" type="pres">
      <dgm:prSet presAssocID="{ECC72004-A7F5-4A17-86E9-ABD18F8B5088}" presName="BalanceSpacing" presStyleCnt="0"/>
      <dgm:spPr/>
    </dgm:pt>
    <dgm:pt modelId="{BD2FE9D9-8E6E-4C0B-BB71-C0DFA57B05C6}" type="pres">
      <dgm:prSet presAssocID="{ECC72004-A7F5-4A17-86E9-ABD18F8B5088}" presName="BalanceSpacing1" presStyleCnt="0"/>
      <dgm:spPr/>
    </dgm:pt>
    <dgm:pt modelId="{EEAF5C81-36CE-4EB2-BB2E-666B1AB8B831}" type="pres">
      <dgm:prSet presAssocID="{5FBBD74B-1D65-4CB1-B101-1F077B04C1F8}" presName="Accent1Text" presStyleLbl="node1" presStyleIdx="7" presStyleCnt="8"/>
      <dgm:spPr/>
    </dgm:pt>
  </dgm:ptLst>
  <dgm:cxnLst>
    <dgm:cxn modelId="{39F61420-B209-4894-B16B-6F740FAABD1A}" type="presOf" srcId="{6C9DCF39-C1E7-4CA7-BB25-E015E3E59FA9}" destId="{CF7D9BD9-06FA-4ACC-9146-5AF2EADE151F}" srcOrd="0" destOrd="0" presId="urn:microsoft.com/office/officeart/2008/layout/AlternatingHexagons"/>
    <dgm:cxn modelId="{159E9A32-1039-4661-ADEC-C41A6719329C}" type="presOf" srcId="{ECC72004-A7F5-4A17-86E9-ABD18F8B5088}" destId="{D3513035-6545-469B-B9E3-59676FBD8D09}" srcOrd="0" destOrd="0" presId="urn:microsoft.com/office/officeart/2008/layout/AlternatingHexagons"/>
    <dgm:cxn modelId="{3CF2AA61-8FB9-4221-8FA1-6E8F08EA6917}" srcId="{D00B1231-FAFA-4900-B27F-13383F3A9163}" destId="{ECC72004-A7F5-4A17-86E9-ABD18F8B5088}" srcOrd="3" destOrd="0" parTransId="{2D1573BA-99DF-41BC-92CF-ED06C9A20A1C}" sibTransId="{5FBBD74B-1D65-4CB1-B101-1F077B04C1F8}"/>
    <dgm:cxn modelId="{106DF44E-4B92-4259-87D2-F8CE8664489F}" srcId="{D00B1231-FAFA-4900-B27F-13383F3A9163}" destId="{C4ADB6AC-F7EB-4EF5-A60A-5AF1EC4F1B55}" srcOrd="1" destOrd="0" parTransId="{403041A7-AD79-44F2-91CA-1FF407F13739}" sibTransId="{DEA2CC0C-734F-4777-ACFF-E851200A0DAD}"/>
    <dgm:cxn modelId="{1F2A4B72-1299-4FF4-8318-D63512CEA61D}" type="presOf" srcId="{DEA2CC0C-734F-4777-ACFF-E851200A0DAD}" destId="{323785A1-6929-4D4D-A944-E3922EAC644D}" srcOrd="0" destOrd="0" presId="urn:microsoft.com/office/officeart/2008/layout/AlternatingHexagons"/>
    <dgm:cxn modelId="{8E78338B-6F68-4C99-B247-9E9316AA01AF}" type="presOf" srcId="{2C404D09-B903-4C62-8449-E2467C9D9857}" destId="{2CF84EED-9F3D-4520-B128-DA6D8BC0165D}" srcOrd="0" destOrd="0" presId="urn:microsoft.com/office/officeart/2008/layout/AlternatingHexagons"/>
    <dgm:cxn modelId="{560763A0-04F5-4B8B-B349-0F2C7690AD68}" type="presOf" srcId="{5FBBD74B-1D65-4CB1-B101-1F077B04C1F8}" destId="{EEAF5C81-36CE-4EB2-BB2E-666B1AB8B831}" srcOrd="0" destOrd="0" presId="urn:microsoft.com/office/officeart/2008/layout/AlternatingHexagons"/>
    <dgm:cxn modelId="{7B9E62A7-18DA-47BC-B8E3-9B9F47CE08C4}" type="presOf" srcId="{C4ADB6AC-F7EB-4EF5-A60A-5AF1EC4F1B55}" destId="{81F4390A-11DA-41F2-A9C1-12049F98EC41}" srcOrd="0" destOrd="0" presId="urn:microsoft.com/office/officeart/2008/layout/AlternatingHexagons"/>
    <dgm:cxn modelId="{B85BA7B1-ED0C-462E-993C-10735D753D4A}" type="presOf" srcId="{FDF0D4AE-8323-49BD-8E1F-0440568CBFFB}" destId="{CA78DFA5-CB2E-40F3-898E-8B9E6AFACFB5}" srcOrd="0" destOrd="0" presId="urn:microsoft.com/office/officeart/2008/layout/AlternatingHexagons"/>
    <dgm:cxn modelId="{0D4352B3-22C7-4D31-9275-BCE48F544EAD}" type="presOf" srcId="{3DB75886-BA86-4742-8CF3-9D1EFFE6F089}" destId="{793CD173-C04D-4FB5-9874-F7014763E953}" srcOrd="0" destOrd="0" presId="urn:microsoft.com/office/officeart/2008/layout/AlternatingHexagons"/>
    <dgm:cxn modelId="{B8C89DC0-65DF-4348-B0F7-1776129247D5}" type="presOf" srcId="{D00B1231-FAFA-4900-B27F-13383F3A9163}" destId="{D75387F6-F55D-47C3-9357-D424C6B5EC5C}" srcOrd="0" destOrd="0" presId="urn:microsoft.com/office/officeart/2008/layout/AlternatingHexagons"/>
    <dgm:cxn modelId="{D97EBDDB-BA5D-4AAA-A781-7CBB1CFBA925}" srcId="{D00B1231-FAFA-4900-B27F-13383F3A9163}" destId="{6C9DCF39-C1E7-4CA7-BB25-E015E3E59FA9}" srcOrd="2" destOrd="0" parTransId="{8D89669E-DC83-4A85-BFE8-F184768E0868}" sibTransId="{3DB75886-BA86-4742-8CF3-9D1EFFE6F089}"/>
    <dgm:cxn modelId="{84F9DEEE-4EBA-406D-9D77-037ACC8E53F1}" srcId="{D00B1231-FAFA-4900-B27F-13383F3A9163}" destId="{2C404D09-B903-4C62-8449-E2467C9D9857}" srcOrd="0" destOrd="0" parTransId="{44E2B6BA-0982-4D74-9A8E-7C73EEEC3C10}" sibTransId="{FDF0D4AE-8323-49BD-8E1F-0440568CBFFB}"/>
    <dgm:cxn modelId="{C637ADE6-C519-46A5-A17A-37C61A4CEA32}" type="presParOf" srcId="{D75387F6-F55D-47C3-9357-D424C6B5EC5C}" destId="{F5C7A090-502D-44DA-9BF4-4AB01617C20D}" srcOrd="0" destOrd="0" presId="urn:microsoft.com/office/officeart/2008/layout/AlternatingHexagons"/>
    <dgm:cxn modelId="{D5185777-C728-4D17-AFE6-CAB13822AB7A}" type="presParOf" srcId="{F5C7A090-502D-44DA-9BF4-4AB01617C20D}" destId="{2CF84EED-9F3D-4520-B128-DA6D8BC0165D}" srcOrd="0" destOrd="0" presId="urn:microsoft.com/office/officeart/2008/layout/AlternatingHexagons"/>
    <dgm:cxn modelId="{D45BB02A-00F4-4779-A063-44DC8B0BDD53}" type="presParOf" srcId="{F5C7A090-502D-44DA-9BF4-4AB01617C20D}" destId="{B1D1935E-4B1E-445F-85EF-44A8179CA621}" srcOrd="1" destOrd="0" presId="urn:microsoft.com/office/officeart/2008/layout/AlternatingHexagons"/>
    <dgm:cxn modelId="{3EB2156D-1E46-4F85-9A03-3F51FDB3A1FC}" type="presParOf" srcId="{F5C7A090-502D-44DA-9BF4-4AB01617C20D}" destId="{71916C9A-26F9-47EA-ADAA-F9184409629B}" srcOrd="2" destOrd="0" presId="urn:microsoft.com/office/officeart/2008/layout/AlternatingHexagons"/>
    <dgm:cxn modelId="{7036F22F-5E96-41CB-A36F-8A086E2F484A}" type="presParOf" srcId="{F5C7A090-502D-44DA-9BF4-4AB01617C20D}" destId="{EA0E3174-C14D-4A5E-9B08-5398D1512840}" srcOrd="3" destOrd="0" presId="urn:microsoft.com/office/officeart/2008/layout/AlternatingHexagons"/>
    <dgm:cxn modelId="{5A794A1C-8F70-41BC-8791-D804F1C17E67}" type="presParOf" srcId="{F5C7A090-502D-44DA-9BF4-4AB01617C20D}" destId="{CA78DFA5-CB2E-40F3-898E-8B9E6AFACFB5}" srcOrd="4" destOrd="0" presId="urn:microsoft.com/office/officeart/2008/layout/AlternatingHexagons"/>
    <dgm:cxn modelId="{F7E0CEF1-450F-4C52-8218-BA608C92F993}" type="presParOf" srcId="{D75387F6-F55D-47C3-9357-D424C6B5EC5C}" destId="{7ADBD2BC-51E2-4C76-ABD6-83E65A0C2724}" srcOrd="1" destOrd="0" presId="urn:microsoft.com/office/officeart/2008/layout/AlternatingHexagons"/>
    <dgm:cxn modelId="{106A6829-3328-4206-91A8-E9669F06692B}" type="presParOf" srcId="{D75387F6-F55D-47C3-9357-D424C6B5EC5C}" destId="{FDE85EDA-C903-47D6-80D0-043F056D3C87}" srcOrd="2" destOrd="0" presId="urn:microsoft.com/office/officeart/2008/layout/AlternatingHexagons"/>
    <dgm:cxn modelId="{F8C9EE15-14E0-4A1C-90D0-A0DD1FC1917F}" type="presParOf" srcId="{FDE85EDA-C903-47D6-80D0-043F056D3C87}" destId="{81F4390A-11DA-41F2-A9C1-12049F98EC41}" srcOrd="0" destOrd="0" presId="urn:microsoft.com/office/officeart/2008/layout/AlternatingHexagons"/>
    <dgm:cxn modelId="{0AFB5CED-FBB3-4A3E-9A6E-3F443C557209}" type="presParOf" srcId="{FDE85EDA-C903-47D6-80D0-043F056D3C87}" destId="{F8293779-AED2-4153-9BCA-6768C8CB9DD7}" srcOrd="1" destOrd="0" presId="urn:microsoft.com/office/officeart/2008/layout/AlternatingHexagons"/>
    <dgm:cxn modelId="{01433FC9-BBB6-48AD-BE7A-4BD39BDB3CDB}" type="presParOf" srcId="{FDE85EDA-C903-47D6-80D0-043F056D3C87}" destId="{6A7DC808-1A6A-4393-BD2C-8F37EA4D95C1}" srcOrd="2" destOrd="0" presId="urn:microsoft.com/office/officeart/2008/layout/AlternatingHexagons"/>
    <dgm:cxn modelId="{FEC3E3AB-9218-4431-839C-80F7331480C0}" type="presParOf" srcId="{FDE85EDA-C903-47D6-80D0-043F056D3C87}" destId="{08C2C5A8-1905-4A05-A0FE-8795D8A2394B}" srcOrd="3" destOrd="0" presId="urn:microsoft.com/office/officeart/2008/layout/AlternatingHexagons"/>
    <dgm:cxn modelId="{034340B1-272A-4E47-9231-4B642AD64651}" type="presParOf" srcId="{FDE85EDA-C903-47D6-80D0-043F056D3C87}" destId="{323785A1-6929-4D4D-A944-E3922EAC644D}" srcOrd="4" destOrd="0" presId="urn:microsoft.com/office/officeart/2008/layout/AlternatingHexagons"/>
    <dgm:cxn modelId="{4AED7215-B3E4-4EB4-99DD-2AB45ADDDFC1}" type="presParOf" srcId="{D75387F6-F55D-47C3-9357-D424C6B5EC5C}" destId="{8AB1C4AF-4CBC-4242-A2B9-77D3FCF7520C}" srcOrd="3" destOrd="0" presId="urn:microsoft.com/office/officeart/2008/layout/AlternatingHexagons"/>
    <dgm:cxn modelId="{22BC4776-38CB-42B9-B5B6-C763A69E6603}" type="presParOf" srcId="{D75387F6-F55D-47C3-9357-D424C6B5EC5C}" destId="{8C52090B-7ABA-41FA-85EA-4112825AFDCE}" srcOrd="4" destOrd="0" presId="urn:microsoft.com/office/officeart/2008/layout/AlternatingHexagons"/>
    <dgm:cxn modelId="{620B579C-E82A-42E3-8D43-507BE8B65AC6}" type="presParOf" srcId="{8C52090B-7ABA-41FA-85EA-4112825AFDCE}" destId="{CF7D9BD9-06FA-4ACC-9146-5AF2EADE151F}" srcOrd="0" destOrd="0" presId="urn:microsoft.com/office/officeart/2008/layout/AlternatingHexagons"/>
    <dgm:cxn modelId="{80CEF34B-A76A-4E2D-AF37-C3F2A84453D8}" type="presParOf" srcId="{8C52090B-7ABA-41FA-85EA-4112825AFDCE}" destId="{62451480-7831-4EE9-AA8B-177B3F9CF715}" srcOrd="1" destOrd="0" presId="urn:microsoft.com/office/officeart/2008/layout/AlternatingHexagons"/>
    <dgm:cxn modelId="{91CFA934-14CF-44C8-A333-3BD92E4F7133}" type="presParOf" srcId="{8C52090B-7ABA-41FA-85EA-4112825AFDCE}" destId="{E8375FBA-9B18-4BE0-AFB4-84FA0196C76E}" srcOrd="2" destOrd="0" presId="urn:microsoft.com/office/officeart/2008/layout/AlternatingHexagons"/>
    <dgm:cxn modelId="{C8DFBC9C-A53E-480C-B551-BE1262B8F151}" type="presParOf" srcId="{8C52090B-7ABA-41FA-85EA-4112825AFDCE}" destId="{81D9DD5A-661C-4793-8F46-4E605FFA648B}" srcOrd="3" destOrd="0" presId="urn:microsoft.com/office/officeart/2008/layout/AlternatingHexagons"/>
    <dgm:cxn modelId="{36B59B42-1D65-4D93-9469-88C4DEF712AB}" type="presParOf" srcId="{8C52090B-7ABA-41FA-85EA-4112825AFDCE}" destId="{793CD173-C04D-4FB5-9874-F7014763E953}" srcOrd="4" destOrd="0" presId="urn:microsoft.com/office/officeart/2008/layout/AlternatingHexagons"/>
    <dgm:cxn modelId="{1BC5424B-0E3B-4DC1-B7EA-86AA0638D0F1}" type="presParOf" srcId="{D75387F6-F55D-47C3-9357-D424C6B5EC5C}" destId="{69C8B52B-49B2-41D0-90AE-3C4AC8920400}" srcOrd="5" destOrd="0" presId="urn:microsoft.com/office/officeart/2008/layout/AlternatingHexagons"/>
    <dgm:cxn modelId="{EC457970-3547-4EE0-B87D-9A8E393B0E22}" type="presParOf" srcId="{D75387F6-F55D-47C3-9357-D424C6B5EC5C}" destId="{AEE84ADB-1845-47AD-849D-F811EEEACF6F}" srcOrd="6" destOrd="0" presId="urn:microsoft.com/office/officeart/2008/layout/AlternatingHexagons"/>
    <dgm:cxn modelId="{CB19AE65-9985-42C6-A6AC-0277FB5BA05B}" type="presParOf" srcId="{AEE84ADB-1845-47AD-849D-F811EEEACF6F}" destId="{D3513035-6545-469B-B9E3-59676FBD8D09}" srcOrd="0" destOrd="0" presId="urn:microsoft.com/office/officeart/2008/layout/AlternatingHexagons"/>
    <dgm:cxn modelId="{0F9AE1C2-2E3C-451D-93C3-572384AF5C0F}" type="presParOf" srcId="{AEE84ADB-1845-47AD-849D-F811EEEACF6F}" destId="{426C39B2-F966-4C8B-9F87-FEE903167C65}" srcOrd="1" destOrd="0" presId="urn:microsoft.com/office/officeart/2008/layout/AlternatingHexagons"/>
    <dgm:cxn modelId="{7313F6A5-7D65-45F2-A7B7-3CE1BFCC3761}" type="presParOf" srcId="{AEE84ADB-1845-47AD-849D-F811EEEACF6F}" destId="{3AACF49D-5AB5-4918-98D0-A25B0611A46F}" srcOrd="2" destOrd="0" presId="urn:microsoft.com/office/officeart/2008/layout/AlternatingHexagons"/>
    <dgm:cxn modelId="{E31FD653-144B-4905-A442-F20833837D9D}" type="presParOf" srcId="{AEE84ADB-1845-47AD-849D-F811EEEACF6F}" destId="{BD2FE9D9-8E6E-4C0B-BB71-C0DFA57B05C6}" srcOrd="3" destOrd="0" presId="urn:microsoft.com/office/officeart/2008/layout/AlternatingHexagons"/>
    <dgm:cxn modelId="{D852980B-8CC5-4A66-A7CF-538B7504D8C1}" type="presParOf" srcId="{AEE84ADB-1845-47AD-849D-F811EEEACF6F}" destId="{EEAF5C81-36CE-4EB2-BB2E-666B1AB8B831}" srcOrd="4" destOrd="0" presId="urn:microsoft.com/office/officeart/2008/layout/AlternatingHexagons"/>
  </dgm:cxnLst>
  <dgm:bg/>
  <dgm:whole/>
  <dgm:extLst>
    <a:ext uri="http://schemas.microsoft.com/office/drawing/2008/diagram">
      <dsp:dataModelExt xmlns:dsp="http://schemas.microsoft.com/office/drawing/2008/diagram" relId="rId14"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9EF8D6BE-D2AC-4A36-A94B-4D4F668847B1}" type="doc">
      <dgm:prSet loTypeId="urn:microsoft.com/office/officeart/2008/layout/LinedList" loCatId="list" qsTypeId="urn:microsoft.com/office/officeart/2005/8/quickstyle/simple4" qsCatId="simple" csTypeId="urn:microsoft.com/office/officeart/2005/8/colors/colorful1" csCatId="colorful"/>
      <dgm:spPr/>
      <dgm:t>
        <a:bodyPr/>
        <a:lstStyle/>
        <a:p>
          <a:endParaRPr lang="en-US"/>
        </a:p>
      </dgm:t>
    </dgm:pt>
    <dgm:pt modelId="{1BF28D47-11C3-4DFC-B75A-88D8E3E67FCF}">
      <dgm:prSet/>
      <dgm:spPr/>
      <dgm:t>
        <a:bodyPr/>
        <a:lstStyle/>
        <a:p>
          <a:r>
            <a:rPr lang="hu-HU" b="0" i="0" baseline="0"/>
            <a:t>Makettek listázása, szűrése, átlagértékelés</a:t>
          </a:r>
          <a:endParaRPr lang="en-US"/>
        </a:p>
      </dgm:t>
    </dgm:pt>
    <dgm:pt modelId="{1E17564F-1B42-4939-9148-A8074DAAE016}" type="parTrans" cxnId="{84631E66-F950-4C0B-8F44-050498688820}">
      <dgm:prSet/>
      <dgm:spPr/>
      <dgm:t>
        <a:bodyPr/>
        <a:lstStyle/>
        <a:p>
          <a:endParaRPr lang="en-US"/>
        </a:p>
      </dgm:t>
    </dgm:pt>
    <dgm:pt modelId="{CF7CA9FC-AC86-4485-AEE2-9AF7922AA324}" type="sibTrans" cxnId="{84631E66-F950-4C0B-8F44-050498688820}">
      <dgm:prSet/>
      <dgm:spPr/>
      <dgm:t>
        <a:bodyPr/>
        <a:lstStyle/>
        <a:p>
          <a:endParaRPr lang="en-US"/>
        </a:p>
      </dgm:t>
    </dgm:pt>
    <dgm:pt modelId="{889B6E63-8A27-40E5-8D28-CF1200531ABF}">
      <dgm:prSet/>
      <dgm:spPr/>
      <dgm:t>
        <a:bodyPr/>
        <a:lstStyle/>
        <a:p>
          <a:r>
            <a:rPr lang="hu-HU" b="0" i="0" baseline="0"/>
            <a:t>Vélemények CRUD</a:t>
          </a:r>
          <a:endParaRPr lang="en-US"/>
        </a:p>
      </dgm:t>
    </dgm:pt>
    <dgm:pt modelId="{C0BE2C90-CFD5-4E61-84AA-362B7A21F5E0}" type="parTrans" cxnId="{BB65A34F-0764-4808-AD66-E268BF5D9B2A}">
      <dgm:prSet/>
      <dgm:spPr/>
      <dgm:t>
        <a:bodyPr/>
        <a:lstStyle/>
        <a:p>
          <a:endParaRPr lang="en-US"/>
        </a:p>
      </dgm:t>
    </dgm:pt>
    <dgm:pt modelId="{6104B623-DF22-4B44-A35B-34FC17AF4A3F}" type="sibTrans" cxnId="{BB65A34F-0764-4808-AD66-E268BF5D9B2A}">
      <dgm:prSet/>
      <dgm:spPr/>
      <dgm:t>
        <a:bodyPr/>
        <a:lstStyle/>
        <a:p>
          <a:endParaRPr lang="en-US"/>
        </a:p>
      </dgm:t>
    </dgm:pt>
    <dgm:pt modelId="{7FBF0C56-F248-45D7-8538-22D6A0E3FFC9}">
      <dgm:prSet/>
      <dgm:spPr/>
      <dgm:t>
        <a:bodyPr/>
        <a:lstStyle/>
        <a:p>
          <a:r>
            <a:rPr lang="hu-HU" b="0" i="0" baseline="0"/>
            <a:t>Kedvencek kezelése</a:t>
          </a:r>
          <a:endParaRPr lang="en-US"/>
        </a:p>
      </dgm:t>
    </dgm:pt>
    <dgm:pt modelId="{74206E1F-8DAB-4CC1-9C57-7A4B0DA913C3}" type="parTrans" cxnId="{423928D4-8AD8-4158-8571-B3F79894FEB7}">
      <dgm:prSet/>
      <dgm:spPr/>
      <dgm:t>
        <a:bodyPr/>
        <a:lstStyle/>
        <a:p>
          <a:endParaRPr lang="en-US"/>
        </a:p>
      </dgm:t>
    </dgm:pt>
    <dgm:pt modelId="{089F2EAA-AEA1-4E8D-84CC-69B1AD9848A4}" type="sibTrans" cxnId="{423928D4-8AD8-4158-8571-B3F79894FEB7}">
      <dgm:prSet/>
      <dgm:spPr/>
      <dgm:t>
        <a:bodyPr/>
        <a:lstStyle/>
        <a:p>
          <a:endParaRPr lang="en-US"/>
        </a:p>
      </dgm:t>
    </dgm:pt>
    <dgm:pt modelId="{D350325C-8B3B-4A8E-A02D-46A491B7B3CA}">
      <dgm:prSet/>
      <dgm:spPr/>
      <dgm:t>
        <a:bodyPr/>
        <a:lstStyle/>
        <a:p>
          <a:r>
            <a:rPr lang="hu-HU" b="0" i="0" baseline="0"/>
            <a:t>Fórum témák és üzenetek</a:t>
          </a:r>
          <a:endParaRPr lang="en-US"/>
        </a:p>
      </dgm:t>
    </dgm:pt>
    <dgm:pt modelId="{47B421BE-09F7-4BD3-A459-B46E29727FFE}" type="parTrans" cxnId="{A6677A75-E53C-4F7B-82DB-545739097D8A}">
      <dgm:prSet/>
      <dgm:spPr/>
      <dgm:t>
        <a:bodyPr/>
        <a:lstStyle/>
        <a:p>
          <a:endParaRPr lang="en-US"/>
        </a:p>
      </dgm:t>
    </dgm:pt>
    <dgm:pt modelId="{4393F420-EEC5-40F7-A18E-B9F431FAF7C5}" type="sibTrans" cxnId="{A6677A75-E53C-4F7B-82DB-545739097D8A}">
      <dgm:prSet/>
      <dgm:spPr/>
      <dgm:t>
        <a:bodyPr/>
        <a:lstStyle/>
        <a:p>
          <a:endParaRPr lang="en-US"/>
        </a:p>
      </dgm:t>
    </dgm:pt>
    <dgm:pt modelId="{73837229-6E00-46FC-87FB-59ECF31AAAB5}">
      <dgm:prSet/>
      <dgm:spPr/>
      <dgm:t>
        <a:bodyPr/>
        <a:lstStyle/>
        <a:p>
          <a:r>
            <a:rPr lang="hu-HU" b="0" i="0" baseline="0"/>
            <a:t>Profil frissítés és képfeltöltés</a:t>
          </a:r>
          <a:endParaRPr lang="en-US"/>
        </a:p>
      </dgm:t>
    </dgm:pt>
    <dgm:pt modelId="{C62BA9E6-9124-4B19-BA38-6C956889DCA6}" type="parTrans" cxnId="{74A064EE-5464-4DB7-A4C2-F2DC2306DA4E}">
      <dgm:prSet/>
      <dgm:spPr/>
      <dgm:t>
        <a:bodyPr/>
        <a:lstStyle/>
        <a:p>
          <a:endParaRPr lang="en-US"/>
        </a:p>
      </dgm:t>
    </dgm:pt>
    <dgm:pt modelId="{57945546-8F20-4776-B30A-404B8D936301}" type="sibTrans" cxnId="{74A064EE-5464-4DB7-A4C2-F2DC2306DA4E}">
      <dgm:prSet/>
      <dgm:spPr/>
      <dgm:t>
        <a:bodyPr/>
        <a:lstStyle/>
        <a:p>
          <a:endParaRPr lang="en-US"/>
        </a:p>
      </dgm:t>
    </dgm:pt>
    <dgm:pt modelId="{05BFF187-D27D-484F-8964-1C7DE5DE8F84}">
      <dgm:prSet/>
      <dgm:spPr/>
      <dgm:t>
        <a:bodyPr/>
        <a:lstStyle/>
        <a:p>
          <a:r>
            <a:rPr lang="hu-HU" b="0" i="0" baseline="0"/>
            <a:t>Admin jóváhagyás és felhasználókezelés</a:t>
          </a:r>
          <a:endParaRPr lang="en-US"/>
        </a:p>
      </dgm:t>
    </dgm:pt>
    <dgm:pt modelId="{0A01A2FE-6112-4E6C-8F09-C8F03E5A28C0}" type="parTrans" cxnId="{7ABAF315-45C7-4DD6-8270-6AAF9439104E}">
      <dgm:prSet/>
      <dgm:spPr/>
      <dgm:t>
        <a:bodyPr/>
        <a:lstStyle/>
        <a:p>
          <a:endParaRPr lang="en-US"/>
        </a:p>
      </dgm:t>
    </dgm:pt>
    <dgm:pt modelId="{26FDE385-3FF1-4C1E-9C6B-5B7292326E61}" type="sibTrans" cxnId="{7ABAF315-45C7-4DD6-8270-6AAF9439104E}">
      <dgm:prSet/>
      <dgm:spPr/>
      <dgm:t>
        <a:bodyPr/>
        <a:lstStyle/>
        <a:p>
          <a:endParaRPr lang="en-US"/>
        </a:p>
      </dgm:t>
    </dgm:pt>
    <dgm:pt modelId="{E9AC01FA-C14A-47BB-ACF0-F047C534C9B0}" type="pres">
      <dgm:prSet presAssocID="{9EF8D6BE-D2AC-4A36-A94B-4D4F668847B1}" presName="vert0" presStyleCnt="0">
        <dgm:presLayoutVars>
          <dgm:dir/>
          <dgm:animOne val="branch"/>
          <dgm:animLvl val="lvl"/>
        </dgm:presLayoutVars>
      </dgm:prSet>
      <dgm:spPr/>
    </dgm:pt>
    <dgm:pt modelId="{1F2CF05C-6A8D-4EC1-96B6-AD0354E1F059}" type="pres">
      <dgm:prSet presAssocID="{1BF28D47-11C3-4DFC-B75A-88D8E3E67FCF}" presName="thickLine" presStyleLbl="alignNode1" presStyleIdx="0" presStyleCnt="6"/>
      <dgm:spPr/>
    </dgm:pt>
    <dgm:pt modelId="{4C9DCBC8-3AC8-4E72-B0DF-A713BC3F0052}" type="pres">
      <dgm:prSet presAssocID="{1BF28D47-11C3-4DFC-B75A-88D8E3E67FCF}" presName="horz1" presStyleCnt="0"/>
      <dgm:spPr/>
    </dgm:pt>
    <dgm:pt modelId="{EE0AC314-6C03-4F1B-AD41-225908DC57F0}" type="pres">
      <dgm:prSet presAssocID="{1BF28D47-11C3-4DFC-B75A-88D8E3E67FCF}" presName="tx1" presStyleLbl="revTx" presStyleIdx="0" presStyleCnt="6"/>
      <dgm:spPr/>
    </dgm:pt>
    <dgm:pt modelId="{2BCD43A3-2735-4078-B600-E360B51CD608}" type="pres">
      <dgm:prSet presAssocID="{1BF28D47-11C3-4DFC-B75A-88D8E3E67FCF}" presName="vert1" presStyleCnt="0"/>
      <dgm:spPr/>
    </dgm:pt>
    <dgm:pt modelId="{6DE9E33F-F3F2-437B-B7E5-DF90695AC6D8}" type="pres">
      <dgm:prSet presAssocID="{889B6E63-8A27-40E5-8D28-CF1200531ABF}" presName="thickLine" presStyleLbl="alignNode1" presStyleIdx="1" presStyleCnt="6"/>
      <dgm:spPr/>
    </dgm:pt>
    <dgm:pt modelId="{A82B757F-8BED-4BF7-9399-B0E6D8435031}" type="pres">
      <dgm:prSet presAssocID="{889B6E63-8A27-40E5-8D28-CF1200531ABF}" presName="horz1" presStyleCnt="0"/>
      <dgm:spPr/>
    </dgm:pt>
    <dgm:pt modelId="{2AE35576-B49B-4398-BBCA-1DD160469F83}" type="pres">
      <dgm:prSet presAssocID="{889B6E63-8A27-40E5-8D28-CF1200531ABF}" presName="tx1" presStyleLbl="revTx" presStyleIdx="1" presStyleCnt="6"/>
      <dgm:spPr/>
    </dgm:pt>
    <dgm:pt modelId="{AC9BBB56-5E78-4B65-82A1-D2C39C698285}" type="pres">
      <dgm:prSet presAssocID="{889B6E63-8A27-40E5-8D28-CF1200531ABF}" presName="vert1" presStyleCnt="0"/>
      <dgm:spPr/>
    </dgm:pt>
    <dgm:pt modelId="{904A5F32-A414-4951-BBA9-6461E45F0688}" type="pres">
      <dgm:prSet presAssocID="{7FBF0C56-F248-45D7-8538-22D6A0E3FFC9}" presName="thickLine" presStyleLbl="alignNode1" presStyleIdx="2" presStyleCnt="6"/>
      <dgm:spPr/>
    </dgm:pt>
    <dgm:pt modelId="{ADEBD7F9-6588-4D21-BB60-E1B02F1FC5DF}" type="pres">
      <dgm:prSet presAssocID="{7FBF0C56-F248-45D7-8538-22D6A0E3FFC9}" presName="horz1" presStyleCnt="0"/>
      <dgm:spPr/>
    </dgm:pt>
    <dgm:pt modelId="{EECB28EB-E161-4862-BBDC-ED6E2B0D215C}" type="pres">
      <dgm:prSet presAssocID="{7FBF0C56-F248-45D7-8538-22D6A0E3FFC9}" presName="tx1" presStyleLbl="revTx" presStyleIdx="2" presStyleCnt="6"/>
      <dgm:spPr/>
    </dgm:pt>
    <dgm:pt modelId="{CE046BB3-8392-4BDF-98F6-800B2808CC87}" type="pres">
      <dgm:prSet presAssocID="{7FBF0C56-F248-45D7-8538-22D6A0E3FFC9}" presName="vert1" presStyleCnt="0"/>
      <dgm:spPr/>
    </dgm:pt>
    <dgm:pt modelId="{8D24B6E6-1DE9-4250-A090-BCC314CEBF2E}" type="pres">
      <dgm:prSet presAssocID="{D350325C-8B3B-4A8E-A02D-46A491B7B3CA}" presName="thickLine" presStyleLbl="alignNode1" presStyleIdx="3" presStyleCnt="6"/>
      <dgm:spPr/>
    </dgm:pt>
    <dgm:pt modelId="{04D6D856-9CDD-495A-A265-7152D92FE097}" type="pres">
      <dgm:prSet presAssocID="{D350325C-8B3B-4A8E-A02D-46A491B7B3CA}" presName="horz1" presStyleCnt="0"/>
      <dgm:spPr/>
    </dgm:pt>
    <dgm:pt modelId="{AB955762-06AD-4674-9780-BA9F730DE2E3}" type="pres">
      <dgm:prSet presAssocID="{D350325C-8B3B-4A8E-A02D-46A491B7B3CA}" presName="tx1" presStyleLbl="revTx" presStyleIdx="3" presStyleCnt="6"/>
      <dgm:spPr/>
    </dgm:pt>
    <dgm:pt modelId="{D4FCA325-FF7C-4E48-8F90-DA21A9F640DF}" type="pres">
      <dgm:prSet presAssocID="{D350325C-8B3B-4A8E-A02D-46A491B7B3CA}" presName="vert1" presStyleCnt="0"/>
      <dgm:spPr/>
    </dgm:pt>
    <dgm:pt modelId="{80AB0FA2-91E1-455C-9412-F51D6D5F4FC7}" type="pres">
      <dgm:prSet presAssocID="{73837229-6E00-46FC-87FB-59ECF31AAAB5}" presName="thickLine" presStyleLbl="alignNode1" presStyleIdx="4" presStyleCnt="6"/>
      <dgm:spPr/>
    </dgm:pt>
    <dgm:pt modelId="{108A4CC2-760B-4046-9847-58BA833CCB82}" type="pres">
      <dgm:prSet presAssocID="{73837229-6E00-46FC-87FB-59ECF31AAAB5}" presName="horz1" presStyleCnt="0"/>
      <dgm:spPr/>
    </dgm:pt>
    <dgm:pt modelId="{D73E2400-1C92-4EA6-AAF0-83F159301BF9}" type="pres">
      <dgm:prSet presAssocID="{73837229-6E00-46FC-87FB-59ECF31AAAB5}" presName="tx1" presStyleLbl="revTx" presStyleIdx="4" presStyleCnt="6"/>
      <dgm:spPr/>
    </dgm:pt>
    <dgm:pt modelId="{BB1D4C72-0A0B-4072-B9DB-3310BF4BDFA7}" type="pres">
      <dgm:prSet presAssocID="{73837229-6E00-46FC-87FB-59ECF31AAAB5}" presName="vert1" presStyleCnt="0"/>
      <dgm:spPr/>
    </dgm:pt>
    <dgm:pt modelId="{1AACD170-27A5-4F5A-AA01-A3B70DFEE383}" type="pres">
      <dgm:prSet presAssocID="{05BFF187-D27D-484F-8964-1C7DE5DE8F84}" presName="thickLine" presStyleLbl="alignNode1" presStyleIdx="5" presStyleCnt="6"/>
      <dgm:spPr/>
    </dgm:pt>
    <dgm:pt modelId="{A7D32794-EDC2-4FC1-BC30-6CCCD6488B48}" type="pres">
      <dgm:prSet presAssocID="{05BFF187-D27D-484F-8964-1C7DE5DE8F84}" presName="horz1" presStyleCnt="0"/>
      <dgm:spPr/>
    </dgm:pt>
    <dgm:pt modelId="{EE69E382-CC17-4151-A13A-797B37D77F9C}" type="pres">
      <dgm:prSet presAssocID="{05BFF187-D27D-484F-8964-1C7DE5DE8F84}" presName="tx1" presStyleLbl="revTx" presStyleIdx="5" presStyleCnt="6"/>
      <dgm:spPr/>
    </dgm:pt>
    <dgm:pt modelId="{15AC99D2-76EB-4B53-ABB4-2691B6D295EA}" type="pres">
      <dgm:prSet presAssocID="{05BFF187-D27D-484F-8964-1C7DE5DE8F84}" presName="vert1" presStyleCnt="0"/>
      <dgm:spPr/>
    </dgm:pt>
  </dgm:ptLst>
  <dgm:cxnLst>
    <dgm:cxn modelId="{7ABAF315-45C7-4DD6-8270-6AAF9439104E}" srcId="{9EF8D6BE-D2AC-4A36-A94B-4D4F668847B1}" destId="{05BFF187-D27D-484F-8964-1C7DE5DE8F84}" srcOrd="5" destOrd="0" parTransId="{0A01A2FE-6112-4E6C-8F09-C8F03E5A28C0}" sibTransId="{26FDE385-3FF1-4C1E-9C6B-5B7292326E61}"/>
    <dgm:cxn modelId="{6AC2EA23-2AD8-4151-8147-F9CC37D54CC0}" type="presOf" srcId="{05BFF187-D27D-484F-8964-1C7DE5DE8F84}" destId="{EE69E382-CC17-4151-A13A-797B37D77F9C}" srcOrd="0" destOrd="0" presId="urn:microsoft.com/office/officeart/2008/layout/LinedList"/>
    <dgm:cxn modelId="{84631E66-F950-4C0B-8F44-050498688820}" srcId="{9EF8D6BE-D2AC-4A36-A94B-4D4F668847B1}" destId="{1BF28D47-11C3-4DFC-B75A-88D8E3E67FCF}" srcOrd="0" destOrd="0" parTransId="{1E17564F-1B42-4939-9148-A8074DAAE016}" sibTransId="{CF7CA9FC-AC86-4485-AEE2-9AF7922AA324}"/>
    <dgm:cxn modelId="{BB65A34F-0764-4808-AD66-E268BF5D9B2A}" srcId="{9EF8D6BE-D2AC-4A36-A94B-4D4F668847B1}" destId="{889B6E63-8A27-40E5-8D28-CF1200531ABF}" srcOrd="1" destOrd="0" parTransId="{C0BE2C90-CFD5-4E61-84AA-362B7A21F5E0}" sibTransId="{6104B623-DF22-4B44-A35B-34FC17AF4A3F}"/>
    <dgm:cxn modelId="{3641C652-D5F1-4F15-9001-706F48AC4776}" type="presOf" srcId="{1BF28D47-11C3-4DFC-B75A-88D8E3E67FCF}" destId="{EE0AC314-6C03-4F1B-AD41-225908DC57F0}" srcOrd="0" destOrd="0" presId="urn:microsoft.com/office/officeart/2008/layout/LinedList"/>
    <dgm:cxn modelId="{A6677A75-E53C-4F7B-82DB-545739097D8A}" srcId="{9EF8D6BE-D2AC-4A36-A94B-4D4F668847B1}" destId="{D350325C-8B3B-4A8E-A02D-46A491B7B3CA}" srcOrd="3" destOrd="0" parTransId="{47B421BE-09F7-4BD3-A459-B46E29727FFE}" sibTransId="{4393F420-EEC5-40F7-A18E-B9F431FAF7C5}"/>
    <dgm:cxn modelId="{7E91B08A-0AAE-4125-A0D6-6EE44C5B61FB}" type="presOf" srcId="{9EF8D6BE-D2AC-4A36-A94B-4D4F668847B1}" destId="{E9AC01FA-C14A-47BB-ACF0-F047C534C9B0}" srcOrd="0" destOrd="0" presId="urn:microsoft.com/office/officeart/2008/layout/LinedList"/>
    <dgm:cxn modelId="{07E5B58D-1F2E-41B1-AA91-F5BC85659240}" type="presOf" srcId="{D350325C-8B3B-4A8E-A02D-46A491B7B3CA}" destId="{AB955762-06AD-4674-9780-BA9F730DE2E3}" srcOrd="0" destOrd="0" presId="urn:microsoft.com/office/officeart/2008/layout/LinedList"/>
    <dgm:cxn modelId="{F15A37AC-1CEB-496C-B383-D25C70D5C0A5}" type="presOf" srcId="{7FBF0C56-F248-45D7-8538-22D6A0E3FFC9}" destId="{EECB28EB-E161-4862-BBDC-ED6E2B0D215C}" srcOrd="0" destOrd="0" presId="urn:microsoft.com/office/officeart/2008/layout/LinedList"/>
    <dgm:cxn modelId="{75D363B9-635B-4CA1-AC98-1B6C6CB37679}" type="presOf" srcId="{73837229-6E00-46FC-87FB-59ECF31AAAB5}" destId="{D73E2400-1C92-4EA6-AAF0-83F159301BF9}" srcOrd="0" destOrd="0" presId="urn:microsoft.com/office/officeart/2008/layout/LinedList"/>
    <dgm:cxn modelId="{6CEB5AC9-C2BF-4CCD-8B74-9B1EB3F8B28B}" type="presOf" srcId="{889B6E63-8A27-40E5-8D28-CF1200531ABF}" destId="{2AE35576-B49B-4398-BBCA-1DD160469F83}" srcOrd="0" destOrd="0" presId="urn:microsoft.com/office/officeart/2008/layout/LinedList"/>
    <dgm:cxn modelId="{423928D4-8AD8-4158-8571-B3F79894FEB7}" srcId="{9EF8D6BE-D2AC-4A36-A94B-4D4F668847B1}" destId="{7FBF0C56-F248-45D7-8538-22D6A0E3FFC9}" srcOrd="2" destOrd="0" parTransId="{74206E1F-8DAB-4CC1-9C57-7A4B0DA913C3}" sibTransId="{089F2EAA-AEA1-4E8D-84CC-69B1AD9848A4}"/>
    <dgm:cxn modelId="{74A064EE-5464-4DB7-A4C2-F2DC2306DA4E}" srcId="{9EF8D6BE-D2AC-4A36-A94B-4D4F668847B1}" destId="{73837229-6E00-46FC-87FB-59ECF31AAAB5}" srcOrd="4" destOrd="0" parTransId="{C62BA9E6-9124-4B19-BA38-6C956889DCA6}" sibTransId="{57945546-8F20-4776-B30A-404B8D936301}"/>
    <dgm:cxn modelId="{D6967B74-D988-470E-81FD-B39876711723}" type="presParOf" srcId="{E9AC01FA-C14A-47BB-ACF0-F047C534C9B0}" destId="{1F2CF05C-6A8D-4EC1-96B6-AD0354E1F059}" srcOrd="0" destOrd="0" presId="urn:microsoft.com/office/officeart/2008/layout/LinedList"/>
    <dgm:cxn modelId="{F50FA697-9030-4619-BFCB-3B3A5757B457}" type="presParOf" srcId="{E9AC01FA-C14A-47BB-ACF0-F047C534C9B0}" destId="{4C9DCBC8-3AC8-4E72-B0DF-A713BC3F0052}" srcOrd="1" destOrd="0" presId="urn:microsoft.com/office/officeart/2008/layout/LinedList"/>
    <dgm:cxn modelId="{F48AC665-2279-42FB-A0B6-76285D4F8193}" type="presParOf" srcId="{4C9DCBC8-3AC8-4E72-B0DF-A713BC3F0052}" destId="{EE0AC314-6C03-4F1B-AD41-225908DC57F0}" srcOrd="0" destOrd="0" presId="urn:microsoft.com/office/officeart/2008/layout/LinedList"/>
    <dgm:cxn modelId="{253AF40A-9D64-4081-8896-8757388BAA06}" type="presParOf" srcId="{4C9DCBC8-3AC8-4E72-B0DF-A713BC3F0052}" destId="{2BCD43A3-2735-4078-B600-E360B51CD608}" srcOrd="1" destOrd="0" presId="urn:microsoft.com/office/officeart/2008/layout/LinedList"/>
    <dgm:cxn modelId="{8BD2D04F-5414-457A-9B08-18CC10AF6C88}" type="presParOf" srcId="{E9AC01FA-C14A-47BB-ACF0-F047C534C9B0}" destId="{6DE9E33F-F3F2-437B-B7E5-DF90695AC6D8}" srcOrd="2" destOrd="0" presId="urn:microsoft.com/office/officeart/2008/layout/LinedList"/>
    <dgm:cxn modelId="{2409AA1A-0269-4C74-B20F-944AA1CB21B5}" type="presParOf" srcId="{E9AC01FA-C14A-47BB-ACF0-F047C534C9B0}" destId="{A82B757F-8BED-4BF7-9399-B0E6D8435031}" srcOrd="3" destOrd="0" presId="urn:microsoft.com/office/officeart/2008/layout/LinedList"/>
    <dgm:cxn modelId="{1D37D393-DFD9-410F-B88F-2F0E028103CB}" type="presParOf" srcId="{A82B757F-8BED-4BF7-9399-B0E6D8435031}" destId="{2AE35576-B49B-4398-BBCA-1DD160469F83}" srcOrd="0" destOrd="0" presId="urn:microsoft.com/office/officeart/2008/layout/LinedList"/>
    <dgm:cxn modelId="{BEF6E0BD-9635-49C4-AF8B-E9C3FD8AAD28}" type="presParOf" srcId="{A82B757F-8BED-4BF7-9399-B0E6D8435031}" destId="{AC9BBB56-5E78-4B65-82A1-D2C39C698285}" srcOrd="1" destOrd="0" presId="urn:microsoft.com/office/officeart/2008/layout/LinedList"/>
    <dgm:cxn modelId="{AE12D8E0-969F-4611-8239-5CB9F786CC33}" type="presParOf" srcId="{E9AC01FA-C14A-47BB-ACF0-F047C534C9B0}" destId="{904A5F32-A414-4951-BBA9-6461E45F0688}" srcOrd="4" destOrd="0" presId="urn:microsoft.com/office/officeart/2008/layout/LinedList"/>
    <dgm:cxn modelId="{78541FCE-EE32-4D53-9D57-C946912FDC98}" type="presParOf" srcId="{E9AC01FA-C14A-47BB-ACF0-F047C534C9B0}" destId="{ADEBD7F9-6588-4D21-BB60-E1B02F1FC5DF}" srcOrd="5" destOrd="0" presId="urn:microsoft.com/office/officeart/2008/layout/LinedList"/>
    <dgm:cxn modelId="{D8614529-FEB4-4083-A531-E1F6C735F54B}" type="presParOf" srcId="{ADEBD7F9-6588-4D21-BB60-E1B02F1FC5DF}" destId="{EECB28EB-E161-4862-BBDC-ED6E2B0D215C}" srcOrd="0" destOrd="0" presId="urn:microsoft.com/office/officeart/2008/layout/LinedList"/>
    <dgm:cxn modelId="{484062F7-8E1E-41B1-A4DE-999D8D7AC950}" type="presParOf" srcId="{ADEBD7F9-6588-4D21-BB60-E1B02F1FC5DF}" destId="{CE046BB3-8392-4BDF-98F6-800B2808CC87}" srcOrd="1" destOrd="0" presId="urn:microsoft.com/office/officeart/2008/layout/LinedList"/>
    <dgm:cxn modelId="{4A9916E8-CF23-405E-AEB0-49F4375A35CD}" type="presParOf" srcId="{E9AC01FA-C14A-47BB-ACF0-F047C534C9B0}" destId="{8D24B6E6-1DE9-4250-A090-BCC314CEBF2E}" srcOrd="6" destOrd="0" presId="urn:microsoft.com/office/officeart/2008/layout/LinedList"/>
    <dgm:cxn modelId="{A52DACD9-27DE-459A-895D-C711228967FF}" type="presParOf" srcId="{E9AC01FA-C14A-47BB-ACF0-F047C534C9B0}" destId="{04D6D856-9CDD-495A-A265-7152D92FE097}" srcOrd="7" destOrd="0" presId="urn:microsoft.com/office/officeart/2008/layout/LinedList"/>
    <dgm:cxn modelId="{ADDC0BD2-E401-4525-851D-F0A733EDDD53}" type="presParOf" srcId="{04D6D856-9CDD-495A-A265-7152D92FE097}" destId="{AB955762-06AD-4674-9780-BA9F730DE2E3}" srcOrd="0" destOrd="0" presId="urn:microsoft.com/office/officeart/2008/layout/LinedList"/>
    <dgm:cxn modelId="{893504D3-8393-4CF0-99DF-DED368531AB9}" type="presParOf" srcId="{04D6D856-9CDD-495A-A265-7152D92FE097}" destId="{D4FCA325-FF7C-4E48-8F90-DA21A9F640DF}" srcOrd="1" destOrd="0" presId="urn:microsoft.com/office/officeart/2008/layout/LinedList"/>
    <dgm:cxn modelId="{C1CA008C-AE45-49DB-862C-AA9752017AC7}" type="presParOf" srcId="{E9AC01FA-C14A-47BB-ACF0-F047C534C9B0}" destId="{80AB0FA2-91E1-455C-9412-F51D6D5F4FC7}" srcOrd="8" destOrd="0" presId="urn:microsoft.com/office/officeart/2008/layout/LinedList"/>
    <dgm:cxn modelId="{0492649A-2880-4138-A0B2-BE346A0A4699}" type="presParOf" srcId="{E9AC01FA-C14A-47BB-ACF0-F047C534C9B0}" destId="{108A4CC2-760B-4046-9847-58BA833CCB82}" srcOrd="9" destOrd="0" presId="urn:microsoft.com/office/officeart/2008/layout/LinedList"/>
    <dgm:cxn modelId="{7DFC0196-5089-4245-8FF8-24550B9CE078}" type="presParOf" srcId="{108A4CC2-760B-4046-9847-58BA833CCB82}" destId="{D73E2400-1C92-4EA6-AAF0-83F159301BF9}" srcOrd="0" destOrd="0" presId="urn:microsoft.com/office/officeart/2008/layout/LinedList"/>
    <dgm:cxn modelId="{A4B1E78D-3038-4699-AB54-20E6717C6B58}" type="presParOf" srcId="{108A4CC2-760B-4046-9847-58BA833CCB82}" destId="{BB1D4C72-0A0B-4072-B9DB-3310BF4BDFA7}" srcOrd="1" destOrd="0" presId="urn:microsoft.com/office/officeart/2008/layout/LinedList"/>
    <dgm:cxn modelId="{43B44231-BA76-4CBE-9D64-9FDFAB62F522}" type="presParOf" srcId="{E9AC01FA-C14A-47BB-ACF0-F047C534C9B0}" destId="{1AACD170-27A5-4F5A-AA01-A3B70DFEE383}" srcOrd="10" destOrd="0" presId="urn:microsoft.com/office/officeart/2008/layout/LinedList"/>
    <dgm:cxn modelId="{6B17664C-9ADA-468F-B96A-AFCFDD006A3D}" type="presParOf" srcId="{E9AC01FA-C14A-47BB-ACF0-F047C534C9B0}" destId="{A7D32794-EDC2-4FC1-BC30-6CCCD6488B48}" srcOrd="11" destOrd="0" presId="urn:microsoft.com/office/officeart/2008/layout/LinedList"/>
    <dgm:cxn modelId="{850FD18D-1AE2-47ED-B794-C6ECF07E90BB}" type="presParOf" srcId="{A7D32794-EDC2-4FC1-BC30-6CCCD6488B48}" destId="{EE69E382-CC17-4151-A13A-797B37D77F9C}" srcOrd="0" destOrd="0" presId="urn:microsoft.com/office/officeart/2008/layout/LinedList"/>
    <dgm:cxn modelId="{36F455A1-7F6C-48F5-BB3F-95623E93BE83}" type="presParOf" srcId="{A7D32794-EDC2-4FC1-BC30-6CCCD6488B48}" destId="{15AC99D2-76EB-4B53-ABB4-2691B6D295EA}" srcOrd="1" destOrd="0" presId="urn:microsoft.com/office/officeart/2008/layout/Line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EC0DEA11-5968-4F91-AD4C-15C3162DB0BA}" type="doc">
      <dgm:prSet loTypeId="urn:microsoft.com/office/officeart/2005/8/layout/vList2" loCatId="list" qsTypeId="urn:microsoft.com/office/officeart/2005/8/quickstyle/simple1" qsCatId="simple" csTypeId="urn:microsoft.com/office/officeart/2005/8/colors/accent1_2" csCatId="accent1"/>
      <dgm:spPr/>
      <dgm:t>
        <a:bodyPr/>
        <a:lstStyle/>
        <a:p>
          <a:endParaRPr lang="hu-HU"/>
        </a:p>
      </dgm:t>
    </dgm:pt>
    <dgm:pt modelId="{A33D72F0-12BC-4D09-93E9-8A06B68D7FA9}">
      <dgm:prSet/>
      <dgm:spPr/>
      <dgm:t>
        <a:bodyPr/>
        <a:lstStyle/>
        <a:p>
          <a:r>
            <a:rPr lang="hu-HU" b="0" i="0" baseline="0"/>
            <a:t>Relációs adatbázis</a:t>
          </a:r>
          <a:endParaRPr lang="en-GB"/>
        </a:p>
      </dgm:t>
    </dgm:pt>
    <dgm:pt modelId="{48354581-83F9-47DE-A55D-699D9746B57A}" type="parTrans" cxnId="{FC3A66F6-A525-438D-B3DD-08E4C1CD22C2}">
      <dgm:prSet/>
      <dgm:spPr/>
      <dgm:t>
        <a:bodyPr/>
        <a:lstStyle/>
        <a:p>
          <a:endParaRPr lang="hu-HU"/>
        </a:p>
      </dgm:t>
    </dgm:pt>
    <dgm:pt modelId="{C3317350-EA98-4DE9-A452-19BDC56DBF0C}" type="sibTrans" cxnId="{FC3A66F6-A525-438D-B3DD-08E4C1CD22C2}">
      <dgm:prSet/>
      <dgm:spPr/>
      <dgm:t>
        <a:bodyPr/>
        <a:lstStyle/>
        <a:p>
          <a:endParaRPr lang="hu-HU"/>
        </a:p>
      </dgm:t>
    </dgm:pt>
    <dgm:pt modelId="{19E49927-526B-4FC3-8048-B68567B58BBB}">
      <dgm:prSet/>
      <dgm:spPr/>
      <dgm:t>
        <a:bodyPr/>
        <a:lstStyle/>
        <a:p>
          <a:r>
            <a:rPr lang="hu-HU" b="0" i="0" baseline="0"/>
            <a:t>Táblák külön funkciókhoz</a:t>
          </a:r>
          <a:endParaRPr lang="en-GB"/>
        </a:p>
      </dgm:t>
    </dgm:pt>
    <dgm:pt modelId="{65B3D6D3-D608-4B60-92A0-5EF670BFB781}" type="parTrans" cxnId="{EA643634-960D-4B91-AF03-228BAAB4841F}">
      <dgm:prSet/>
      <dgm:spPr/>
      <dgm:t>
        <a:bodyPr/>
        <a:lstStyle/>
        <a:p>
          <a:endParaRPr lang="hu-HU"/>
        </a:p>
      </dgm:t>
    </dgm:pt>
    <dgm:pt modelId="{9C789671-C700-427B-9213-721AD6B80622}" type="sibTrans" cxnId="{EA643634-960D-4B91-AF03-228BAAB4841F}">
      <dgm:prSet/>
      <dgm:spPr/>
      <dgm:t>
        <a:bodyPr/>
        <a:lstStyle/>
        <a:p>
          <a:endParaRPr lang="hu-HU"/>
        </a:p>
      </dgm:t>
    </dgm:pt>
    <dgm:pt modelId="{96381242-6879-46C5-906D-FD97BB8FE7ED}">
      <dgm:prSet/>
      <dgm:spPr/>
      <dgm:t>
        <a:bodyPr/>
        <a:lstStyle/>
        <a:p>
          <a:r>
            <a:rPr lang="hu-HU" b="0" i="0" baseline="0"/>
            <a:t>Primary key és foreign key kapcsolatok</a:t>
          </a:r>
          <a:endParaRPr lang="en-GB"/>
        </a:p>
      </dgm:t>
    </dgm:pt>
    <dgm:pt modelId="{7D3A558D-EE2B-48C1-B769-6E99C6AECA5A}" type="parTrans" cxnId="{3125A5FE-B036-4D5E-9FB6-F49CD1BF4E42}">
      <dgm:prSet/>
      <dgm:spPr/>
      <dgm:t>
        <a:bodyPr/>
        <a:lstStyle/>
        <a:p>
          <a:endParaRPr lang="hu-HU"/>
        </a:p>
      </dgm:t>
    </dgm:pt>
    <dgm:pt modelId="{11192D24-6474-4673-887C-C51743B29137}" type="sibTrans" cxnId="{3125A5FE-B036-4D5E-9FB6-F49CD1BF4E42}">
      <dgm:prSet/>
      <dgm:spPr/>
      <dgm:t>
        <a:bodyPr/>
        <a:lstStyle/>
        <a:p>
          <a:endParaRPr lang="hu-HU"/>
        </a:p>
      </dgm:t>
    </dgm:pt>
    <dgm:pt modelId="{5E65178B-2C71-46B2-93BD-CA5F39818B6B}">
      <dgm:prSet/>
      <dgm:spPr/>
      <dgm:t>
        <a:bodyPr/>
        <a:lstStyle/>
        <a:p>
          <a:r>
            <a:rPr lang="hu-HU" b="0" i="0" baseline="0"/>
            <a:t>Kaszkád törlés több kapcsolatnál</a:t>
          </a:r>
          <a:endParaRPr lang="en-GB"/>
        </a:p>
      </dgm:t>
    </dgm:pt>
    <dgm:pt modelId="{F80364C6-108F-44C7-9AE2-60477DCD5F14}" type="parTrans" cxnId="{55ADE6EA-89F9-4AAC-B851-924C16D76DCA}">
      <dgm:prSet/>
      <dgm:spPr/>
      <dgm:t>
        <a:bodyPr/>
        <a:lstStyle/>
        <a:p>
          <a:endParaRPr lang="hu-HU"/>
        </a:p>
      </dgm:t>
    </dgm:pt>
    <dgm:pt modelId="{9A1F3E0A-144B-42DB-938C-4131ADE453CC}" type="sibTrans" cxnId="{55ADE6EA-89F9-4AAC-B851-924C16D76DCA}">
      <dgm:prSet/>
      <dgm:spPr/>
      <dgm:t>
        <a:bodyPr/>
        <a:lstStyle/>
        <a:p>
          <a:endParaRPr lang="hu-HU"/>
        </a:p>
      </dgm:t>
    </dgm:pt>
    <dgm:pt modelId="{8247B523-8D65-41A8-AC87-DC7FA8E6F279}">
      <dgm:prSet/>
      <dgm:spPr/>
      <dgm:t>
        <a:bodyPr/>
        <a:lstStyle/>
        <a:p>
          <a:r>
            <a:rPr lang="hu-HU" b="0" i="0" baseline="0"/>
            <a:t>Állapotkezelés a maketteknél</a:t>
          </a:r>
          <a:endParaRPr lang="en-GB"/>
        </a:p>
      </dgm:t>
    </dgm:pt>
    <dgm:pt modelId="{F8A25915-876E-4DEE-A398-00D74C65DF2F}" type="parTrans" cxnId="{DE5FFCE6-8B57-4888-96E7-3ED1F3D71C01}">
      <dgm:prSet/>
      <dgm:spPr/>
      <dgm:t>
        <a:bodyPr/>
        <a:lstStyle/>
        <a:p>
          <a:endParaRPr lang="hu-HU"/>
        </a:p>
      </dgm:t>
    </dgm:pt>
    <dgm:pt modelId="{C43376D1-2897-4CFD-8D7F-BE1731AE7ACE}" type="sibTrans" cxnId="{DE5FFCE6-8B57-4888-96E7-3ED1F3D71C01}">
      <dgm:prSet/>
      <dgm:spPr/>
      <dgm:t>
        <a:bodyPr/>
        <a:lstStyle/>
        <a:p>
          <a:endParaRPr lang="hu-HU"/>
        </a:p>
      </dgm:t>
    </dgm:pt>
    <dgm:pt modelId="{A9D86935-5EB7-4713-952D-920F2578B8DF}" type="pres">
      <dgm:prSet presAssocID="{EC0DEA11-5968-4F91-AD4C-15C3162DB0BA}" presName="linear" presStyleCnt="0">
        <dgm:presLayoutVars>
          <dgm:animLvl val="lvl"/>
          <dgm:resizeHandles val="exact"/>
        </dgm:presLayoutVars>
      </dgm:prSet>
      <dgm:spPr/>
    </dgm:pt>
    <dgm:pt modelId="{35EB0E74-609B-4A46-A9A5-373264BBEA7A}" type="pres">
      <dgm:prSet presAssocID="{A33D72F0-12BC-4D09-93E9-8A06B68D7FA9}" presName="parentText" presStyleLbl="node1" presStyleIdx="0" presStyleCnt="5">
        <dgm:presLayoutVars>
          <dgm:chMax val="0"/>
          <dgm:bulletEnabled val="1"/>
        </dgm:presLayoutVars>
      </dgm:prSet>
      <dgm:spPr/>
    </dgm:pt>
    <dgm:pt modelId="{A21236D4-12A0-4D30-93CD-84AED97D59F3}" type="pres">
      <dgm:prSet presAssocID="{C3317350-EA98-4DE9-A452-19BDC56DBF0C}" presName="spacer" presStyleCnt="0"/>
      <dgm:spPr/>
    </dgm:pt>
    <dgm:pt modelId="{86D52A9A-C251-4190-A7F4-940F2839C0F2}" type="pres">
      <dgm:prSet presAssocID="{19E49927-526B-4FC3-8048-B68567B58BBB}" presName="parentText" presStyleLbl="node1" presStyleIdx="1" presStyleCnt="5">
        <dgm:presLayoutVars>
          <dgm:chMax val="0"/>
          <dgm:bulletEnabled val="1"/>
        </dgm:presLayoutVars>
      </dgm:prSet>
      <dgm:spPr/>
    </dgm:pt>
    <dgm:pt modelId="{00E14A49-3E7A-4307-8E1D-53B88918192B}" type="pres">
      <dgm:prSet presAssocID="{9C789671-C700-427B-9213-721AD6B80622}" presName="spacer" presStyleCnt="0"/>
      <dgm:spPr/>
    </dgm:pt>
    <dgm:pt modelId="{4B571DE5-C777-4EAF-8EC3-ECE2BF452FC2}" type="pres">
      <dgm:prSet presAssocID="{96381242-6879-46C5-906D-FD97BB8FE7ED}" presName="parentText" presStyleLbl="node1" presStyleIdx="2" presStyleCnt="5">
        <dgm:presLayoutVars>
          <dgm:chMax val="0"/>
          <dgm:bulletEnabled val="1"/>
        </dgm:presLayoutVars>
      </dgm:prSet>
      <dgm:spPr/>
    </dgm:pt>
    <dgm:pt modelId="{56210E77-2C59-4FED-936F-0F7F31796C2E}" type="pres">
      <dgm:prSet presAssocID="{11192D24-6474-4673-887C-C51743B29137}" presName="spacer" presStyleCnt="0"/>
      <dgm:spPr/>
    </dgm:pt>
    <dgm:pt modelId="{3B4503D2-4FB9-4E90-B814-CAB2AE38C33D}" type="pres">
      <dgm:prSet presAssocID="{5E65178B-2C71-46B2-93BD-CA5F39818B6B}" presName="parentText" presStyleLbl="node1" presStyleIdx="3" presStyleCnt="5">
        <dgm:presLayoutVars>
          <dgm:chMax val="0"/>
          <dgm:bulletEnabled val="1"/>
        </dgm:presLayoutVars>
      </dgm:prSet>
      <dgm:spPr/>
    </dgm:pt>
    <dgm:pt modelId="{31A7478B-0DC4-4046-A42D-B9C8EC6C98C4}" type="pres">
      <dgm:prSet presAssocID="{9A1F3E0A-144B-42DB-938C-4131ADE453CC}" presName="spacer" presStyleCnt="0"/>
      <dgm:spPr/>
    </dgm:pt>
    <dgm:pt modelId="{8C31103E-BF31-42A4-BE3A-9069E19476F7}" type="pres">
      <dgm:prSet presAssocID="{8247B523-8D65-41A8-AC87-DC7FA8E6F279}" presName="parentText" presStyleLbl="node1" presStyleIdx="4" presStyleCnt="5">
        <dgm:presLayoutVars>
          <dgm:chMax val="0"/>
          <dgm:bulletEnabled val="1"/>
        </dgm:presLayoutVars>
      </dgm:prSet>
      <dgm:spPr/>
    </dgm:pt>
  </dgm:ptLst>
  <dgm:cxnLst>
    <dgm:cxn modelId="{EA643634-960D-4B91-AF03-228BAAB4841F}" srcId="{EC0DEA11-5968-4F91-AD4C-15C3162DB0BA}" destId="{19E49927-526B-4FC3-8048-B68567B58BBB}" srcOrd="1" destOrd="0" parTransId="{65B3D6D3-D608-4B60-92A0-5EF670BFB781}" sibTransId="{9C789671-C700-427B-9213-721AD6B80622}"/>
    <dgm:cxn modelId="{DC36C158-F61E-4337-B6AD-45BD5D24032A}" type="presOf" srcId="{A33D72F0-12BC-4D09-93E9-8A06B68D7FA9}" destId="{35EB0E74-609B-4A46-A9A5-373264BBEA7A}" srcOrd="0" destOrd="0" presId="urn:microsoft.com/office/officeart/2005/8/layout/vList2"/>
    <dgm:cxn modelId="{99C65E9C-7804-4D8F-84DA-524E3E1256F8}" type="presOf" srcId="{19E49927-526B-4FC3-8048-B68567B58BBB}" destId="{86D52A9A-C251-4190-A7F4-940F2839C0F2}" srcOrd="0" destOrd="0" presId="urn:microsoft.com/office/officeart/2005/8/layout/vList2"/>
    <dgm:cxn modelId="{DE5FFCE6-8B57-4888-96E7-3ED1F3D71C01}" srcId="{EC0DEA11-5968-4F91-AD4C-15C3162DB0BA}" destId="{8247B523-8D65-41A8-AC87-DC7FA8E6F279}" srcOrd="4" destOrd="0" parTransId="{F8A25915-876E-4DEE-A398-00D74C65DF2F}" sibTransId="{C43376D1-2897-4CFD-8D7F-BE1731AE7ACE}"/>
    <dgm:cxn modelId="{B1FDD6E8-F277-482A-9AE7-D1E14EDD4093}" type="presOf" srcId="{96381242-6879-46C5-906D-FD97BB8FE7ED}" destId="{4B571DE5-C777-4EAF-8EC3-ECE2BF452FC2}" srcOrd="0" destOrd="0" presId="urn:microsoft.com/office/officeart/2005/8/layout/vList2"/>
    <dgm:cxn modelId="{E9F4F8E9-F44A-41B1-A9A1-E007A855A804}" type="presOf" srcId="{EC0DEA11-5968-4F91-AD4C-15C3162DB0BA}" destId="{A9D86935-5EB7-4713-952D-920F2578B8DF}" srcOrd="0" destOrd="0" presId="urn:microsoft.com/office/officeart/2005/8/layout/vList2"/>
    <dgm:cxn modelId="{55ADE6EA-89F9-4AAC-B851-924C16D76DCA}" srcId="{EC0DEA11-5968-4F91-AD4C-15C3162DB0BA}" destId="{5E65178B-2C71-46B2-93BD-CA5F39818B6B}" srcOrd="3" destOrd="0" parTransId="{F80364C6-108F-44C7-9AE2-60477DCD5F14}" sibTransId="{9A1F3E0A-144B-42DB-938C-4131ADE453CC}"/>
    <dgm:cxn modelId="{FC0B43EE-E6B1-4E20-8936-8C5C18EE4EC0}" type="presOf" srcId="{5E65178B-2C71-46B2-93BD-CA5F39818B6B}" destId="{3B4503D2-4FB9-4E90-B814-CAB2AE38C33D}" srcOrd="0" destOrd="0" presId="urn:microsoft.com/office/officeart/2005/8/layout/vList2"/>
    <dgm:cxn modelId="{FC3A66F6-A525-438D-B3DD-08E4C1CD22C2}" srcId="{EC0DEA11-5968-4F91-AD4C-15C3162DB0BA}" destId="{A33D72F0-12BC-4D09-93E9-8A06B68D7FA9}" srcOrd="0" destOrd="0" parTransId="{48354581-83F9-47DE-A55D-699D9746B57A}" sibTransId="{C3317350-EA98-4DE9-A452-19BDC56DBF0C}"/>
    <dgm:cxn modelId="{3125A5FE-B036-4D5E-9FB6-F49CD1BF4E42}" srcId="{EC0DEA11-5968-4F91-AD4C-15C3162DB0BA}" destId="{96381242-6879-46C5-906D-FD97BB8FE7ED}" srcOrd="2" destOrd="0" parTransId="{7D3A558D-EE2B-48C1-B769-6E99C6AECA5A}" sibTransId="{11192D24-6474-4673-887C-C51743B29137}"/>
    <dgm:cxn modelId="{89814CFF-B2DF-47A3-86B6-BDD4172E919F}" type="presOf" srcId="{8247B523-8D65-41A8-AC87-DC7FA8E6F279}" destId="{8C31103E-BF31-42A4-BE3A-9069E19476F7}" srcOrd="0" destOrd="0" presId="urn:microsoft.com/office/officeart/2005/8/layout/vList2"/>
    <dgm:cxn modelId="{0E94EDF2-93A9-4017-9190-2DD709FDBFF1}" type="presParOf" srcId="{A9D86935-5EB7-4713-952D-920F2578B8DF}" destId="{35EB0E74-609B-4A46-A9A5-373264BBEA7A}" srcOrd="0" destOrd="0" presId="urn:microsoft.com/office/officeart/2005/8/layout/vList2"/>
    <dgm:cxn modelId="{5949DDB3-8D70-4665-A551-EE8413BFCF79}" type="presParOf" srcId="{A9D86935-5EB7-4713-952D-920F2578B8DF}" destId="{A21236D4-12A0-4D30-93CD-84AED97D59F3}" srcOrd="1" destOrd="0" presId="urn:microsoft.com/office/officeart/2005/8/layout/vList2"/>
    <dgm:cxn modelId="{B4325393-E612-472E-8D9D-56B6641D7BBC}" type="presParOf" srcId="{A9D86935-5EB7-4713-952D-920F2578B8DF}" destId="{86D52A9A-C251-4190-A7F4-940F2839C0F2}" srcOrd="2" destOrd="0" presId="urn:microsoft.com/office/officeart/2005/8/layout/vList2"/>
    <dgm:cxn modelId="{12B06F72-BEF2-4875-BAD3-1DAA061C3537}" type="presParOf" srcId="{A9D86935-5EB7-4713-952D-920F2578B8DF}" destId="{00E14A49-3E7A-4307-8E1D-53B88918192B}" srcOrd="3" destOrd="0" presId="urn:microsoft.com/office/officeart/2005/8/layout/vList2"/>
    <dgm:cxn modelId="{5D71CFDA-9606-45E5-83CE-627C1EE0B21E}" type="presParOf" srcId="{A9D86935-5EB7-4713-952D-920F2578B8DF}" destId="{4B571DE5-C777-4EAF-8EC3-ECE2BF452FC2}" srcOrd="4" destOrd="0" presId="urn:microsoft.com/office/officeart/2005/8/layout/vList2"/>
    <dgm:cxn modelId="{A573CDA1-5563-4564-BBC1-85C4B4D22B96}" type="presParOf" srcId="{A9D86935-5EB7-4713-952D-920F2578B8DF}" destId="{56210E77-2C59-4FED-936F-0F7F31796C2E}" srcOrd="5" destOrd="0" presId="urn:microsoft.com/office/officeart/2005/8/layout/vList2"/>
    <dgm:cxn modelId="{0A714935-2BDE-483E-A825-78136EA0E36A}" type="presParOf" srcId="{A9D86935-5EB7-4713-952D-920F2578B8DF}" destId="{3B4503D2-4FB9-4E90-B814-CAB2AE38C33D}" srcOrd="6" destOrd="0" presId="urn:microsoft.com/office/officeart/2005/8/layout/vList2"/>
    <dgm:cxn modelId="{8B9CB342-25F2-4975-912A-F3B64DD5DBD2}" type="presParOf" srcId="{A9D86935-5EB7-4713-952D-920F2578B8DF}" destId="{31A7478B-0DC4-4046-A42D-B9C8EC6C98C4}" srcOrd="7" destOrd="0" presId="urn:microsoft.com/office/officeart/2005/8/layout/vList2"/>
    <dgm:cxn modelId="{A24AF274-051A-449D-912C-B826D6772729}" type="presParOf" srcId="{A9D86935-5EB7-4713-952D-920F2578B8DF}" destId="{8C31103E-BF31-42A4-BE3A-9069E19476F7}" srcOrd="8"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5ABDADB-D572-4319-8AB1-6A755FD3494F}" type="doc">
      <dgm:prSet loTypeId="urn:microsoft.com/office/officeart/2005/8/layout/default" loCatId="list" qsTypeId="urn:microsoft.com/office/officeart/2005/8/quickstyle/simple4" qsCatId="simple" csTypeId="urn:microsoft.com/office/officeart/2005/8/colors/colorful1" csCatId="colorful"/>
      <dgm:spPr/>
      <dgm:t>
        <a:bodyPr/>
        <a:lstStyle/>
        <a:p>
          <a:endParaRPr lang="en-US"/>
        </a:p>
      </dgm:t>
    </dgm:pt>
    <dgm:pt modelId="{7A2E3DE8-9B87-40B5-91BB-545792DB7E15}">
      <dgm:prSet/>
      <dgm:spPr/>
      <dgm:t>
        <a:bodyPr/>
        <a:lstStyle/>
        <a:p>
          <a:r>
            <a:rPr lang="hu-HU" b="0" i="0" baseline="0"/>
            <a:t>Teljes full-stack rendszer</a:t>
          </a:r>
          <a:endParaRPr lang="en-US"/>
        </a:p>
      </dgm:t>
    </dgm:pt>
    <dgm:pt modelId="{A953E2BC-B90F-4282-B21B-9ECAE5E94081}" type="parTrans" cxnId="{3E87E3F3-F60F-4ACF-90B1-8168FBA02430}">
      <dgm:prSet/>
      <dgm:spPr/>
      <dgm:t>
        <a:bodyPr/>
        <a:lstStyle/>
        <a:p>
          <a:endParaRPr lang="en-US"/>
        </a:p>
      </dgm:t>
    </dgm:pt>
    <dgm:pt modelId="{8D942075-6361-4E0E-B808-BFA425ADC926}" type="sibTrans" cxnId="{3E87E3F3-F60F-4ACF-90B1-8168FBA02430}">
      <dgm:prSet/>
      <dgm:spPr/>
      <dgm:t>
        <a:bodyPr/>
        <a:lstStyle/>
        <a:p>
          <a:endParaRPr lang="en-US"/>
        </a:p>
      </dgm:t>
    </dgm:pt>
    <dgm:pt modelId="{0549F62C-3F62-4253-B412-02A2E9068EFF}">
      <dgm:prSet/>
      <dgm:spPr/>
      <dgm:t>
        <a:bodyPr/>
        <a:lstStyle/>
        <a:p>
          <a:r>
            <a:rPr lang="hu-HU" b="0" i="0" baseline="0"/>
            <a:t>Valós közösségi funkciók</a:t>
          </a:r>
          <a:endParaRPr lang="en-US"/>
        </a:p>
      </dgm:t>
    </dgm:pt>
    <dgm:pt modelId="{02652DAD-7BC1-499B-BF92-C72CC78E615C}" type="parTrans" cxnId="{D544A49E-A532-48AF-9DBD-C883F26716C4}">
      <dgm:prSet/>
      <dgm:spPr/>
      <dgm:t>
        <a:bodyPr/>
        <a:lstStyle/>
        <a:p>
          <a:endParaRPr lang="en-US"/>
        </a:p>
      </dgm:t>
    </dgm:pt>
    <dgm:pt modelId="{245F0005-86DA-414B-B9DF-D58ACA7CEEF0}" type="sibTrans" cxnId="{D544A49E-A532-48AF-9DBD-C883F26716C4}">
      <dgm:prSet/>
      <dgm:spPr/>
      <dgm:t>
        <a:bodyPr/>
        <a:lstStyle/>
        <a:p>
          <a:endParaRPr lang="en-US"/>
        </a:p>
      </dgm:t>
    </dgm:pt>
    <dgm:pt modelId="{64204FC3-3239-4CD9-848E-6E0DE68E3E2B}">
      <dgm:prSet/>
      <dgm:spPr/>
      <dgm:t>
        <a:bodyPr/>
        <a:lstStyle/>
        <a:p>
          <a:r>
            <a:rPr lang="hu-HU" b="0" i="0" baseline="0"/>
            <a:t>Biztonságos és bővíthető felépítés</a:t>
          </a:r>
          <a:endParaRPr lang="en-US"/>
        </a:p>
      </dgm:t>
    </dgm:pt>
    <dgm:pt modelId="{50ACAB5F-34CC-4DD3-84B2-3C40CE34E834}" type="parTrans" cxnId="{9B12B0AA-70CE-4067-B185-CC4CB741FD90}">
      <dgm:prSet/>
      <dgm:spPr/>
      <dgm:t>
        <a:bodyPr/>
        <a:lstStyle/>
        <a:p>
          <a:endParaRPr lang="en-US"/>
        </a:p>
      </dgm:t>
    </dgm:pt>
    <dgm:pt modelId="{5B23037E-2987-4EE6-A9FC-663B986B764D}" type="sibTrans" cxnId="{9B12B0AA-70CE-4067-B185-CC4CB741FD90}">
      <dgm:prSet/>
      <dgm:spPr/>
      <dgm:t>
        <a:bodyPr/>
        <a:lstStyle/>
        <a:p>
          <a:endParaRPr lang="en-US"/>
        </a:p>
      </dgm:t>
    </dgm:pt>
    <dgm:pt modelId="{5872A37B-EC74-4B2D-A200-ABAD239D48E2}">
      <dgm:prSet/>
      <dgm:spPr/>
      <dgm:t>
        <a:bodyPr/>
        <a:lstStyle/>
        <a:p>
          <a:r>
            <a:rPr lang="hu-HU" b="0" i="0" baseline="0"/>
            <a:t>Jövőbeli lehetőségek:</a:t>
          </a:r>
          <a:endParaRPr lang="en-US"/>
        </a:p>
      </dgm:t>
    </dgm:pt>
    <dgm:pt modelId="{4D69D828-7F8E-4185-9100-FD825E10989F}" type="parTrans" cxnId="{330FBFE7-FF9A-484E-B373-4E3A5C7788FC}">
      <dgm:prSet/>
      <dgm:spPr/>
      <dgm:t>
        <a:bodyPr/>
        <a:lstStyle/>
        <a:p>
          <a:endParaRPr lang="en-US"/>
        </a:p>
      </dgm:t>
    </dgm:pt>
    <dgm:pt modelId="{DC8D3F1F-A075-494D-B8D8-254073051074}" type="sibTrans" cxnId="{330FBFE7-FF9A-484E-B373-4E3A5C7788FC}">
      <dgm:prSet/>
      <dgm:spPr/>
      <dgm:t>
        <a:bodyPr/>
        <a:lstStyle/>
        <a:p>
          <a:endParaRPr lang="en-US"/>
        </a:p>
      </dgm:t>
    </dgm:pt>
    <dgm:pt modelId="{013C0EE6-EF89-4648-A247-D05236162253}">
      <dgm:prSet/>
      <dgm:spPr/>
      <dgm:t>
        <a:bodyPr/>
        <a:lstStyle/>
        <a:p>
          <a:r>
            <a:rPr lang="hu-HU" b="0" i="0" baseline="0"/>
            <a:t>még jobb keresés</a:t>
          </a:r>
          <a:endParaRPr lang="en-US"/>
        </a:p>
      </dgm:t>
    </dgm:pt>
    <dgm:pt modelId="{F6DF5799-B3FE-414B-91D7-700B5237FEEB}" type="parTrans" cxnId="{D0202567-7F08-4EC2-A37B-BD213237722A}">
      <dgm:prSet/>
      <dgm:spPr/>
      <dgm:t>
        <a:bodyPr/>
        <a:lstStyle/>
        <a:p>
          <a:endParaRPr lang="en-US"/>
        </a:p>
      </dgm:t>
    </dgm:pt>
    <dgm:pt modelId="{3C9D44EA-78DC-4AAB-9D19-F25726C18A1C}" type="sibTrans" cxnId="{D0202567-7F08-4EC2-A37B-BD213237722A}">
      <dgm:prSet/>
      <dgm:spPr/>
      <dgm:t>
        <a:bodyPr/>
        <a:lstStyle/>
        <a:p>
          <a:endParaRPr lang="en-US"/>
        </a:p>
      </dgm:t>
    </dgm:pt>
    <dgm:pt modelId="{96CD18F8-360F-40F3-B56A-3C8B9DBD0BFF}">
      <dgm:prSet/>
      <dgm:spPr/>
      <dgm:t>
        <a:bodyPr/>
        <a:lstStyle/>
        <a:p>
          <a:r>
            <a:rPr lang="hu-HU" b="0" i="0" baseline="0"/>
            <a:t>több admin statisztika</a:t>
          </a:r>
          <a:endParaRPr lang="en-US"/>
        </a:p>
      </dgm:t>
    </dgm:pt>
    <dgm:pt modelId="{B1EB9829-9959-4141-BF9B-A887CAA2AEA1}" type="parTrans" cxnId="{FD8ECCD2-349A-4462-B06E-03185D24515A}">
      <dgm:prSet/>
      <dgm:spPr/>
      <dgm:t>
        <a:bodyPr/>
        <a:lstStyle/>
        <a:p>
          <a:endParaRPr lang="en-US"/>
        </a:p>
      </dgm:t>
    </dgm:pt>
    <dgm:pt modelId="{FF0453B9-3537-42CF-8A66-496156C95744}" type="sibTrans" cxnId="{FD8ECCD2-349A-4462-B06E-03185D24515A}">
      <dgm:prSet/>
      <dgm:spPr/>
      <dgm:t>
        <a:bodyPr/>
        <a:lstStyle/>
        <a:p>
          <a:endParaRPr lang="en-US"/>
        </a:p>
      </dgm:t>
    </dgm:pt>
    <dgm:pt modelId="{D52B2E31-F629-4C3A-975A-CAFBB97183F8}">
      <dgm:prSet/>
      <dgm:spPr/>
      <dgm:t>
        <a:bodyPr/>
        <a:lstStyle/>
        <a:p>
          <a:r>
            <a:rPr lang="hu-HU" b="0" i="0" baseline="0"/>
            <a:t>fejlettebb AI</a:t>
          </a:r>
          <a:endParaRPr lang="en-US"/>
        </a:p>
      </dgm:t>
    </dgm:pt>
    <dgm:pt modelId="{CD7F7DFB-9CF6-4757-864B-E868C3E5808A}" type="parTrans" cxnId="{2C5F5ED4-EACC-491A-BD76-157327F75DF8}">
      <dgm:prSet/>
      <dgm:spPr/>
      <dgm:t>
        <a:bodyPr/>
        <a:lstStyle/>
        <a:p>
          <a:endParaRPr lang="en-US"/>
        </a:p>
      </dgm:t>
    </dgm:pt>
    <dgm:pt modelId="{C01FC183-0B01-4DFB-8540-A30E08863FEA}" type="sibTrans" cxnId="{2C5F5ED4-EACC-491A-BD76-157327F75DF8}">
      <dgm:prSet/>
      <dgm:spPr/>
      <dgm:t>
        <a:bodyPr/>
        <a:lstStyle/>
        <a:p>
          <a:endParaRPr lang="en-US"/>
        </a:p>
      </dgm:t>
    </dgm:pt>
    <dgm:pt modelId="{CEC5EDF0-9C40-40CD-BEF5-9B9F524D7ABD}">
      <dgm:prSet/>
      <dgm:spPr/>
      <dgm:t>
        <a:bodyPr/>
        <a:lstStyle/>
        <a:p>
          <a:r>
            <a:rPr lang="hu-HU" b="0" i="0" baseline="0"/>
            <a:t>kényelmesebb mobil használat</a:t>
          </a:r>
          <a:endParaRPr lang="en-US"/>
        </a:p>
      </dgm:t>
    </dgm:pt>
    <dgm:pt modelId="{A4DB41A6-8FFE-46B0-8385-42623686BCC3}" type="parTrans" cxnId="{A2666075-052D-4708-A25D-97C75C924AE8}">
      <dgm:prSet/>
      <dgm:spPr/>
      <dgm:t>
        <a:bodyPr/>
        <a:lstStyle/>
        <a:p>
          <a:endParaRPr lang="en-US"/>
        </a:p>
      </dgm:t>
    </dgm:pt>
    <dgm:pt modelId="{AA87F2E1-1099-4F00-B981-C318DB05E94B}" type="sibTrans" cxnId="{A2666075-052D-4708-A25D-97C75C924AE8}">
      <dgm:prSet/>
      <dgm:spPr/>
      <dgm:t>
        <a:bodyPr/>
        <a:lstStyle/>
        <a:p>
          <a:endParaRPr lang="en-US"/>
        </a:p>
      </dgm:t>
    </dgm:pt>
    <dgm:pt modelId="{EA1C0188-5F6D-4F6D-9C1C-3E224011D67C}" type="pres">
      <dgm:prSet presAssocID="{35ABDADB-D572-4319-8AB1-6A755FD3494F}" presName="diagram" presStyleCnt="0">
        <dgm:presLayoutVars>
          <dgm:dir/>
          <dgm:resizeHandles val="exact"/>
        </dgm:presLayoutVars>
      </dgm:prSet>
      <dgm:spPr/>
    </dgm:pt>
    <dgm:pt modelId="{95D7619F-E0AE-4911-84D0-797144573F34}" type="pres">
      <dgm:prSet presAssocID="{7A2E3DE8-9B87-40B5-91BB-545792DB7E15}" presName="node" presStyleLbl="node1" presStyleIdx="0" presStyleCnt="8">
        <dgm:presLayoutVars>
          <dgm:bulletEnabled val="1"/>
        </dgm:presLayoutVars>
      </dgm:prSet>
      <dgm:spPr/>
    </dgm:pt>
    <dgm:pt modelId="{F0CA90D8-F42D-435F-A1DF-45AEDBC3CCDD}" type="pres">
      <dgm:prSet presAssocID="{8D942075-6361-4E0E-B808-BFA425ADC926}" presName="sibTrans" presStyleCnt="0"/>
      <dgm:spPr/>
    </dgm:pt>
    <dgm:pt modelId="{A4D58D6C-8A38-4D4D-AFCB-0C1289ACBF64}" type="pres">
      <dgm:prSet presAssocID="{0549F62C-3F62-4253-B412-02A2E9068EFF}" presName="node" presStyleLbl="node1" presStyleIdx="1" presStyleCnt="8">
        <dgm:presLayoutVars>
          <dgm:bulletEnabled val="1"/>
        </dgm:presLayoutVars>
      </dgm:prSet>
      <dgm:spPr/>
    </dgm:pt>
    <dgm:pt modelId="{6B6B8741-E52C-429D-A572-6EDCFABAB7DA}" type="pres">
      <dgm:prSet presAssocID="{245F0005-86DA-414B-B9DF-D58ACA7CEEF0}" presName="sibTrans" presStyleCnt="0"/>
      <dgm:spPr/>
    </dgm:pt>
    <dgm:pt modelId="{B64420B2-49D5-41AA-B11E-40A8B480A401}" type="pres">
      <dgm:prSet presAssocID="{64204FC3-3239-4CD9-848E-6E0DE68E3E2B}" presName="node" presStyleLbl="node1" presStyleIdx="2" presStyleCnt="8">
        <dgm:presLayoutVars>
          <dgm:bulletEnabled val="1"/>
        </dgm:presLayoutVars>
      </dgm:prSet>
      <dgm:spPr/>
    </dgm:pt>
    <dgm:pt modelId="{C6E1E131-60CC-4602-8513-46F69E4C02A3}" type="pres">
      <dgm:prSet presAssocID="{5B23037E-2987-4EE6-A9FC-663B986B764D}" presName="sibTrans" presStyleCnt="0"/>
      <dgm:spPr/>
    </dgm:pt>
    <dgm:pt modelId="{01629716-0988-496A-90A5-6ACE1684B104}" type="pres">
      <dgm:prSet presAssocID="{5872A37B-EC74-4B2D-A200-ABAD239D48E2}" presName="node" presStyleLbl="node1" presStyleIdx="3" presStyleCnt="8">
        <dgm:presLayoutVars>
          <dgm:bulletEnabled val="1"/>
        </dgm:presLayoutVars>
      </dgm:prSet>
      <dgm:spPr/>
    </dgm:pt>
    <dgm:pt modelId="{202EC48F-AB48-4A65-9EE4-281043A1D699}" type="pres">
      <dgm:prSet presAssocID="{DC8D3F1F-A075-494D-B8D8-254073051074}" presName="sibTrans" presStyleCnt="0"/>
      <dgm:spPr/>
    </dgm:pt>
    <dgm:pt modelId="{3D86CB13-53DD-4B2E-BD8B-F1C6BCEF5138}" type="pres">
      <dgm:prSet presAssocID="{013C0EE6-EF89-4648-A247-D05236162253}" presName="node" presStyleLbl="node1" presStyleIdx="4" presStyleCnt="8">
        <dgm:presLayoutVars>
          <dgm:bulletEnabled val="1"/>
        </dgm:presLayoutVars>
      </dgm:prSet>
      <dgm:spPr/>
    </dgm:pt>
    <dgm:pt modelId="{F840C04E-C69C-4429-A437-9A773E6C4E55}" type="pres">
      <dgm:prSet presAssocID="{3C9D44EA-78DC-4AAB-9D19-F25726C18A1C}" presName="sibTrans" presStyleCnt="0"/>
      <dgm:spPr/>
    </dgm:pt>
    <dgm:pt modelId="{B27C0AFC-D5E1-40AC-A6EE-9BEE72D7E8A9}" type="pres">
      <dgm:prSet presAssocID="{96CD18F8-360F-40F3-B56A-3C8B9DBD0BFF}" presName="node" presStyleLbl="node1" presStyleIdx="5" presStyleCnt="8">
        <dgm:presLayoutVars>
          <dgm:bulletEnabled val="1"/>
        </dgm:presLayoutVars>
      </dgm:prSet>
      <dgm:spPr/>
    </dgm:pt>
    <dgm:pt modelId="{B151B100-0478-4A8E-8441-D83E2CE9626D}" type="pres">
      <dgm:prSet presAssocID="{FF0453B9-3537-42CF-8A66-496156C95744}" presName="sibTrans" presStyleCnt="0"/>
      <dgm:spPr/>
    </dgm:pt>
    <dgm:pt modelId="{19194100-9AD8-4931-B58B-8CD85B53308C}" type="pres">
      <dgm:prSet presAssocID="{D52B2E31-F629-4C3A-975A-CAFBB97183F8}" presName="node" presStyleLbl="node1" presStyleIdx="6" presStyleCnt="8">
        <dgm:presLayoutVars>
          <dgm:bulletEnabled val="1"/>
        </dgm:presLayoutVars>
      </dgm:prSet>
      <dgm:spPr/>
    </dgm:pt>
    <dgm:pt modelId="{5425ED67-A1C2-44F2-9602-C4E723200000}" type="pres">
      <dgm:prSet presAssocID="{C01FC183-0B01-4DFB-8540-A30E08863FEA}" presName="sibTrans" presStyleCnt="0"/>
      <dgm:spPr/>
    </dgm:pt>
    <dgm:pt modelId="{4AA23C1D-AF61-413B-8231-886F356C5A41}" type="pres">
      <dgm:prSet presAssocID="{CEC5EDF0-9C40-40CD-BEF5-9B9F524D7ABD}" presName="node" presStyleLbl="node1" presStyleIdx="7" presStyleCnt="8">
        <dgm:presLayoutVars>
          <dgm:bulletEnabled val="1"/>
        </dgm:presLayoutVars>
      </dgm:prSet>
      <dgm:spPr/>
    </dgm:pt>
  </dgm:ptLst>
  <dgm:cxnLst>
    <dgm:cxn modelId="{8B771033-113A-46A6-8324-8C7DB62973B9}" type="presOf" srcId="{D52B2E31-F629-4C3A-975A-CAFBB97183F8}" destId="{19194100-9AD8-4931-B58B-8CD85B53308C}" srcOrd="0" destOrd="0" presId="urn:microsoft.com/office/officeart/2005/8/layout/default"/>
    <dgm:cxn modelId="{D0202567-7F08-4EC2-A37B-BD213237722A}" srcId="{35ABDADB-D572-4319-8AB1-6A755FD3494F}" destId="{013C0EE6-EF89-4648-A247-D05236162253}" srcOrd="4" destOrd="0" parTransId="{F6DF5799-B3FE-414B-91D7-700B5237FEEB}" sibTransId="{3C9D44EA-78DC-4AAB-9D19-F25726C18A1C}"/>
    <dgm:cxn modelId="{BD866D6E-30D9-4B30-9D1E-CE82B1A993C6}" type="presOf" srcId="{96CD18F8-360F-40F3-B56A-3C8B9DBD0BFF}" destId="{B27C0AFC-D5E1-40AC-A6EE-9BEE72D7E8A9}" srcOrd="0" destOrd="0" presId="urn:microsoft.com/office/officeart/2005/8/layout/default"/>
    <dgm:cxn modelId="{A2666075-052D-4708-A25D-97C75C924AE8}" srcId="{35ABDADB-D572-4319-8AB1-6A755FD3494F}" destId="{CEC5EDF0-9C40-40CD-BEF5-9B9F524D7ABD}" srcOrd="7" destOrd="0" parTransId="{A4DB41A6-8FFE-46B0-8385-42623686BCC3}" sibTransId="{AA87F2E1-1099-4F00-B981-C318DB05E94B}"/>
    <dgm:cxn modelId="{57C23056-51B6-4B74-91D4-13CD4F87799C}" type="presOf" srcId="{35ABDADB-D572-4319-8AB1-6A755FD3494F}" destId="{EA1C0188-5F6D-4F6D-9C1C-3E224011D67C}" srcOrd="0" destOrd="0" presId="urn:microsoft.com/office/officeart/2005/8/layout/default"/>
    <dgm:cxn modelId="{D544A49E-A532-48AF-9DBD-C883F26716C4}" srcId="{35ABDADB-D572-4319-8AB1-6A755FD3494F}" destId="{0549F62C-3F62-4253-B412-02A2E9068EFF}" srcOrd="1" destOrd="0" parTransId="{02652DAD-7BC1-499B-BF92-C72CC78E615C}" sibTransId="{245F0005-86DA-414B-B9DF-D58ACA7CEEF0}"/>
    <dgm:cxn modelId="{9B12B0AA-70CE-4067-B185-CC4CB741FD90}" srcId="{35ABDADB-D572-4319-8AB1-6A755FD3494F}" destId="{64204FC3-3239-4CD9-848E-6E0DE68E3E2B}" srcOrd="2" destOrd="0" parTransId="{50ACAB5F-34CC-4DD3-84B2-3C40CE34E834}" sibTransId="{5B23037E-2987-4EE6-A9FC-663B986B764D}"/>
    <dgm:cxn modelId="{EE2F4AC1-CF4F-40BB-8354-66CB958C2ED6}" type="presOf" srcId="{64204FC3-3239-4CD9-848E-6E0DE68E3E2B}" destId="{B64420B2-49D5-41AA-B11E-40A8B480A401}" srcOrd="0" destOrd="0" presId="urn:microsoft.com/office/officeart/2005/8/layout/default"/>
    <dgm:cxn modelId="{D1CC77C2-0365-4FFC-8383-B885A0FE2D72}" type="presOf" srcId="{0549F62C-3F62-4253-B412-02A2E9068EFF}" destId="{A4D58D6C-8A38-4D4D-AFCB-0C1289ACBF64}" srcOrd="0" destOrd="0" presId="urn:microsoft.com/office/officeart/2005/8/layout/default"/>
    <dgm:cxn modelId="{B828D4C2-A3E9-444A-9BAD-41A4ED7CE762}" type="presOf" srcId="{CEC5EDF0-9C40-40CD-BEF5-9B9F524D7ABD}" destId="{4AA23C1D-AF61-413B-8231-886F356C5A41}" srcOrd="0" destOrd="0" presId="urn:microsoft.com/office/officeart/2005/8/layout/default"/>
    <dgm:cxn modelId="{FD8ECCD2-349A-4462-B06E-03185D24515A}" srcId="{35ABDADB-D572-4319-8AB1-6A755FD3494F}" destId="{96CD18F8-360F-40F3-B56A-3C8B9DBD0BFF}" srcOrd="5" destOrd="0" parTransId="{B1EB9829-9959-4141-BF9B-A887CAA2AEA1}" sibTransId="{FF0453B9-3537-42CF-8A66-496156C95744}"/>
    <dgm:cxn modelId="{2C5F5ED4-EACC-491A-BD76-157327F75DF8}" srcId="{35ABDADB-D572-4319-8AB1-6A755FD3494F}" destId="{D52B2E31-F629-4C3A-975A-CAFBB97183F8}" srcOrd="6" destOrd="0" parTransId="{CD7F7DFB-9CF6-4757-864B-E868C3E5808A}" sibTransId="{C01FC183-0B01-4DFB-8540-A30E08863FEA}"/>
    <dgm:cxn modelId="{D45921E3-9F3F-474E-AA99-A76BFDAEBC3A}" type="presOf" srcId="{013C0EE6-EF89-4648-A247-D05236162253}" destId="{3D86CB13-53DD-4B2E-BD8B-F1C6BCEF5138}" srcOrd="0" destOrd="0" presId="urn:microsoft.com/office/officeart/2005/8/layout/default"/>
    <dgm:cxn modelId="{330FBFE7-FF9A-484E-B373-4E3A5C7788FC}" srcId="{35ABDADB-D572-4319-8AB1-6A755FD3494F}" destId="{5872A37B-EC74-4B2D-A200-ABAD239D48E2}" srcOrd="3" destOrd="0" parTransId="{4D69D828-7F8E-4185-9100-FD825E10989F}" sibTransId="{DC8D3F1F-A075-494D-B8D8-254073051074}"/>
    <dgm:cxn modelId="{76E1CBED-BD40-445B-8CC1-1C9713BA356F}" type="presOf" srcId="{5872A37B-EC74-4B2D-A200-ABAD239D48E2}" destId="{01629716-0988-496A-90A5-6ACE1684B104}" srcOrd="0" destOrd="0" presId="urn:microsoft.com/office/officeart/2005/8/layout/default"/>
    <dgm:cxn modelId="{3E87E3F3-F60F-4ACF-90B1-8168FBA02430}" srcId="{35ABDADB-D572-4319-8AB1-6A755FD3494F}" destId="{7A2E3DE8-9B87-40B5-91BB-545792DB7E15}" srcOrd="0" destOrd="0" parTransId="{A953E2BC-B90F-4282-B21B-9ECAE5E94081}" sibTransId="{8D942075-6361-4E0E-B808-BFA425ADC926}"/>
    <dgm:cxn modelId="{9B39C7F4-F009-46D6-A491-5066396934BC}" type="presOf" srcId="{7A2E3DE8-9B87-40B5-91BB-545792DB7E15}" destId="{95D7619F-E0AE-4911-84D0-797144573F34}" srcOrd="0" destOrd="0" presId="urn:microsoft.com/office/officeart/2005/8/layout/default"/>
    <dgm:cxn modelId="{0E2CE4BF-EFE5-4C7F-A95D-3CBD8A935D26}" type="presParOf" srcId="{EA1C0188-5F6D-4F6D-9C1C-3E224011D67C}" destId="{95D7619F-E0AE-4911-84D0-797144573F34}" srcOrd="0" destOrd="0" presId="urn:microsoft.com/office/officeart/2005/8/layout/default"/>
    <dgm:cxn modelId="{47B11516-36E0-48E2-8835-16A1F387E6B4}" type="presParOf" srcId="{EA1C0188-5F6D-4F6D-9C1C-3E224011D67C}" destId="{F0CA90D8-F42D-435F-A1DF-45AEDBC3CCDD}" srcOrd="1" destOrd="0" presId="urn:microsoft.com/office/officeart/2005/8/layout/default"/>
    <dgm:cxn modelId="{350E096A-F48D-4213-83D7-86B01CB97B42}" type="presParOf" srcId="{EA1C0188-5F6D-4F6D-9C1C-3E224011D67C}" destId="{A4D58D6C-8A38-4D4D-AFCB-0C1289ACBF64}" srcOrd="2" destOrd="0" presId="urn:microsoft.com/office/officeart/2005/8/layout/default"/>
    <dgm:cxn modelId="{1CAF60D1-D091-45F0-9C49-ED9151D627F5}" type="presParOf" srcId="{EA1C0188-5F6D-4F6D-9C1C-3E224011D67C}" destId="{6B6B8741-E52C-429D-A572-6EDCFABAB7DA}" srcOrd="3" destOrd="0" presId="urn:microsoft.com/office/officeart/2005/8/layout/default"/>
    <dgm:cxn modelId="{7EF9FB08-9D72-4E1F-82F7-70EDAD4B86E4}" type="presParOf" srcId="{EA1C0188-5F6D-4F6D-9C1C-3E224011D67C}" destId="{B64420B2-49D5-41AA-B11E-40A8B480A401}" srcOrd="4" destOrd="0" presId="urn:microsoft.com/office/officeart/2005/8/layout/default"/>
    <dgm:cxn modelId="{0E2684FC-0182-41DC-87B9-C7970493093B}" type="presParOf" srcId="{EA1C0188-5F6D-4F6D-9C1C-3E224011D67C}" destId="{C6E1E131-60CC-4602-8513-46F69E4C02A3}" srcOrd="5" destOrd="0" presId="urn:microsoft.com/office/officeart/2005/8/layout/default"/>
    <dgm:cxn modelId="{2F928473-D602-4E03-A948-C9749CD20D72}" type="presParOf" srcId="{EA1C0188-5F6D-4F6D-9C1C-3E224011D67C}" destId="{01629716-0988-496A-90A5-6ACE1684B104}" srcOrd="6" destOrd="0" presId="urn:microsoft.com/office/officeart/2005/8/layout/default"/>
    <dgm:cxn modelId="{AF6D5FD2-733E-4001-B9C8-84F301A80E2B}" type="presParOf" srcId="{EA1C0188-5F6D-4F6D-9C1C-3E224011D67C}" destId="{202EC48F-AB48-4A65-9EE4-281043A1D699}" srcOrd="7" destOrd="0" presId="urn:microsoft.com/office/officeart/2005/8/layout/default"/>
    <dgm:cxn modelId="{D738133A-303D-471A-87F4-732D6A53C0FD}" type="presParOf" srcId="{EA1C0188-5F6D-4F6D-9C1C-3E224011D67C}" destId="{3D86CB13-53DD-4B2E-BD8B-F1C6BCEF5138}" srcOrd="8" destOrd="0" presId="urn:microsoft.com/office/officeart/2005/8/layout/default"/>
    <dgm:cxn modelId="{083A0BF1-7B5F-4AC1-A836-6D4E605FFFD0}" type="presParOf" srcId="{EA1C0188-5F6D-4F6D-9C1C-3E224011D67C}" destId="{F840C04E-C69C-4429-A437-9A773E6C4E55}" srcOrd="9" destOrd="0" presId="urn:microsoft.com/office/officeart/2005/8/layout/default"/>
    <dgm:cxn modelId="{002C57EA-63C5-4EC7-866B-95EE11B8937A}" type="presParOf" srcId="{EA1C0188-5F6D-4F6D-9C1C-3E224011D67C}" destId="{B27C0AFC-D5E1-40AC-A6EE-9BEE72D7E8A9}" srcOrd="10" destOrd="0" presId="urn:microsoft.com/office/officeart/2005/8/layout/default"/>
    <dgm:cxn modelId="{8DA624EF-C259-4C34-8283-50466D69BF95}" type="presParOf" srcId="{EA1C0188-5F6D-4F6D-9C1C-3E224011D67C}" destId="{B151B100-0478-4A8E-8441-D83E2CE9626D}" srcOrd="11" destOrd="0" presId="urn:microsoft.com/office/officeart/2005/8/layout/default"/>
    <dgm:cxn modelId="{E06FC11E-8837-42C8-8DDC-6844081AD59F}" type="presParOf" srcId="{EA1C0188-5F6D-4F6D-9C1C-3E224011D67C}" destId="{19194100-9AD8-4931-B58B-8CD85B53308C}" srcOrd="12" destOrd="0" presId="urn:microsoft.com/office/officeart/2005/8/layout/default"/>
    <dgm:cxn modelId="{692E6250-5550-4F5F-9519-BE9E4A00372C}" type="presParOf" srcId="{EA1C0188-5F6D-4F6D-9C1C-3E224011D67C}" destId="{5425ED67-A1C2-44F2-9602-C4E723200000}" srcOrd="13" destOrd="0" presId="urn:microsoft.com/office/officeart/2005/8/layout/default"/>
    <dgm:cxn modelId="{37CB0C05-5A50-4999-B20C-1732FCBCEDD7}" type="presParOf" srcId="{EA1C0188-5F6D-4F6D-9C1C-3E224011D67C}" destId="{4AA23C1D-AF61-413B-8231-886F356C5A41}" srcOrd="14" destOrd="0" presId="urn:microsoft.com/office/officeart/2005/8/layout/default"/>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04A89F5-7919-4BB0-A8F6-53859609605A}">
      <dsp:nvSpPr>
        <dsp:cNvPr id="0" name=""/>
        <dsp:cNvSpPr/>
      </dsp:nvSpPr>
      <dsp:spPr>
        <a:xfrm>
          <a:off x="0" y="424400"/>
          <a:ext cx="6666833" cy="604800"/>
        </a:xfrm>
        <a:prstGeom prst="rect">
          <a:avLst/>
        </a:prstGeom>
        <a:solidFill>
          <a:schemeClr val="lt1">
            <a:alpha val="90000"/>
            <a:hueOff val="0"/>
            <a:satOff val="0"/>
            <a:lumOff val="0"/>
            <a:alphaOff val="0"/>
          </a:schemeClr>
        </a:solidFill>
        <a:ln w="6350" cap="flat" cmpd="sng" algn="ctr">
          <a:solidFill>
            <a:schemeClr val="accent2">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2D91D6CE-CD80-4125-946A-F7B0A0AEF25B}">
      <dsp:nvSpPr>
        <dsp:cNvPr id="0" name=""/>
        <dsp:cNvSpPr/>
      </dsp:nvSpPr>
      <dsp:spPr>
        <a:xfrm>
          <a:off x="333341" y="70160"/>
          <a:ext cx="4666783" cy="708480"/>
        </a:xfrm>
        <a:prstGeom prst="roundRect">
          <a:avLst/>
        </a:prstGeom>
        <a:gradFill rotWithShape="0">
          <a:gsLst>
            <a:gs pos="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Teams</a:t>
          </a:r>
          <a:endParaRPr lang="en-US" sz="2400" kern="1200" dirty="0"/>
        </a:p>
      </dsp:txBody>
      <dsp:txXfrm>
        <a:off x="367926" y="104745"/>
        <a:ext cx="4597613" cy="639310"/>
      </dsp:txXfrm>
    </dsp:sp>
    <dsp:sp modelId="{714043A1-0692-490B-8FA7-0EB7D7429743}">
      <dsp:nvSpPr>
        <dsp:cNvPr id="0" name=""/>
        <dsp:cNvSpPr/>
      </dsp:nvSpPr>
      <dsp:spPr>
        <a:xfrm>
          <a:off x="0" y="1513040"/>
          <a:ext cx="6666833" cy="604800"/>
        </a:xfrm>
        <a:prstGeom prst="rect">
          <a:avLst/>
        </a:prstGeom>
        <a:solidFill>
          <a:schemeClr val="lt1">
            <a:alpha val="90000"/>
            <a:hueOff val="0"/>
            <a:satOff val="0"/>
            <a:lumOff val="0"/>
            <a:alphaOff val="0"/>
          </a:schemeClr>
        </a:solidFill>
        <a:ln w="6350" cap="flat" cmpd="sng" algn="ctr">
          <a:solidFill>
            <a:schemeClr val="accent3">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1494A803-555B-4D58-8BB5-609312EBE53F}">
      <dsp:nvSpPr>
        <dsp:cNvPr id="0" name=""/>
        <dsp:cNvSpPr/>
      </dsp:nvSpPr>
      <dsp:spPr>
        <a:xfrm>
          <a:off x="333341" y="1158800"/>
          <a:ext cx="4666783" cy="708480"/>
        </a:xfrm>
        <a:prstGeom prst="round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Github</a:t>
          </a:r>
          <a:endParaRPr lang="en-US" sz="2400" kern="1200" dirty="0"/>
        </a:p>
      </dsp:txBody>
      <dsp:txXfrm>
        <a:off x="367926" y="1193385"/>
        <a:ext cx="4597613" cy="639310"/>
      </dsp:txXfrm>
    </dsp:sp>
    <dsp:sp modelId="{74625971-222A-4497-8CAE-AEF7556CEA36}">
      <dsp:nvSpPr>
        <dsp:cNvPr id="0" name=""/>
        <dsp:cNvSpPr/>
      </dsp:nvSpPr>
      <dsp:spPr>
        <a:xfrm>
          <a:off x="0" y="2601680"/>
          <a:ext cx="6666833" cy="604800"/>
        </a:xfrm>
        <a:prstGeom prst="rect">
          <a:avLst/>
        </a:prstGeom>
        <a:solidFill>
          <a:schemeClr val="lt1">
            <a:alpha val="90000"/>
            <a:hueOff val="0"/>
            <a:satOff val="0"/>
            <a:lumOff val="0"/>
            <a:alphaOff val="0"/>
          </a:schemeClr>
        </a:solidFill>
        <a:ln w="6350" cap="flat" cmpd="sng" algn="ctr">
          <a:solidFill>
            <a:schemeClr val="accent4">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DD2C6DB5-2F6B-457B-AB9D-9A86DB2B2F51}">
      <dsp:nvSpPr>
        <dsp:cNvPr id="0" name=""/>
        <dsp:cNvSpPr/>
      </dsp:nvSpPr>
      <dsp:spPr>
        <a:xfrm>
          <a:off x="333341" y="2247440"/>
          <a:ext cx="4666783" cy="708480"/>
        </a:xfrm>
        <a:prstGeom prst="roundRect">
          <a:avLst/>
        </a:prstGeom>
        <a:gradFill rotWithShape="0">
          <a:gsLst>
            <a:gs pos="0">
              <a:srgbClr val="7030A0"/>
            </a:gs>
            <a:gs pos="25000">
              <a:srgbClr val="7030A0"/>
            </a:gs>
            <a:gs pos="50000">
              <a:srgbClr val="7030A0"/>
            </a:gs>
            <a:gs pos="100000">
              <a:srgbClr val="7030A0"/>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Visual</a:t>
          </a:r>
          <a:r>
            <a:rPr lang="hu-HU" sz="2400" kern="1200" baseline="0" dirty="0"/>
            <a:t> </a:t>
          </a:r>
          <a:r>
            <a:rPr lang="hu-HU" sz="2400" kern="1200" baseline="0" dirty="0" err="1"/>
            <a:t>Studio</a:t>
          </a:r>
          <a:r>
            <a:rPr lang="hu-HU" sz="2400" kern="1200" baseline="0" dirty="0"/>
            <a:t> </a:t>
          </a:r>
          <a:r>
            <a:rPr lang="hu-HU" sz="2400" kern="1200" baseline="0" dirty="0" err="1"/>
            <a:t>Code</a:t>
          </a:r>
          <a:endParaRPr lang="en-US" sz="2400" kern="1200" dirty="0"/>
        </a:p>
      </dsp:txBody>
      <dsp:txXfrm>
        <a:off x="367926" y="2282025"/>
        <a:ext cx="4597613" cy="639310"/>
      </dsp:txXfrm>
    </dsp:sp>
    <dsp:sp modelId="{00C1891F-0781-44ED-93C0-78FAE83B02F1}">
      <dsp:nvSpPr>
        <dsp:cNvPr id="0" name=""/>
        <dsp:cNvSpPr/>
      </dsp:nvSpPr>
      <dsp:spPr>
        <a:xfrm>
          <a:off x="0" y="3690319"/>
          <a:ext cx="6666833" cy="604800"/>
        </a:xfrm>
        <a:prstGeom prst="rect">
          <a:avLst/>
        </a:prstGeom>
        <a:solidFill>
          <a:schemeClr val="lt1">
            <a:alpha val="90000"/>
            <a:hueOff val="0"/>
            <a:satOff val="0"/>
            <a:lumOff val="0"/>
            <a:alphaOff val="0"/>
          </a:schemeClr>
        </a:solidFill>
        <a:ln w="6350" cap="flat" cmpd="sng" algn="ctr">
          <a:solidFill>
            <a:schemeClr val="accent5">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44314C4A-6CDB-48F2-9FA4-214458D2D758}">
      <dsp:nvSpPr>
        <dsp:cNvPr id="0" name=""/>
        <dsp:cNvSpPr/>
      </dsp:nvSpPr>
      <dsp:spPr>
        <a:xfrm>
          <a:off x="333341" y="3336080"/>
          <a:ext cx="4666783" cy="708480"/>
        </a:xfrm>
        <a:prstGeom prst="round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err="1"/>
            <a:t>Discord</a:t>
          </a:r>
          <a:endParaRPr lang="en-US" sz="2400" kern="1200" dirty="0"/>
        </a:p>
      </dsp:txBody>
      <dsp:txXfrm>
        <a:off x="367926" y="3370665"/>
        <a:ext cx="4597613" cy="639310"/>
      </dsp:txXfrm>
    </dsp:sp>
    <dsp:sp modelId="{C9A4A968-1E08-4854-B136-9680E32934A6}">
      <dsp:nvSpPr>
        <dsp:cNvPr id="0" name=""/>
        <dsp:cNvSpPr/>
      </dsp:nvSpPr>
      <dsp:spPr>
        <a:xfrm>
          <a:off x="0" y="4778959"/>
          <a:ext cx="6666833" cy="604800"/>
        </a:xfrm>
        <a:prstGeom prst="rect">
          <a:avLst/>
        </a:prstGeom>
        <a:solidFill>
          <a:schemeClr val="lt1">
            <a:alpha val="90000"/>
            <a:hueOff val="0"/>
            <a:satOff val="0"/>
            <a:lumOff val="0"/>
            <a:alphaOff val="0"/>
          </a:schemeClr>
        </a:solidFill>
        <a:ln w="6350" cap="flat" cmpd="sng" algn="ctr">
          <a:solidFill>
            <a:schemeClr val="accent6">
              <a:hueOff val="0"/>
              <a:satOff val="0"/>
              <a:lumOff val="0"/>
              <a:alphaOff val="0"/>
            </a:schemeClr>
          </a:solidFill>
          <a:prstDash val="solid"/>
          <a:miter lim="800000"/>
        </a:ln>
        <a:effectLst/>
      </dsp:spPr>
      <dsp:style>
        <a:lnRef idx="1">
          <a:scrgbClr r="0" g="0" b="0"/>
        </a:lnRef>
        <a:fillRef idx="1">
          <a:scrgbClr r="0" g="0" b="0"/>
        </a:fillRef>
        <a:effectRef idx="0">
          <a:scrgbClr r="0" g="0" b="0"/>
        </a:effectRef>
        <a:fontRef idx="minor"/>
      </dsp:style>
    </dsp:sp>
    <dsp:sp modelId="{A2A8BB46-5578-4709-A541-4EDE3CC198E2}">
      <dsp:nvSpPr>
        <dsp:cNvPr id="0" name=""/>
        <dsp:cNvSpPr/>
      </dsp:nvSpPr>
      <dsp:spPr>
        <a:xfrm>
          <a:off x="333341" y="4424719"/>
          <a:ext cx="4666783" cy="708480"/>
        </a:xfrm>
        <a:prstGeom prst="round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76393" tIns="0" rIns="176393" bIns="0" numCol="1" spcCol="1270" anchor="ctr" anchorCtr="0">
          <a:noAutofit/>
        </a:bodyPr>
        <a:lstStyle/>
        <a:p>
          <a:pPr marL="0" lvl="0" indent="0" algn="l" defTabSz="1066800">
            <a:lnSpc>
              <a:spcPct val="90000"/>
            </a:lnSpc>
            <a:spcBef>
              <a:spcPct val="0"/>
            </a:spcBef>
            <a:spcAft>
              <a:spcPct val="35000"/>
            </a:spcAft>
            <a:buNone/>
          </a:pPr>
          <a:r>
            <a:rPr lang="hu-HU" sz="2400" kern="1200" dirty="0"/>
            <a:t>PowerPoint, Word </a:t>
          </a:r>
          <a:endParaRPr lang="en-US" sz="2400" kern="1200" dirty="0"/>
        </a:p>
      </dsp:txBody>
      <dsp:txXfrm>
        <a:off x="367926" y="4459304"/>
        <a:ext cx="4597613" cy="63931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63A55D-D5E9-41D4-9E9F-A8D23D86AFB5}">
      <dsp:nvSpPr>
        <dsp:cNvPr id="0" name=""/>
        <dsp:cNvSpPr/>
      </dsp:nvSpPr>
      <dsp:spPr>
        <a:xfrm>
          <a:off x="0" y="54426"/>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React komponens alapú rendszer</a:t>
          </a:r>
          <a:endParaRPr lang="en-GB" sz="2600" kern="1200"/>
        </a:p>
      </dsp:txBody>
      <dsp:txXfrm>
        <a:off x="50420" y="104846"/>
        <a:ext cx="5146979" cy="932014"/>
      </dsp:txXfrm>
    </dsp:sp>
    <dsp:sp modelId="{0C24B4B2-55E4-47D7-B555-E1BE3942DF8C}">
      <dsp:nvSpPr>
        <dsp:cNvPr id="0" name=""/>
        <dsp:cNvSpPr/>
      </dsp:nvSpPr>
      <dsp:spPr>
        <a:xfrm>
          <a:off x="0" y="1162160"/>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Külön oldalak és újrahasznosítható komponensek</a:t>
          </a:r>
          <a:endParaRPr lang="en-GB" sz="2600" kern="1200"/>
        </a:p>
      </dsp:txBody>
      <dsp:txXfrm>
        <a:off x="50420" y="1212580"/>
        <a:ext cx="5146979" cy="932014"/>
      </dsp:txXfrm>
    </dsp:sp>
    <dsp:sp modelId="{E025151C-BA1C-4389-A021-3A6D2A1C6510}">
      <dsp:nvSpPr>
        <dsp:cNvPr id="0" name=""/>
        <dsp:cNvSpPr/>
      </dsp:nvSpPr>
      <dsp:spPr>
        <a:xfrm>
          <a:off x="0" y="2269894"/>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useAuth és useAdat context</a:t>
          </a:r>
          <a:endParaRPr lang="en-GB" sz="2600" kern="1200"/>
        </a:p>
      </dsp:txBody>
      <dsp:txXfrm>
        <a:off x="50420" y="2320314"/>
        <a:ext cx="5146979" cy="932014"/>
      </dsp:txXfrm>
    </dsp:sp>
    <dsp:sp modelId="{6BA20413-FAF6-4E8C-B93B-D247D2EEE0A2}">
      <dsp:nvSpPr>
        <dsp:cNvPr id="0" name=""/>
        <dsp:cNvSpPr/>
      </dsp:nvSpPr>
      <dsp:spPr>
        <a:xfrm>
          <a:off x="0" y="3377628"/>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Modalok, kártyák, csillagos értékelés</a:t>
          </a:r>
          <a:endParaRPr lang="en-GB" sz="2600" kern="1200"/>
        </a:p>
      </dsp:txBody>
      <dsp:txXfrm>
        <a:off x="50420" y="3428048"/>
        <a:ext cx="5146979" cy="932014"/>
      </dsp:txXfrm>
    </dsp:sp>
    <dsp:sp modelId="{8B78EE90-8BE8-46D5-B614-5DFF2A0DB5FA}">
      <dsp:nvSpPr>
        <dsp:cNvPr id="0" name=""/>
        <dsp:cNvSpPr/>
      </dsp:nvSpPr>
      <dsp:spPr>
        <a:xfrm>
          <a:off x="0" y="4485362"/>
          <a:ext cx="5247819" cy="1032854"/>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hu-HU" sz="2600" b="0" i="0" kern="1200" baseline="0"/>
            <a:t>Reszponzív navbar és mobil menü</a:t>
          </a:r>
          <a:endParaRPr lang="en-GB" sz="2600" kern="1200"/>
        </a:p>
      </dsp:txBody>
      <dsp:txXfrm>
        <a:off x="50420" y="4535782"/>
        <a:ext cx="5146979" cy="932014"/>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48BB082-E05F-4DD6-802B-B30E68F7425F}">
      <dsp:nvSpPr>
        <dsp:cNvPr id="0" name=""/>
        <dsp:cNvSpPr/>
      </dsp:nvSpPr>
      <dsp:spPr>
        <a:xfrm>
          <a:off x="0" y="0"/>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D227D38-6802-4243-B67D-2FF4C9842243}">
      <dsp:nvSpPr>
        <dsp:cNvPr id="0" name=""/>
        <dsp:cNvSpPr/>
      </dsp:nvSpPr>
      <dsp:spPr>
        <a:xfrm>
          <a:off x="0" y="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Profil szerkesztése, profilkép</a:t>
          </a:r>
          <a:endParaRPr lang="en-US" sz="4000" kern="1200"/>
        </a:p>
      </dsp:txBody>
      <dsp:txXfrm>
        <a:off x="0" y="0"/>
        <a:ext cx="6666833" cy="1363480"/>
      </dsp:txXfrm>
    </dsp:sp>
    <dsp:sp modelId="{AD69286C-1F4A-44FD-832A-8CAE54E16A81}">
      <dsp:nvSpPr>
        <dsp:cNvPr id="0" name=""/>
        <dsp:cNvSpPr/>
      </dsp:nvSpPr>
      <dsp:spPr>
        <a:xfrm>
          <a:off x="0" y="1363480"/>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E5817CD-E099-4329-A6F8-F7C8CC730CBA}">
      <dsp:nvSpPr>
        <dsp:cNvPr id="0" name=""/>
        <dsp:cNvSpPr/>
      </dsp:nvSpPr>
      <dsp:spPr>
        <a:xfrm>
          <a:off x="0" y="136348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a:t>Fórum témák és hozzászólások</a:t>
          </a:r>
          <a:endParaRPr lang="en-US" sz="4000" kern="1200"/>
        </a:p>
      </dsp:txBody>
      <dsp:txXfrm>
        <a:off x="0" y="1363480"/>
        <a:ext cx="6666833" cy="1363480"/>
      </dsp:txXfrm>
    </dsp:sp>
    <dsp:sp modelId="{7A4F1D6A-DBB4-4A0E-AF58-E2094CBD1767}">
      <dsp:nvSpPr>
        <dsp:cNvPr id="0" name=""/>
        <dsp:cNvSpPr/>
      </dsp:nvSpPr>
      <dsp:spPr>
        <a:xfrm>
          <a:off x="0" y="2726960"/>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B73CA87A-4662-44FD-92C7-C2D33632BC95}">
      <dsp:nvSpPr>
        <dsp:cNvPr id="0" name=""/>
        <dsp:cNvSpPr/>
      </dsp:nvSpPr>
      <dsp:spPr>
        <a:xfrm>
          <a:off x="0" y="272696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Építési napló blokkokkal</a:t>
          </a:r>
          <a:endParaRPr lang="en-US" sz="4000" kern="1200" dirty="0"/>
        </a:p>
      </dsp:txBody>
      <dsp:txXfrm>
        <a:off x="0" y="2726960"/>
        <a:ext cx="6666833" cy="1363480"/>
      </dsp:txXfrm>
    </dsp:sp>
    <dsp:sp modelId="{66BA995A-CE44-47CB-A678-E0717990EE34}">
      <dsp:nvSpPr>
        <dsp:cNvPr id="0" name=""/>
        <dsp:cNvSpPr/>
      </dsp:nvSpPr>
      <dsp:spPr>
        <a:xfrm>
          <a:off x="0" y="409044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791F7DE8-1232-4D9D-B51C-24E9220C73A6}">
      <dsp:nvSpPr>
        <dsp:cNvPr id="0" name=""/>
        <dsp:cNvSpPr/>
      </dsp:nvSpPr>
      <dsp:spPr>
        <a:xfrm>
          <a:off x="0" y="4090440"/>
          <a:ext cx="6666833" cy="136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52400" tIns="152400" rIns="152400" bIns="152400" numCol="1" spcCol="1270" anchor="t" anchorCtr="0">
          <a:noAutofit/>
        </a:bodyPr>
        <a:lstStyle/>
        <a:p>
          <a:pPr marL="0" lvl="0" indent="0" algn="l" defTabSz="1778000">
            <a:lnSpc>
              <a:spcPct val="90000"/>
            </a:lnSpc>
            <a:spcBef>
              <a:spcPct val="0"/>
            </a:spcBef>
            <a:spcAft>
              <a:spcPct val="35000"/>
            </a:spcAft>
            <a:buNone/>
          </a:pPr>
          <a:r>
            <a:rPr lang="hu-HU" sz="4000" b="0" i="0" kern="1200" baseline="0" dirty="0"/>
            <a:t>Szerepkörfüggő felület</a:t>
          </a:r>
          <a:endParaRPr lang="en-US" sz="4000" kern="1200" dirty="0"/>
        </a:p>
      </dsp:txBody>
      <dsp:txXfrm>
        <a:off x="0" y="4090440"/>
        <a:ext cx="6666833" cy="136348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1BA9323-3618-416D-ABBD-67EE8838CA3D}">
      <dsp:nvSpPr>
        <dsp:cNvPr id="0" name=""/>
        <dsp:cNvSpPr/>
      </dsp:nvSpPr>
      <dsp:spPr>
        <a:xfrm>
          <a:off x="0"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Sötét, modern megjelenés</a:t>
          </a:r>
          <a:endParaRPr lang="en-US" sz="3900" kern="1200"/>
        </a:p>
      </dsp:txBody>
      <dsp:txXfrm>
        <a:off x="0" y="39687"/>
        <a:ext cx="3286125" cy="1971675"/>
      </dsp:txXfrm>
    </dsp:sp>
    <dsp:sp modelId="{E1B1A7AA-03F6-4432-85D7-B5BCB544E991}">
      <dsp:nvSpPr>
        <dsp:cNvPr id="0" name=""/>
        <dsp:cNvSpPr/>
      </dsp:nvSpPr>
      <dsp:spPr>
        <a:xfrm>
          <a:off x="3614737"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CSS változók</a:t>
          </a:r>
          <a:endParaRPr lang="en-US" sz="3900" kern="1200"/>
        </a:p>
      </dsp:txBody>
      <dsp:txXfrm>
        <a:off x="3614737" y="39687"/>
        <a:ext cx="3286125" cy="1971675"/>
      </dsp:txXfrm>
    </dsp:sp>
    <dsp:sp modelId="{827B3190-8E14-4643-9018-E819245F7834}">
      <dsp:nvSpPr>
        <dsp:cNvPr id="0" name=""/>
        <dsp:cNvSpPr/>
      </dsp:nvSpPr>
      <dsp:spPr>
        <a:xfrm>
          <a:off x="7229475" y="39687"/>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Card alapú layout</a:t>
          </a:r>
          <a:endParaRPr lang="en-US" sz="3900" kern="1200"/>
        </a:p>
      </dsp:txBody>
      <dsp:txXfrm>
        <a:off x="7229475" y="39687"/>
        <a:ext cx="3286125" cy="1971675"/>
      </dsp:txXfrm>
    </dsp:sp>
    <dsp:sp modelId="{8D195DF9-60E1-4771-A97D-85C02D8592EB}">
      <dsp:nvSpPr>
        <dsp:cNvPr id="0" name=""/>
        <dsp:cNvSpPr/>
      </dsp:nvSpPr>
      <dsp:spPr>
        <a:xfrm>
          <a:off x="1807368"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Hover effektek, státusz-pill-ek</a:t>
          </a:r>
          <a:endParaRPr lang="en-US" sz="3900" kern="1200"/>
        </a:p>
      </dsp:txBody>
      <dsp:txXfrm>
        <a:off x="1807368" y="2339975"/>
        <a:ext cx="3286125" cy="1971675"/>
      </dsp:txXfrm>
    </dsp:sp>
    <dsp:sp modelId="{8A178E18-DE92-4D64-AEAA-4D4879290C47}">
      <dsp:nvSpPr>
        <dsp:cNvPr id="0" name=""/>
        <dsp:cNvSpPr/>
      </dsp:nvSpPr>
      <dsp:spPr>
        <a:xfrm>
          <a:off x="5422106" y="2339975"/>
          <a:ext cx="3286125" cy="1971675"/>
        </a:xfrm>
        <a:prstGeom prst="rect">
          <a:avLst/>
        </a:prstGeom>
        <a:gradFill rotWithShape="0">
          <a:gsLst>
            <a:gs pos="0">
              <a:schemeClr val="accent1">
                <a:hueOff val="0"/>
                <a:satOff val="0"/>
                <a:lumOff val="0"/>
                <a:alphaOff val="0"/>
                <a:satMod val="103000"/>
                <a:lumMod val="102000"/>
                <a:tint val="94000"/>
              </a:schemeClr>
            </a:gs>
            <a:gs pos="50000">
              <a:schemeClr val="accent1">
                <a:hueOff val="0"/>
                <a:satOff val="0"/>
                <a:lumOff val="0"/>
                <a:alphaOff val="0"/>
                <a:satMod val="110000"/>
                <a:lumMod val="100000"/>
                <a:shade val="100000"/>
              </a:schemeClr>
            </a:gs>
            <a:gs pos="100000">
              <a:schemeClr val="accent1">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48590" tIns="148590" rIns="148590" bIns="148590" numCol="1" spcCol="1270" anchor="ctr" anchorCtr="0">
          <a:noAutofit/>
        </a:bodyPr>
        <a:lstStyle/>
        <a:p>
          <a:pPr marL="0" lvl="0" indent="0" algn="ctr" defTabSz="1733550">
            <a:lnSpc>
              <a:spcPct val="90000"/>
            </a:lnSpc>
            <a:spcBef>
              <a:spcPct val="0"/>
            </a:spcBef>
            <a:spcAft>
              <a:spcPct val="35000"/>
            </a:spcAft>
            <a:buNone/>
          </a:pPr>
          <a:r>
            <a:rPr lang="hu-HU" sz="3900" b="0" i="0" kern="1200" baseline="0"/>
            <a:t>Mobil nézet támogatása</a:t>
          </a:r>
          <a:endParaRPr lang="en-US" sz="3900" kern="1200"/>
        </a:p>
      </dsp:txBody>
      <dsp:txXfrm>
        <a:off x="5422106" y="2339975"/>
        <a:ext cx="3286125" cy="197167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C932149-50F7-4FDB-BD0A-5E05542D756E}">
      <dsp:nvSpPr>
        <dsp:cNvPr id="0" name=""/>
        <dsp:cNvSpPr/>
      </dsp:nvSpPr>
      <dsp:spPr>
        <a:xfrm>
          <a:off x="0" y="41205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Express szerver</a:t>
          </a:r>
          <a:endParaRPr lang="en-GB" sz="2300" kern="1200"/>
        </a:p>
      </dsp:txBody>
      <dsp:txXfrm>
        <a:off x="26930" y="438986"/>
        <a:ext cx="4455223" cy="497795"/>
      </dsp:txXfrm>
    </dsp:sp>
    <dsp:sp modelId="{5AE6CF0C-6AC3-4892-B134-81AD10534013}">
      <dsp:nvSpPr>
        <dsp:cNvPr id="0" name=""/>
        <dsp:cNvSpPr/>
      </dsp:nvSpPr>
      <dsp:spPr>
        <a:xfrm>
          <a:off x="0" y="102995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Route-modulokra bontott felépítés</a:t>
          </a:r>
          <a:endParaRPr lang="en-GB" sz="2300" kern="1200"/>
        </a:p>
      </dsp:txBody>
      <dsp:txXfrm>
        <a:off x="26930" y="1056881"/>
        <a:ext cx="4455223" cy="497795"/>
      </dsp:txXfrm>
    </dsp:sp>
    <dsp:sp modelId="{C32CE5AD-E374-4172-8002-DA81C3CEC611}">
      <dsp:nvSpPr>
        <dsp:cNvPr id="0" name=""/>
        <dsp:cNvSpPr/>
      </dsp:nvSpPr>
      <dsp:spPr>
        <a:xfrm>
          <a:off x="0" y="1647846"/>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Middleware-ek</a:t>
          </a:r>
          <a:endParaRPr lang="en-GB" sz="2300" kern="1200"/>
        </a:p>
      </dsp:txBody>
      <dsp:txXfrm>
        <a:off x="26930" y="1674776"/>
        <a:ext cx="4455223" cy="497795"/>
      </dsp:txXfrm>
    </dsp:sp>
    <dsp:sp modelId="{82D3D2B0-92B2-437B-BF49-6B63146E128D}">
      <dsp:nvSpPr>
        <dsp:cNvPr id="0" name=""/>
        <dsp:cNvSpPr/>
      </dsp:nvSpPr>
      <dsp:spPr>
        <a:xfrm>
          <a:off x="0" y="2265741"/>
          <a:ext cx="4509083" cy="55165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7630" tIns="87630" rIns="87630" bIns="87630" numCol="1" spcCol="1270" anchor="ctr" anchorCtr="0">
          <a:noAutofit/>
        </a:bodyPr>
        <a:lstStyle/>
        <a:p>
          <a:pPr marL="0" lvl="0" indent="0" algn="l" defTabSz="1022350">
            <a:lnSpc>
              <a:spcPct val="90000"/>
            </a:lnSpc>
            <a:spcBef>
              <a:spcPct val="0"/>
            </a:spcBef>
            <a:spcAft>
              <a:spcPct val="35000"/>
            </a:spcAft>
            <a:buNone/>
          </a:pPr>
          <a:r>
            <a:rPr lang="hu-HU" sz="2300" b="0" i="0" kern="1200" baseline="0"/>
            <a:t>MySQL kapcsolat poolon keresztül</a:t>
          </a:r>
          <a:endParaRPr lang="en-GB" sz="2300" kern="1200"/>
        </a:p>
      </dsp:txBody>
      <dsp:txXfrm>
        <a:off x="26930" y="2292671"/>
        <a:ext cx="4455223" cy="49779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CF84EED-9F3D-4520-B128-DA6D8BC0165D}">
      <dsp:nvSpPr>
        <dsp:cNvPr id="0" name=""/>
        <dsp:cNvSpPr/>
      </dsp:nvSpPr>
      <dsp:spPr>
        <a:xfrm rot="5400000">
          <a:off x="1787202"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React Frontend</a:t>
          </a:r>
          <a:endParaRPr lang="hu-HU" sz="900" kern="1200" dirty="0"/>
        </a:p>
      </dsp:txBody>
      <dsp:txXfrm rot="-5400000">
        <a:off x="2022634" y="258687"/>
        <a:ext cx="702919" cy="807954"/>
      </dsp:txXfrm>
    </dsp:sp>
    <dsp:sp modelId="{B1D1935E-4B1E-445F-85EF-44A8179CA621}">
      <dsp:nvSpPr>
        <dsp:cNvPr id="0" name=""/>
        <dsp:cNvSpPr/>
      </dsp:nvSpPr>
      <dsp:spPr>
        <a:xfrm>
          <a:off x="2915677" y="310528"/>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CA78DFA5-CB2E-40F3-898E-8B9E6AFACFB5}">
      <dsp:nvSpPr>
        <dsp:cNvPr id="0" name=""/>
        <dsp:cNvSpPr/>
      </dsp:nvSpPr>
      <dsp:spPr>
        <a:xfrm rot="5400000">
          <a:off x="684315" y="152067"/>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58687"/>
        <a:ext cx="702919" cy="807954"/>
      </dsp:txXfrm>
    </dsp:sp>
    <dsp:sp modelId="{81F4390A-11DA-41F2-A9C1-12049F98EC41}">
      <dsp:nvSpPr>
        <dsp:cNvPr id="0" name=""/>
        <dsp:cNvSpPr/>
      </dsp:nvSpPr>
      <dsp:spPr>
        <a:xfrm rot="5400000">
          <a:off x="1233645"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Express API</a:t>
          </a:r>
          <a:endParaRPr lang="hu-HU" sz="900" kern="1200" dirty="0"/>
        </a:p>
      </dsp:txBody>
      <dsp:txXfrm rot="-5400000">
        <a:off x="1469077" y="1254994"/>
        <a:ext cx="702919" cy="807954"/>
      </dsp:txXfrm>
    </dsp:sp>
    <dsp:sp modelId="{F8293779-AED2-4153-9BCA-6768C8CB9DD7}">
      <dsp:nvSpPr>
        <dsp:cNvPr id="0" name=""/>
        <dsp:cNvSpPr/>
      </dsp:nvSpPr>
      <dsp:spPr>
        <a:xfrm>
          <a:off x="0" y="1306835"/>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323785A1-6929-4D4D-A944-E3922EAC644D}">
      <dsp:nvSpPr>
        <dsp:cNvPr id="0" name=""/>
        <dsp:cNvSpPr/>
      </dsp:nvSpPr>
      <dsp:spPr>
        <a:xfrm rot="5400000">
          <a:off x="2336532" y="1148374"/>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1254994"/>
        <a:ext cx="702919" cy="807954"/>
      </dsp:txXfrm>
    </dsp:sp>
    <dsp:sp modelId="{CF7D9BD9-06FA-4ACC-9146-5AF2EADE151F}">
      <dsp:nvSpPr>
        <dsp:cNvPr id="0" name=""/>
        <dsp:cNvSpPr/>
      </dsp:nvSpPr>
      <dsp:spPr>
        <a:xfrm rot="5400000">
          <a:off x="1787202"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Middleware</a:t>
          </a:r>
          <a:r>
            <a:rPr lang="hu-HU" sz="900" kern="1200" dirty="0"/>
            <a:t>-e</a:t>
          </a:r>
          <a:r>
            <a:rPr lang="en-GB" sz="900" kern="1200" dirty="0"/>
            <a:t>k</a:t>
          </a:r>
          <a:endParaRPr lang="hu-HU" sz="900" kern="1200" dirty="0"/>
        </a:p>
      </dsp:txBody>
      <dsp:txXfrm rot="-5400000">
        <a:off x="2022634" y="2251301"/>
        <a:ext cx="702919" cy="807954"/>
      </dsp:txXfrm>
    </dsp:sp>
    <dsp:sp modelId="{62451480-7831-4EE9-AA8B-177B3F9CF715}">
      <dsp:nvSpPr>
        <dsp:cNvPr id="0" name=""/>
        <dsp:cNvSpPr/>
      </dsp:nvSpPr>
      <dsp:spPr>
        <a:xfrm>
          <a:off x="2915677" y="2303142"/>
          <a:ext cx="1309941" cy="704269"/>
        </a:xfrm>
        <a:prstGeom prst="rect">
          <a:avLst/>
        </a:prstGeom>
        <a:noFill/>
        <a:ln>
          <a:noFill/>
        </a:ln>
        <a:effectLst/>
      </dsp:spPr>
      <dsp:style>
        <a:lnRef idx="0">
          <a:scrgbClr r="0" g="0" b="0"/>
        </a:lnRef>
        <a:fillRef idx="0">
          <a:scrgbClr r="0" g="0" b="0"/>
        </a:fillRef>
        <a:effectRef idx="0">
          <a:scrgbClr r="0" g="0" b="0"/>
        </a:effectRef>
        <a:fontRef idx="minor"/>
      </dsp:style>
    </dsp:sp>
    <dsp:sp modelId="{793CD173-C04D-4FB5-9874-F7014763E953}">
      <dsp:nvSpPr>
        <dsp:cNvPr id="0" name=""/>
        <dsp:cNvSpPr/>
      </dsp:nvSpPr>
      <dsp:spPr>
        <a:xfrm rot="5400000">
          <a:off x="684315" y="2144681"/>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919747" y="2251301"/>
        <a:ext cx="702919" cy="807954"/>
      </dsp:txXfrm>
    </dsp:sp>
    <dsp:sp modelId="{D3513035-6545-469B-B9E3-59676FBD8D09}">
      <dsp:nvSpPr>
        <dsp:cNvPr id="0" name=""/>
        <dsp:cNvSpPr/>
      </dsp:nvSpPr>
      <dsp:spPr>
        <a:xfrm rot="5400000">
          <a:off x="1233645"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4290" tIns="34290" rIns="34290" bIns="34290" numCol="1" spcCol="1270" anchor="ctr" anchorCtr="0">
          <a:noAutofit/>
        </a:bodyPr>
        <a:lstStyle/>
        <a:p>
          <a:pPr marL="0" lvl="0" indent="0" algn="ctr" defTabSz="400050">
            <a:lnSpc>
              <a:spcPct val="90000"/>
            </a:lnSpc>
            <a:spcBef>
              <a:spcPct val="0"/>
            </a:spcBef>
            <a:spcAft>
              <a:spcPct val="35000"/>
            </a:spcAft>
            <a:buNone/>
          </a:pPr>
          <a:r>
            <a:rPr lang="en-GB" sz="900" kern="1200" dirty="0"/>
            <a:t>MySQL</a:t>
          </a:r>
          <a:r>
            <a:rPr lang="hu-HU" sz="900" kern="1200" dirty="0"/>
            <a:t> </a:t>
          </a:r>
          <a:r>
            <a:rPr lang="en-GB" sz="900" kern="1200" dirty="0"/>
            <a:t>Database</a:t>
          </a:r>
        </a:p>
      </dsp:txBody>
      <dsp:txXfrm rot="-5400000">
        <a:off x="1469077" y="3247608"/>
        <a:ext cx="702919" cy="807954"/>
      </dsp:txXfrm>
    </dsp:sp>
    <dsp:sp modelId="{426C39B2-F966-4C8B-9F87-FEE903167C65}">
      <dsp:nvSpPr>
        <dsp:cNvPr id="0" name=""/>
        <dsp:cNvSpPr/>
      </dsp:nvSpPr>
      <dsp:spPr>
        <a:xfrm>
          <a:off x="0" y="3299449"/>
          <a:ext cx="1267685" cy="704269"/>
        </a:xfrm>
        <a:prstGeom prst="rect">
          <a:avLst/>
        </a:prstGeom>
        <a:noFill/>
        <a:ln>
          <a:noFill/>
        </a:ln>
        <a:effectLst/>
      </dsp:spPr>
      <dsp:style>
        <a:lnRef idx="0">
          <a:scrgbClr r="0" g="0" b="0"/>
        </a:lnRef>
        <a:fillRef idx="0">
          <a:scrgbClr r="0" g="0" b="0"/>
        </a:fillRef>
        <a:effectRef idx="0">
          <a:scrgbClr r="0" g="0" b="0"/>
        </a:effectRef>
        <a:fontRef idx="minor"/>
      </dsp:style>
    </dsp:sp>
    <dsp:sp modelId="{EEAF5C81-36CE-4EB2-BB2E-666B1AB8B831}">
      <dsp:nvSpPr>
        <dsp:cNvPr id="0" name=""/>
        <dsp:cNvSpPr/>
      </dsp:nvSpPr>
      <dsp:spPr>
        <a:xfrm rot="5400000">
          <a:off x="2336532" y="3140988"/>
          <a:ext cx="1173783" cy="1021191"/>
        </a:xfrm>
        <a:prstGeom prst="hexagon">
          <a:avLst>
            <a:gd name="adj" fmla="val 25000"/>
            <a:gd name="vf" fmla="val 11547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1600200">
            <a:lnSpc>
              <a:spcPct val="90000"/>
            </a:lnSpc>
            <a:spcBef>
              <a:spcPct val="0"/>
            </a:spcBef>
            <a:spcAft>
              <a:spcPct val="35000"/>
            </a:spcAft>
            <a:buNone/>
          </a:pPr>
          <a:endParaRPr lang="hu-HU" sz="3600" kern="1200"/>
        </a:p>
      </dsp:txBody>
      <dsp:txXfrm rot="-5400000">
        <a:off x="2571964" y="3247608"/>
        <a:ext cx="702919" cy="807954"/>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F2CF05C-6A8D-4EC1-96B6-AD0354E1F059}">
      <dsp:nvSpPr>
        <dsp:cNvPr id="0" name=""/>
        <dsp:cNvSpPr/>
      </dsp:nvSpPr>
      <dsp:spPr>
        <a:xfrm>
          <a:off x="0" y="2663"/>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0AC314-6C03-4F1B-AD41-225908DC57F0}">
      <dsp:nvSpPr>
        <dsp:cNvPr id="0" name=""/>
        <dsp:cNvSpPr/>
      </dsp:nvSpPr>
      <dsp:spPr>
        <a:xfrm>
          <a:off x="0" y="2663"/>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Makettek listázása, szűrése, átlagértékelés</a:t>
          </a:r>
          <a:endParaRPr lang="en-US" sz="2900" kern="1200"/>
        </a:p>
      </dsp:txBody>
      <dsp:txXfrm>
        <a:off x="0" y="2663"/>
        <a:ext cx="6666833" cy="908098"/>
      </dsp:txXfrm>
    </dsp:sp>
    <dsp:sp modelId="{6DE9E33F-F3F2-437B-B7E5-DF90695AC6D8}">
      <dsp:nvSpPr>
        <dsp:cNvPr id="0" name=""/>
        <dsp:cNvSpPr/>
      </dsp:nvSpPr>
      <dsp:spPr>
        <a:xfrm>
          <a:off x="0" y="910762"/>
          <a:ext cx="6666833" cy="0"/>
        </a:xfrm>
        <a:prstGeom prst="line">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w="6350" cap="flat" cmpd="sng" algn="ctr">
          <a:solidFill>
            <a:schemeClr val="accent3">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2AE35576-B49B-4398-BBCA-1DD160469F83}">
      <dsp:nvSpPr>
        <dsp:cNvPr id="0" name=""/>
        <dsp:cNvSpPr/>
      </dsp:nvSpPr>
      <dsp:spPr>
        <a:xfrm>
          <a:off x="0" y="910762"/>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Vélemények CRUD</a:t>
          </a:r>
          <a:endParaRPr lang="en-US" sz="2900" kern="1200"/>
        </a:p>
      </dsp:txBody>
      <dsp:txXfrm>
        <a:off x="0" y="910762"/>
        <a:ext cx="6666833" cy="908098"/>
      </dsp:txXfrm>
    </dsp:sp>
    <dsp:sp modelId="{904A5F32-A414-4951-BBA9-6461E45F0688}">
      <dsp:nvSpPr>
        <dsp:cNvPr id="0" name=""/>
        <dsp:cNvSpPr/>
      </dsp:nvSpPr>
      <dsp:spPr>
        <a:xfrm>
          <a:off x="0" y="1818861"/>
          <a:ext cx="6666833" cy="0"/>
        </a:xfrm>
        <a:prstGeom prst="lin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w="6350" cap="flat" cmpd="sng" algn="ctr">
          <a:solidFill>
            <a:schemeClr val="accent4">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CB28EB-E161-4862-BBDC-ED6E2B0D215C}">
      <dsp:nvSpPr>
        <dsp:cNvPr id="0" name=""/>
        <dsp:cNvSpPr/>
      </dsp:nvSpPr>
      <dsp:spPr>
        <a:xfrm>
          <a:off x="0" y="1818861"/>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Kedvencek kezelése</a:t>
          </a:r>
          <a:endParaRPr lang="en-US" sz="2900" kern="1200"/>
        </a:p>
      </dsp:txBody>
      <dsp:txXfrm>
        <a:off x="0" y="1818861"/>
        <a:ext cx="6666833" cy="908098"/>
      </dsp:txXfrm>
    </dsp:sp>
    <dsp:sp modelId="{8D24B6E6-1DE9-4250-A090-BCC314CEBF2E}">
      <dsp:nvSpPr>
        <dsp:cNvPr id="0" name=""/>
        <dsp:cNvSpPr/>
      </dsp:nvSpPr>
      <dsp:spPr>
        <a:xfrm>
          <a:off x="0" y="2726960"/>
          <a:ext cx="6666833" cy="0"/>
        </a:xfrm>
        <a:prstGeom prst="line">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w="6350" cap="flat" cmpd="sng" algn="ctr">
          <a:solidFill>
            <a:schemeClr val="accent5">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AB955762-06AD-4674-9780-BA9F730DE2E3}">
      <dsp:nvSpPr>
        <dsp:cNvPr id="0" name=""/>
        <dsp:cNvSpPr/>
      </dsp:nvSpPr>
      <dsp:spPr>
        <a:xfrm>
          <a:off x="0" y="2726960"/>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Fórum témák és üzenetek</a:t>
          </a:r>
          <a:endParaRPr lang="en-US" sz="2900" kern="1200"/>
        </a:p>
      </dsp:txBody>
      <dsp:txXfrm>
        <a:off x="0" y="2726960"/>
        <a:ext cx="6666833" cy="908098"/>
      </dsp:txXfrm>
    </dsp:sp>
    <dsp:sp modelId="{80AB0FA2-91E1-455C-9412-F51D6D5F4FC7}">
      <dsp:nvSpPr>
        <dsp:cNvPr id="0" name=""/>
        <dsp:cNvSpPr/>
      </dsp:nvSpPr>
      <dsp:spPr>
        <a:xfrm>
          <a:off x="0" y="3635058"/>
          <a:ext cx="6666833" cy="0"/>
        </a:xfrm>
        <a:prstGeom prst="line">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w="6350" cap="flat" cmpd="sng" algn="ctr">
          <a:solidFill>
            <a:schemeClr val="accent6">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D73E2400-1C92-4EA6-AAF0-83F159301BF9}">
      <dsp:nvSpPr>
        <dsp:cNvPr id="0" name=""/>
        <dsp:cNvSpPr/>
      </dsp:nvSpPr>
      <dsp:spPr>
        <a:xfrm>
          <a:off x="0" y="3635058"/>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Profil frissítés és képfeltöltés</a:t>
          </a:r>
          <a:endParaRPr lang="en-US" sz="2900" kern="1200"/>
        </a:p>
      </dsp:txBody>
      <dsp:txXfrm>
        <a:off x="0" y="3635058"/>
        <a:ext cx="6666833" cy="908098"/>
      </dsp:txXfrm>
    </dsp:sp>
    <dsp:sp modelId="{1AACD170-27A5-4F5A-AA01-A3B70DFEE383}">
      <dsp:nvSpPr>
        <dsp:cNvPr id="0" name=""/>
        <dsp:cNvSpPr/>
      </dsp:nvSpPr>
      <dsp:spPr>
        <a:xfrm>
          <a:off x="0" y="4543157"/>
          <a:ext cx="6666833" cy="0"/>
        </a:xfrm>
        <a:prstGeom prst="line">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6350" cap="flat" cmpd="sng" algn="ctr">
          <a:solidFill>
            <a:schemeClr val="accent2">
              <a:hueOff val="0"/>
              <a:satOff val="0"/>
              <a:lumOff val="0"/>
              <a:alphaOff val="0"/>
            </a:schemeClr>
          </a:solidFill>
          <a:prstDash val="solid"/>
          <a:miter lim="800000"/>
        </a:ln>
        <a:effectLst/>
      </dsp:spPr>
      <dsp:style>
        <a:lnRef idx="1">
          <a:scrgbClr r="0" g="0" b="0"/>
        </a:lnRef>
        <a:fillRef idx="3">
          <a:scrgbClr r="0" g="0" b="0"/>
        </a:fillRef>
        <a:effectRef idx="2">
          <a:scrgbClr r="0" g="0" b="0"/>
        </a:effectRef>
        <a:fontRef idx="minor">
          <a:schemeClr val="lt1"/>
        </a:fontRef>
      </dsp:style>
    </dsp:sp>
    <dsp:sp modelId="{EE69E382-CC17-4151-A13A-797B37D77F9C}">
      <dsp:nvSpPr>
        <dsp:cNvPr id="0" name=""/>
        <dsp:cNvSpPr/>
      </dsp:nvSpPr>
      <dsp:spPr>
        <a:xfrm>
          <a:off x="0" y="4543157"/>
          <a:ext cx="6666833" cy="90809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0490" tIns="110490" rIns="110490" bIns="110490" numCol="1" spcCol="1270" anchor="t" anchorCtr="0">
          <a:noAutofit/>
        </a:bodyPr>
        <a:lstStyle/>
        <a:p>
          <a:pPr marL="0" lvl="0" indent="0" algn="l" defTabSz="1289050">
            <a:lnSpc>
              <a:spcPct val="90000"/>
            </a:lnSpc>
            <a:spcBef>
              <a:spcPct val="0"/>
            </a:spcBef>
            <a:spcAft>
              <a:spcPct val="35000"/>
            </a:spcAft>
            <a:buNone/>
          </a:pPr>
          <a:r>
            <a:rPr lang="hu-HU" sz="2900" b="0" i="0" kern="1200" baseline="0"/>
            <a:t>Admin jóváhagyás és felhasználókezelés</a:t>
          </a:r>
          <a:endParaRPr lang="en-US" sz="2900" kern="1200"/>
        </a:p>
      </dsp:txBody>
      <dsp:txXfrm>
        <a:off x="0" y="4543157"/>
        <a:ext cx="6666833" cy="908098"/>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5EB0E74-609B-4A46-A9A5-373264BBEA7A}">
      <dsp:nvSpPr>
        <dsp:cNvPr id="0" name=""/>
        <dsp:cNvSpPr/>
      </dsp:nvSpPr>
      <dsp:spPr>
        <a:xfrm>
          <a:off x="0" y="735625"/>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Relációs adatbázis</a:t>
          </a:r>
          <a:endParaRPr lang="en-GB" sz="3100" kern="1200"/>
        </a:p>
      </dsp:txBody>
      <dsp:txXfrm>
        <a:off x="36296" y="771921"/>
        <a:ext cx="6482755" cy="670943"/>
      </dsp:txXfrm>
    </dsp:sp>
    <dsp:sp modelId="{86D52A9A-C251-4190-A7F4-940F2839C0F2}">
      <dsp:nvSpPr>
        <dsp:cNvPr id="0" name=""/>
        <dsp:cNvSpPr/>
      </dsp:nvSpPr>
      <dsp:spPr>
        <a:xfrm>
          <a:off x="0" y="156844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Táblák külön funkciókhoz</a:t>
          </a:r>
          <a:endParaRPr lang="en-GB" sz="3100" kern="1200"/>
        </a:p>
      </dsp:txBody>
      <dsp:txXfrm>
        <a:off x="36296" y="1604736"/>
        <a:ext cx="6482755" cy="670943"/>
      </dsp:txXfrm>
    </dsp:sp>
    <dsp:sp modelId="{4B571DE5-C777-4EAF-8EC3-ECE2BF452FC2}">
      <dsp:nvSpPr>
        <dsp:cNvPr id="0" name=""/>
        <dsp:cNvSpPr/>
      </dsp:nvSpPr>
      <dsp:spPr>
        <a:xfrm>
          <a:off x="0" y="240125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Primary key és foreign key kapcsolatok</a:t>
          </a:r>
          <a:endParaRPr lang="en-GB" sz="3100" kern="1200"/>
        </a:p>
      </dsp:txBody>
      <dsp:txXfrm>
        <a:off x="36296" y="2437552"/>
        <a:ext cx="6482755" cy="670943"/>
      </dsp:txXfrm>
    </dsp:sp>
    <dsp:sp modelId="{3B4503D2-4FB9-4E90-B814-CAB2AE38C33D}">
      <dsp:nvSpPr>
        <dsp:cNvPr id="0" name=""/>
        <dsp:cNvSpPr/>
      </dsp:nvSpPr>
      <dsp:spPr>
        <a:xfrm>
          <a:off x="0" y="3234070"/>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Kaszkád törlés több kapcsolatnál</a:t>
          </a:r>
          <a:endParaRPr lang="en-GB" sz="3100" kern="1200"/>
        </a:p>
      </dsp:txBody>
      <dsp:txXfrm>
        <a:off x="36296" y="3270366"/>
        <a:ext cx="6482755" cy="670943"/>
      </dsp:txXfrm>
    </dsp:sp>
    <dsp:sp modelId="{8C31103E-BF31-42A4-BE3A-9069E19476F7}">
      <dsp:nvSpPr>
        <dsp:cNvPr id="0" name=""/>
        <dsp:cNvSpPr/>
      </dsp:nvSpPr>
      <dsp:spPr>
        <a:xfrm>
          <a:off x="0" y="4066886"/>
          <a:ext cx="6555347" cy="743535"/>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hu-HU" sz="3100" b="0" i="0" kern="1200" baseline="0"/>
            <a:t>Állapotkezelés a maketteknél</a:t>
          </a:r>
          <a:endParaRPr lang="en-GB" sz="3100" kern="1200"/>
        </a:p>
      </dsp:txBody>
      <dsp:txXfrm>
        <a:off x="36296" y="4103182"/>
        <a:ext cx="6482755" cy="67094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5D7619F-E0AE-4911-84D0-797144573F34}">
      <dsp:nvSpPr>
        <dsp:cNvPr id="0" name=""/>
        <dsp:cNvSpPr/>
      </dsp:nvSpPr>
      <dsp:spPr>
        <a:xfrm>
          <a:off x="3080" y="587032"/>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Teljes full-stack rendszer</a:t>
          </a:r>
          <a:endParaRPr lang="en-US" sz="2900" kern="1200"/>
        </a:p>
      </dsp:txBody>
      <dsp:txXfrm>
        <a:off x="3080" y="587032"/>
        <a:ext cx="2444055" cy="1466433"/>
      </dsp:txXfrm>
    </dsp:sp>
    <dsp:sp modelId="{A4D58D6C-8A38-4D4D-AFCB-0C1289ACBF64}">
      <dsp:nvSpPr>
        <dsp:cNvPr id="0" name=""/>
        <dsp:cNvSpPr/>
      </dsp:nvSpPr>
      <dsp:spPr>
        <a:xfrm>
          <a:off x="2691541" y="587032"/>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Valós közösségi funkciók</a:t>
          </a:r>
          <a:endParaRPr lang="en-US" sz="2900" kern="1200"/>
        </a:p>
      </dsp:txBody>
      <dsp:txXfrm>
        <a:off x="2691541" y="587032"/>
        <a:ext cx="2444055" cy="1466433"/>
      </dsp:txXfrm>
    </dsp:sp>
    <dsp:sp modelId="{B64420B2-49D5-41AA-B11E-40A8B480A401}">
      <dsp:nvSpPr>
        <dsp:cNvPr id="0" name=""/>
        <dsp:cNvSpPr/>
      </dsp:nvSpPr>
      <dsp:spPr>
        <a:xfrm>
          <a:off x="5380002" y="587032"/>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Biztonságos és bővíthető felépítés</a:t>
          </a:r>
          <a:endParaRPr lang="en-US" sz="2900" kern="1200"/>
        </a:p>
      </dsp:txBody>
      <dsp:txXfrm>
        <a:off x="5380002" y="587032"/>
        <a:ext cx="2444055" cy="1466433"/>
      </dsp:txXfrm>
    </dsp:sp>
    <dsp:sp modelId="{01629716-0988-496A-90A5-6ACE1684B104}">
      <dsp:nvSpPr>
        <dsp:cNvPr id="0" name=""/>
        <dsp:cNvSpPr/>
      </dsp:nvSpPr>
      <dsp:spPr>
        <a:xfrm>
          <a:off x="8068463" y="587032"/>
          <a:ext cx="2444055" cy="1466433"/>
        </a:xfrm>
        <a:prstGeom prst="rect">
          <a:avLst/>
        </a:prstGeom>
        <a:gradFill rotWithShape="0">
          <a:gsLst>
            <a:gs pos="0">
              <a:schemeClr val="accent5">
                <a:hueOff val="0"/>
                <a:satOff val="0"/>
                <a:lumOff val="0"/>
                <a:alphaOff val="0"/>
                <a:satMod val="103000"/>
                <a:lumMod val="102000"/>
                <a:tint val="94000"/>
              </a:schemeClr>
            </a:gs>
            <a:gs pos="50000">
              <a:schemeClr val="accent5">
                <a:hueOff val="0"/>
                <a:satOff val="0"/>
                <a:lumOff val="0"/>
                <a:alphaOff val="0"/>
                <a:satMod val="110000"/>
                <a:lumMod val="100000"/>
                <a:shade val="100000"/>
              </a:schemeClr>
            </a:gs>
            <a:gs pos="100000">
              <a:schemeClr val="accent5">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Jövőbeli lehetőségek:</a:t>
          </a:r>
          <a:endParaRPr lang="en-US" sz="2900" kern="1200"/>
        </a:p>
      </dsp:txBody>
      <dsp:txXfrm>
        <a:off x="8068463" y="587032"/>
        <a:ext cx="2444055" cy="1466433"/>
      </dsp:txXfrm>
    </dsp:sp>
    <dsp:sp modelId="{3D86CB13-53DD-4B2E-BD8B-F1C6BCEF5138}">
      <dsp:nvSpPr>
        <dsp:cNvPr id="0" name=""/>
        <dsp:cNvSpPr/>
      </dsp:nvSpPr>
      <dsp:spPr>
        <a:xfrm>
          <a:off x="3080" y="2297871"/>
          <a:ext cx="2444055" cy="1466433"/>
        </a:xfrm>
        <a:prstGeom prst="rect">
          <a:avLst/>
        </a:prstGeom>
        <a:gradFill rotWithShape="0">
          <a:gsLst>
            <a:gs pos="0">
              <a:schemeClr val="accent6">
                <a:hueOff val="0"/>
                <a:satOff val="0"/>
                <a:lumOff val="0"/>
                <a:alphaOff val="0"/>
                <a:satMod val="103000"/>
                <a:lumMod val="102000"/>
                <a:tint val="94000"/>
              </a:schemeClr>
            </a:gs>
            <a:gs pos="50000">
              <a:schemeClr val="accent6">
                <a:hueOff val="0"/>
                <a:satOff val="0"/>
                <a:lumOff val="0"/>
                <a:alphaOff val="0"/>
                <a:satMod val="110000"/>
                <a:lumMod val="100000"/>
                <a:shade val="100000"/>
              </a:schemeClr>
            </a:gs>
            <a:gs pos="100000">
              <a:schemeClr val="accent6">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még jobb keresés</a:t>
          </a:r>
          <a:endParaRPr lang="en-US" sz="2900" kern="1200"/>
        </a:p>
      </dsp:txBody>
      <dsp:txXfrm>
        <a:off x="3080" y="2297871"/>
        <a:ext cx="2444055" cy="1466433"/>
      </dsp:txXfrm>
    </dsp:sp>
    <dsp:sp modelId="{B27C0AFC-D5E1-40AC-A6EE-9BEE72D7E8A9}">
      <dsp:nvSpPr>
        <dsp:cNvPr id="0" name=""/>
        <dsp:cNvSpPr/>
      </dsp:nvSpPr>
      <dsp:spPr>
        <a:xfrm>
          <a:off x="2691541" y="2297871"/>
          <a:ext cx="2444055" cy="1466433"/>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több admin statisztika</a:t>
          </a:r>
          <a:endParaRPr lang="en-US" sz="2900" kern="1200"/>
        </a:p>
      </dsp:txBody>
      <dsp:txXfrm>
        <a:off x="2691541" y="2297871"/>
        <a:ext cx="2444055" cy="1466433"/>
      </dsp:txXfrm>
    </dsp:sp>
    <dsp:sp modelId="{19194100-9AD8-4931-B58B-8CD85B53308C}">
      <dsp:nvSpPr>
        <dsp:cNvPr id="0" name=""/>
        <dsp:cNvSpPr/>
      </dsp:nvSpPr>
      <dsp:spPr>
        <a:xfrm>
          <a:off x="5380002" y="2297871"/>
          <a:ext cx="2444055" cy="1466433"/>
        </a:xfrm>
        <a:prstGeom prst="rect">
          <a:avLst/>
        </a:prstGeom>
        <a:gradFill rotWithShape="0">
          <a:gsLst>
            <a:gs pos="0">
              <a:schemeClr val="accent3">
                <a:hueOff val="0"/>
                <a:satOff val="0"/>
                <a:lumOff val="0"/>
                <a:alphaOff val="0"/>
                <a:satMod val="103000"/>
                <a:lumMod val="102000"/>
                <a:tint val="94000"/>
              </a:schemeClr>
            </a:gs>
            <a:gs pos="50000">
              <a:schemeClr val="accent3">
                <a:hueOff val="0"/>
                <a:satOff val="0"/>
                <a:lumOff val="0"/>
                <a:alphaOff val="0"/>
                <a:satMod val="110000"/>
                <a:lumMod val="100000"/>
                <a:shade val="100000"/>
              </a:schemeClr>
            </a:gs>
            <a:gs pos="100000">
              <a:schemeClr val="accent3">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fejlettebb AI</a:t>
          </a:r>
          <a:endParaRPr lang="en-US" sz="2900" kern="1200"/>
        </a:p>
      </dsp:txBody>
      <dsp:txXfrm>
        <a:off x="5380002" y="2297871"/>
        <a:ext cx="2444055" cy="1466433"/>
      </dsp:txXfrm>
    </dsp:sp>
    <dsp:sp modelId="{4AA23C1D-AF61-413B-8231-886F356C5A41}">
      <dsp:nvSpPr>
        <dsp:cNvPr id="0" name=""/>
        <dsp:cNvSpPr/>
      </dsp:nvSpPr>
      <dsp:spPr>
        <a:xfrm>
          <a:off x="8068463" y="2297871"/>
          <a:ext cx="2444055" cy="1466433"/>
        </a:xfrm>
        <a:prstGeom prst="rect">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dsp:spPr>
      <dsp:style>
        <a:lnRef idx="0">
          <a:scrgbClr r="0" g="0" b="0"/>
        </a:lnRef>
        <a:fillRef idx="3">
          <a:scrgbClr r="0" g="0" b="0"/>
        </a:fillRef>
        <a:effectRef idx="2">
          <a:scrgbClr r="0" g="0" b="0"/>
        </a:effectRef>
        <a:fontRef idx="minor">
          <a:schemeClr val="lt1"/>
        </a:fontRef>
      </dsp:style>
      <dsp:txBody>
        <a:bodyPr spcFirstLastPara="0" vert="horz" wrap="square" lIns="110490" tIns="110490" rIns="110490" bIns="110490" numCol="1" spcCol="1270" anchor="ctr" anchorCtr="0">
          <a:noAutofit/>
        </a:bodyPr>
        <a:lstStyle/>
        <a:p>
          <a:pPr marL="0" lvl="0" indent="0" algn="ctr" defTabSz="1289050">
            <a:lnSpc>
              <a:spcPct val="90000"/>
            </a:lnSpc>
            <a:spcBef>
              <a:spcPct val="0"/>
            </a:spcBef>
            <a:spcAft>
              <a:spcPct val="35000"/>
            </a:spcAft>
            <a:buNone/>
          </a:pPr>
          <a:r>
            <a:rPr lang="hu-HU" sz="2900" b="0" i="0" kern="1200" baseline="0"/>
            <a:t>kényelmesebb mobil használat</a:t>
          </a:r>
          <a:endParaRPr lang="en-US" sz="2900" kern="1200"/>
        </a:p>
      </dsp:txBody>
      <dsp:txXfrm>
        <a:off x="8068463" y="2297871"/>
        <a:ext cx="2444055" cy="1466433"/>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8/layout/AlternatingHexagons">
  <dgm:title val=""/>
  <dgm:desc val=""/>
  <dgm:catLst>
    <dgm:cat type="list" pri="1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1" destOrd="0"/>
        <dgm:cxn modelId="32" srcId="30" destId="31" srcOrd="0" destOrd="0"/>
      </dgm:cxnLst>
      <dgm:bg/>
      <dgm:whole/>
    </dgm:dataModel>
  </dgm:sampData>
  <dgm:styleData>
    <dgm:dataModel>
      <dgm:ptLst>
        <dgm:pt modelId="0" type="doc"/>
        <dgm:pt modelId="10">
          <dgm:prSet phldr="1"/>
        </dgm:pt>
        <dgm:pt modelId="20">
          <dgm:prSet phldr="1"/>
        </dgm:pt>
      </dgm:ptLst>
      <dgm:cxnLst>
        <dgm:cxn modelId="60" srcId="0" destId="10" srcOrd="0" destOrd="0"/>
        <dgm:cxn modelId="70" srcId="0" destId="20" srcOrd="1" destOrd="0"/>
      </dgm:cxnLst>
      <dgm:bg/>
      <dgm:whole/>
    </dgm:dataModel>
  </dgm:styleData>
  <dgm:clrData>
    <dgm:dataModel>
      <dgm:ptLst>
        <dgm:pt modelId="0" type="doc"/>
        <dgm:pt modelId="10">
          <dgm:prSet phldr="1"/>
        </dgm:pt>
        <dgm:pt modelId="20">
          <dgm:prSet phldr="1"/>
        </dgm:pt>
        <dgm:pt modelId="30">
          <dgm:prSet phldr="1"/>
        </dgm:pt>
        <dgm:pt modelId="40">
          <dgm:prSet phldr="1"/>
        </dgm:pt>
      </dgm:ptLst>
      <dgm:cxnLst>
        <dgm:cxn modelId="60" srcId="0" destId="10" srcOrd="0" destOrd="0"/>
        <dgm:cxn modelId="70" srcId="0" destId="20" srcOrd="1" destOrd="0"/>
        <dgm:cxn modelId="80" srcId="0" destId="30" srcOrd="2" destOrd="0"/>
        <dgm:cxn modelId="90" srcId="0" destId="40" srcOrd="3" destOrd="0"/>
      </dgm:cxnLst>
      <dgm:bg/>
      <dgm:whole/>
    </dgm:dataModel>
  </dgm:clrData>
  <dgm:layoutNode name="Name0">
    <dgm:varLst>
      <dgm:chMax/>
      <dgm:chPref/>
      <dgm:dir/>
      <dgm:animLvl val="lvl"/>
    </dgm:varLst>
    <dgm:alg type="lin">
      <dgm:param type="linDir" val="fromT"/>
    </dgm:alg>
    <dgm:shape xmlns:r="http://schemas.openxmlformats.org/officeDocument/2006/relationships" r:blip="">
      <dgm:adjLst/>
    </dgm:shape>
    <dgm:constrLst>
      <dgm:constr type="primFontSz" for="des" forName="Parent1" val="65"/>
      <dgm:constr type="primFontSz" for="des" forName="Childtext1" refType="primFontSz" refFor="des" refForName="Parent1" op="lte"/>
      <dgm:constr type="w" for="ch" forName="composite" refType="w"/>
      <dgm:constr type="h" for="ch" forName="composite" refType="h"/>
      <dgm:constr type="h" for="ch" forName="spaceBetweenRectangles" refType="w" refFor="ch" refForName="composite" fact="-0.042"/>
      <dgm:constr type="sp" refType="h" refFor="ch" refForName="composite" op="equ" fact="0.1"/>
    </dgm:constrLst>
    <dgm:forEach name="nodesForEach" axis="ch" ptType="node">
      <dgm:layoutNode name="composite">
        <dgm:alg type="composite">
          <dgm:param type="ar" val="3.6"/>
        </dgm:alg>
        <dgm:shape xmlns:r="http://schemas.openxmlformats.org/officeDocument/2006/relationships" r:blip="">
          <dgm:adjLst/>
        </dgm:shape>
        <dgm:choose name="Name1">
          <dgm:if name="Name2" func="var" arg="dir" op="equ" val="norm">
            <dgm:choose name="Name3">
              <dgm:if name="Name4" axis="self" ptType="node" func="posOdd" op="equ" val="1">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dgm:constr type="h" for="ch" forName="BalanceSpacing" refType="h" fact="0.1"/>
                  <dgm:constr type="l" for="ch" forName="BalanceSpacing1" refType="w" fact="0.69"/>
                  <dgm:constr type="t" for="ch" forName="BalanceSpacing1" refType="h" fact="0.2"/>
                  <dgm:constr type="w" for="ch" forName="BalanceSpacing1" refType="w" fact="0.31"/>
                  <dgm:constr type="h" for="ch" forName="BalanceSpacing1" refType="h" fact="0.6"/>
                </dgm:constrLst>
              </dgm:if>
              <dgm:else name="Name5">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 type="l" for="ch" forName="BalanceSpacing1" refType="w" fact="0"/>
                  <dgm:constr type="t" for="ch" forName="BalanceSpacing1" refType="h" fact="0.2"/>
                  <dgm:constr type="w" for="ch" forName="BalanceSpacing1" refType="w" fact="0.3"/>
                  <dgm:constr type="h" for="ch" forName="BalanceSpacing1" refType="h" fact="0.6"/>
                </dgm:constrLst>
              </dgm:else>
            </dgm:choose>
          </dgm:if>
          <dgm:else name="Name6">
            <dgm:choose name="Name7">
              <dgm:if name="Name8" axis="self" ptType="node" func="posOdd" op="equ" val="1">
                <dgm:constrLst>
                  <dgm:constr type="l" for="ch" forName="Accent1" refType="w" fact="0.571"/>
                  <dgm:constr type="t" for="ch" forName="Accent1" refType="h" fact="0"/>
                  <dgm:constr type="h" for="ch" forName="Accent1" refType="h"/>
                  <dgm:constr type="w" for="ch" forName="Accent1" refType="h" fact="0.87"/>
                  <dgm:constr type="l" for="ch" forName="Accent1Text" refType="w" fact="0.571"/>
                  <dgm:constr type="t" for="ch" forName="Accent1Text" refType="h" fact="0"/>
                  <dgm:constr type="h" for="ch" forName="Accent1Text" refType="h"/>
                  <dgm:constr type="w" for="ch" forName="Accent1Text" refType="h" fact="0.87"/>
                  <dgm:constr type="l" for="ch" forName="Parent1" refType="w" fact="0.31"/>
                  <dgm:constr type="t" for="ch" forName="Parent1" refType="h" fact="0"/>
                  <dgm:constr type="h" for="ch" forName="Parent1" refType="h"/>
                  <dgm:constr type="w" for="ch" forName="Parent1" refType="h" fact="0.87"/>
                  <dgm:constr type="l" for="ch" forName="Childtext1" refType="w" fact="0"/>
                  <dgm:constr type="t" for="ch" forName="Childtext1" refType="h" fact="0.2"/>
                  <dgm:constr type="w" for="ch" forName="Childtext1" refType="w" fact="0.3"/>
                  <dgm:constr type="h" for="ch" forName="Childtext1" refType="h" fact="0.6"/>
                  <dgm:constr type="l" for="ch" forName="BalanceSpacing" refType="w" fact="0.82"/>
                  <dgm:constr type="t" for="ch" forName="BalanceSpacing" refType="h" fact="0"/>
                  <dgm:constr type="w" for="ch" forName="BalanceSpacing" refType="w" fact="0.18"/>
                  <dgm:constr type="h" for="ch" forName="BalanceSpacing" refType="h"/>
                </dgm:constrLst>
              </dgm:if>
              <dgm:else name="Name9">
                <dgm:constrLst>
                  <dgm:constr type="l" for="ch" forName="Accent1" refType="w" fact="0.18"/>
                  <dgm:constr type="t" for="ch" forName="Accent1" refType="h" fact="0"/>
                  <dgm:constr type="h" for="ch" forName="Accent1" refType="h"/>
                  <dgm:constr type="w" for="ch" forName="Accent1" refType="h" fact="0.87"/>
                  <dgm:constr type="l" for="ch" forName="Accent1Text" refType="w" fact="0.18"/>
                  <dgm:constr type="t" for="ch" forName="Accent1Text" refType="h" fact="0"/>
                  <dgm:constr type="h" for="ch" forName="Accent1Text" refType="h"/>
                  <dgm:constr type="w" for="ch" forName="Accent1Text" refType="h" fact="0.87"/>
                  <dgm:constr type="l" for="ch" forName="Parent1" refType="w" fact="0.441"/>
                  <dgm:constr type="t" for="ch" forName="Parent1" refType="h" fact="0"/>
                  <dgm:constr type="h" for="ch" forName="Parent1" refType="h"/>
                  <dgm:constr type="w" for="ch" forName="Parent1" refType="h" fact="0.87"/>
                  <dgm:constr type="l" for="ch" forName="Childtext1" refType="w" fact="0.69"/>
                  <dgm:constr type="t" for="ch" forName="Childtext1" refType="h" fact="0.2"/>
                  <dgm:constr type="w" for="ch" forName="Childtext1" refType="w" fact="0.31"/>
                  <dgm:constr type="h" for="ch" forName="Childtext1" refType="h" fact="0.6"/>
                  <dgm:constr type="l" for="ch" forName="BalanceSpacing" refType="w" fact="0"/>
                  <dgm:constr type="t" for="ch" forName="BalanceSpacing" refType="h" fact="0"/>
                  <dgm:constr type="w" for="ch" forName="BalanceSpacing" refType="w" fact="0.18"/>
                  <dgm:constr type="h" for="ch" forName="BalanceSpacing" refType="h"/>
                </dgm:constrLst>
              </dgm:else>
            </dgm:choose>
          </dgm:else>
        </dgm:choose>
        <dgm:layoutNode name="Parent1" styleLbl="node1">
          <dgm:varLst>
            <dgm:chMax val="1"/>
            <dgm:chPref val="1"/>
            <dgm:bulletEnabled val="1"/>
          </dgm:varLst>
          <dgm:alg type="tx"/>
          <dgm:shape xmlns:r="http://schemas.openxmlformats.org/officeDocument/2006/relationships" rot="90" type="hexagon" r:blip="">
            <dgm:adjLst>
              <dgm:adj idx="1" val="0.25"/>
              <dgm:adj idx="2" val="1.1547"/>
            </dgm:adjLst>
          </dgm:shape>
          <dgm:presOf axis="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Childtext1" styleLbl="revTx">
          <dgm:varLst>
            <dgm:chMax val="0"/>
            <dgm:chPref val="0"/>
            <dgm:bulletEnabled val="1"/>
          </dgm:varLst>
          <dgm:choose name="Name10">
            <dgm:if name="Name11" func="var" arg="dir" op="equ" val="norm">
              <dgm:choose name="Name12">
                <dgm:if name="Name13" axis="self" ptType="node" func="posOdd" op="equ" val="1">
                  <dgm:alg type="tx">
                    <dgm:param type="parTxLTRAlign" val="l"/>
                  </dgm:alg>
                </dgm:if>
                <dgm:else name="Name14">
                  <dgm:alg type="tx">
                    <dgm:param type="parTxLTRAlign" val="r"/>
                  </dgm:alg>
                </dgm:else>
              </dgm:choose>
            </dgm:if>
            <dgm:else name="Name15">
              <dgm:choose name="Name16">
                <dgm:if name="Name17" axis="self" ptType="node" func="posOdd" op="equ" val="1">
                  <dgm:alg type="tx">
                    <dgm:param type="parTxLTRAlign" val="r"/>
                  </dgm:alg>
                </dgm:if>
                <dgm:else name="Name18">
                  <dgm:alg type="tx">
                    <dgm:param type="parTxLTRAlign" val="l"/>
                  </dgm:alg>
                </dgm:else>
              </dgm:choose>
            </dgm:else>
          </dgm:choose>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BalanceSpacing">
          <dgm:alg type="sp"/>
          <dgm:shape xmlns:r="http://schemas.openxmlformats.org/officeDocument/2006/relationships" r:blip="">
            <dgm:adjLst/>
          </dgm:shape>
        </dgm:layoutNode>
        <dgm:layoutNode name="BalanceSpacing1">
          <dgm:alg type="sp"/>
          <dgm:shape xmlns:r="http://schemas.openxmlformats.org/officeDocument/2006/relationships" r:blip="">
            <dgm:adjLst/>
          </dgm:shape>
        </dgm:layoutNode>
        <dgm:forEach name="Name19" axis="followSib" ptType="sibTrans" hideLastTrans="0" cnt="1">
          <dgm:layoutNode name="Accent1Text" styleLbl="node1">
            <dgm:alg type="tx"/>
            <dgm:shape xmlns:r="http://schemas.openxmlformats.org/officeDocument/2006/relationships" rot="90" type="hexagon" r:blip="">
              <dgm:adjLst>
                <dgm:adj idx="1" val="0.25"/>
                <dgm:adj idx="2" val="1.1547"/>
              </dgm:adjLst>
            </dgm:shape>
            <dgm:presOf axis="self" ptType="sibTrans"/>
            <dgm:constrLst>
              <dgm:constr type="lMarg"/>
              <dgm:constr type="rMarg"/>
              <dgm:constr type="tMarg"/>
              <dgm:constr type="bMarg"/>
            </dgm:constrLst>
            <dgm:ruleLst>
              <dgm:rule type="primFontSz" val="5" fact="NaN" max="NaN"/>
            </dgm:ruleLst>
          </dgm:layoutNode>
        </dgm:forEach>
      </dgm:layoutNode>
      <dgm:forEach name="Name2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8/layout/LinedList">
  <dgm:title val=""/>
  <dgm:desc val=""/>
  <dgm:catLst>
    <dgm:cat type="hierarchy" pri="8000"/>
    <dgm:cat type="list" pri="25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styleData>
  <dgm:clrData>
    <dgm:dataModel>
      <dgm:ptLst>
        <dgm:pt modelId="0" type="doc"/>
        <dgm:pt modelId="1">
          <dgm:prSet phldr="1"/>
        </dgm:pt>
        <dgm:pt modelId="11">
          <dgm:prSet phldr="1"/>
        </dgm:pt>
        <dgm:pt modelId="12">
          <dgm:prSet phldr="1"/>
        </dgm:pt>
      </dgm:ptLst>
      <dgm:cxnLst>
        <dgm:cxn modelId="2" srcId="0" destId="1" srcOrd="0" destOrd="0"/>
        <dgm:cxn modelId="3" srcId="1" destId="11" srcOrd="0" destOrd="0"/>
        <dgm:cxn modelId="4" srcId="1" destId="12" srcOrd="1" destOrd="0"/>
      </dgm:cxnLst>
      <dgm:bg/>
      <dgm:whole/>
    </dgm:dataModel>
  </dgm:clrData>
  <dgm:layoutNode name="vert0">
    <dgm:varLst>
      <dgm:dir/>
      <dgm:animOne val="branch"/>
      <dgm:animLvl val="lvl"/>
    </dgm:varLst>
    <dgm:choose name="Name0">
      <dgm:if name="Name1"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onstrLst>
      <dgm:constr type="w" for="ch" forName="horz1" refType="w"/>
      <dgm:constr type="h" for="ch" forName="horz1" refType="h"/>
      <dgm:constr type="h" for="des" forName="vert1" refType="h"/>
      <dgm:constr type="h" for="des" forName="tx1" refType="h"/>
      <dgm:constr type="h" for="des" forName="horz2" refType="h"/>
      <dgm:constr type="h" for="des" forName="vert2" refType="h"/>
      <dgm:constr type="h" for="des" forName="horz3" refType="h"/>
      <dgm:constr type="h" for="des" forName="vert3" refType="h"/>
      <dgm:constr type="h" for="des" forName="horz4" refType="h"/>
      <dgm:constr type="h" for="des" ptType="node" refType="h"/>
      <dgm:constr type="primFontSz" for="des" forName="tx1" op="equ" val="65"/>
      <dgm:constr type="primFontSz" for="des" forName="tx2" op="equ" val="65"/>
      <dgm:constr type="primFontSz" for="des" forName="tx3" op="equ" val="65"/>
      <dgm:constr type="primFontSz" for="des" forName="tx4" op="equ" val="65"/>
      <dgm:constr type="w" for="des" forName="thickLine" refType="w"/>
      <dgm:constr type="h" for="des" forName="thickLine"/>
      <dgm:constr type="h" for="des" forName="thinLine1"/>
      <dgm:constr type="h" for="des" forName="thinLine2b"/>
      <dgm:constr type="h" for="des" forName="thinLine3"/>
      <dgm:constr type="h" for="des" forName="vertSpace2a" refType="h" fact="0.05"/>
      <dgm:constr type="h" for="des" forName="vertSpace2b" refType="h" refFor="des" refForName="vertSpace2a"/>
    </dgm:constrLst>
    <dgm:forEach name="Name3" axis="ch" ptType="node">
      <dgm:layoutNode name="thickLine" styleLbl="alignNode1">
        <dgm:alg type="sp"/>
        <dgm:shape xmlns:r="http://schemas.openxmlformats.org/officeDocument/2006/relationships" type="line" r:blip="">
          <dgm:adjLst/>
        </dgm:shape>
        <dgm:presOf/>
      </dgm:layoutNode>
      <dgm:layoutNode name="horz1">
        <dgm:choose name="Name4">
          <dgm:if name="Name5" func="var" arg="dir" op="equ" val="norm">
            <dgm:alg type="lin">
              <dgm:param type="linDir" val="fromL"/>
              <dgm:param type="nodeVertAlign" val="t"/>
            </dgm:alg>
          </dgm:if>
          <dgm:else name="Name6">
            <dgm:alg type="lin">
              <dgm:param type="linDir" val="fromR"/>
              <dgm:param type="nodeVertAlign" val="t"/>
            </dgm:alg>
          </dgm:else>
        </dgm:choose>
        <dgm:shape xmlns:r="http://schemas.openxmlformats.org/officeDocument/2006/relationships" r:blip="">
          <dgm:adjLst/>
        </dgm:shape>
        <dgm:presOf/>
        <dgm:choose name="Name7">
          <dgm:if name="Name8" axis="root des" func="maxDepth" op="equ" val="1">
            <dgm:constrLst>
              <dgm:constr type="w" for="ch" forName="tx1" refType="w"/>
            </dgm:constrLst>
          </dgm:if>
          <dgm:if name="Name9" axis="root des" func="maxDepth" op="equ" val="2">
            <dgm:constrLst>
              <dgm:constr type="w" for="ch" forName="tx1" refType="w" fact="0.2"/>
              <dgm:constr type="w" for="des" forName="tx2" refType="w" fact="0.785"/>
              <dgm:constr type="w" for="des" forName="horzSpace2" refType="w" fact="0.015"/>
              <dgm:constr type="w" for="des" forName="thinLine2b" refType="w" fact="0.8"/>
            </dgm:constrLst>
          </dgm:if>
          <dgm:if name="Name10" axis="root des" func="maxDepth" op="equ" val="3">
            <dgm:constrLst>
              <dgm:constr type="w" for="ch" forName="tx1" refType="w" fact="0.2"/>
              <dgm:constr type="w" for="des" forName="tx2" refType="w" fact="0.385"/>
              <dgm:constr type="w" for="des" forName="tx3" refType="w" fact="0.385"/>
              <dgm:constr type="w" for="des" forName="horzSpace2" refType="w" fact="0.015"/>
              <dgm:constr type="w" for="des" forName="horzSpace3" refType="w" fact="0.015"/>
              <dgm:constr type="w" for="des" forName="thinLine2b" refType="w" fact="0.8"/>
              <dgm:constr type="w" for="des" forName="thinLine3" refType="w" fact="0.385"/>
            </dgm:constrLst>
          </dgm:if>
          <dgm:if name="Name11" axis="root des" func="maxDepth" op="gte" val="4">
            <dgm:constrLst>
              <dgm:constr type="w" for="ch" forName="tx1" refType="w" fact="0.2"/>
              <dgm:constr type="w" for="des" forName="tx2" refType="w" fact="0.2516"/>
              <dgm:constr type="w" for="des" forName="tx3" refType="w" fact="0.2516"/>
              <dgm:constr type="w" for="des" forName="tx4" refType="w" fact="0.2516"/>
              <dgm:constr type="w" for="des" forName="horzSpace2" refType="w" fact="0.015"/>
              <dgm:constr type="w" for="des" forName="horzSpace3" refType="w" fact="0.015"/>
              <dgm:constr type="w" for="des" forName="horzSpace4" refType="w" fact="0.015"/>
              <dgm:constr type="w" for="des" forName="thinLine2b" refType="w" fact="0.8"/>
              <dgm:constr type="w" for="des" forName="thinLine3" refType="w" fact="0.5332"/>
            </dgm:constrLst>
          </dgm:if>
          <dgm:else name="Name12"/>
        </dgm:choose>
        <dgm:layoutNode name="tx1"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1">
          <dgm:choose name="Name13">
            <dgm:if name="Name14" func="var" arg="dir" op="equ" val="norm">
              <dgm:alg type="lin">
                <dgm:param type="linDir" val="fromT"/>
                <dgm:param type="nodeHorzAlign" val="l"/>
              </dgm:alg>
            </dgm:if>
            <dgm:else name="Name15">
              <dgm:alg type="lin">
                <dgm:param type="linDir" val="fromT"/>
                <dgm:param type="nodeHorzAlign" val="r"/>
              </dgm:alg>
            </dgm:else>
          </dgm:choose>
          <dgm:shape xmlns:r="http://schemas.openxmlformats.org/officeDocument/2006/relationships" r:blip="">
            <dgm:adjLst/>
          </dgm:shape>
          <dgm:presOf/>
          <dgm:forEach name="Name16" axis="ch" ptType="node">
            <dgm:choose name="Name17">
              <dgm:if name="Name18" axis="self" ptType="node" func="pos" op="equ" val="1">
                <dgm:layoutNode name="vertSpace2a">
                  <dgm:alg type="sp"/>
                  <dgm:shape xmlns:r="http://schemas.openxmlformats.org/officeDocument/2006/relationships" r:blip="">
                    <dgm:adjLst/>
                  </dgm:shape>
                  <dgm:presOf/>
                </dgm:layoutNode>
              </dgm:if>
              <dgm:else name="Name19"/>
            </dgm:choose>
            <dgm:layoutNode name="horz2">
              <dgm:choose name="Name20">
                <dgm:if name="Name21" func="var" arg="dir" op="equ" val="norm">
                  <dgm:alg type="lin">
                    <dgm:param type="linDir" val="fromL"/>
                    <dgm:param type="nodeVertAlign" val="t"/>
                  </dgm:alg>
                </dgm:if>
                <dgm:else name="Name22">
                  <dgm:alg type="lin">
                    <dgm:param type="linDir" val="fromR"/>
                    <dgm:param type="nodeVertAlign" val="t"/>
                  </dgm:alg>
                </dgm:else>
              </dgm:choose>
              <dgm:shape xmlns:r="http://schemas.openxmlformats.org/officeDocument/2006/relationships" r:blip="">
                <dgm:adjLst/>
              </dgm:shape>
              <dgm:presOf/>
              <dgm:layoutNode name="horzSpace2">
                <dgm:alg type="sp"/>
                <dgm:shape xmlns:r="http://schemas.openxmlformats.org/officeDocument/2006/relationships" r:blip="">
                  <dgm:adjLst/>
                </dgm:shape>
                <dgm:presOf/>
              </dgm:layoutNode>
              <dgm:layoutNode name="tx2"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2">
                <dgm:choose name="Name23">
                  <dgm:if name="Name24" func="var" arg="dir" op="equ" val="norm">
                    <dgm:alg type="lin">
                      <dgm:param type="linDir" val="fromT"/>
                      <dgm:param type="nodeHorzAlign" val="l"/>
                    </dgm:alg>
                  </dgm:if>
                  <dgm:else name="Name25">
                    <dgm:alg type="lin">
                      <dgm:param type="linDir" val="fromT"/>
                      <dgm:param type="nodeHorzAlign" val="r"/>
                    </dgm:alg>
                  </dgm:else>
                </dgm:choose>
                <dgm:shape xmlns:r="http://schemas.openxmlformats.org/officeDocument/2006/relationships" r:blip="">
                  <dgm:adjLst/>
                </dgm:shape>
                <dgm:presOf/>
                <dgm:forEach name="Name26" axis="ch" ptType="node">
                  <dgm:layoutNode name="horz3">
                    <dgm:choose name="Name27">
                      <dgm:if name="Name28" func="var" arg="dir" op="equ" val="norm">
                        <dgm:alg type="lin">
                          <dgm:param type="linDir" val="fromL"/>
                          <dgm:param type="nodeVertAlign" val="t"/>
                        </dgm:alg>
                      </dgm:if>
                      <dgm:else name="Name29">
                        <dgm:alg type="lin">
                          <dgm:param type="linDir" val="fromR"/>
                          <dgm:param type="nodeVertAlign" val="t"/>
                        </dgm:alg>
                      </dgm:else>
                    </dgm:choose>
                    <dgm:shape xmlns:r="http://schemas.openxmlformats.org/officeDocument/2006/relationships" r:blip="">
                      <dgm:adjLst/>
                    </dgm:shape>
                    <dgm:presOf/>
                    <dgm:layoutNode name="horzSpace3">
                      <dgm:alg type="sp"/>
                      <dgm:shape xmlns:r="http://schemas.openxmlformats.org/officeDocument/2006/relationships" r:blip="">
                        <dgm:adjLst/>
                      </dgm:shape>
                      <dgm:presOf/>
                    </dgm:layoutNode>
                    <dgm:layoutNode name="tx3" styleLbl="revTx">
                      <dgm:alg type="tx">
                        <dgm:param type="parTxLTRAlign" val="l"/>
                        <dgm:param type="parTxRTLAlign" val="r"/>
                        <dgm:param type="txAnchorVert" val="t"/>
                      </dgm:alg>
                      <dgm:shape xmlns:r="http://schemas.openxmlformats.org/officeDocument/2006/relationships" type="rect" r:blip="">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name="vert3">
                      <dgm:choose name="Name30">
                        <dgm:if name="Name31" func="var" arg="dir" op="equ" val="norm">
                          <dgm:alg type="lin">
                            <dgm:param type="linDir" val="fromT"/>
                            <dgm:param type="nodeHorzAlign" val="l"/>
                          </dgm:alg>
                        </dgm:if>
                        <dgm:else name="Name32">
                          <dgm:alg type="lin">
                            <dgm:param type="linDir" val="fromT"/>
                            <dgm:param type="nodeHorzAlign" val="r"/>
                          </dgm:alg>
                        </dgm:else>
                      </dgm:choose>
                      <dgm:shape xmlns:r="http://schemas.openxmlformats.org/officeDocument/2006/relationships" r:blip="">
                        <dgm:adjLst/>
                      </dgm:shape>
                      <dgm:presOf/>
                      <dgm:forEach name="Name33" axis="ch" ptType="node">
                        <dgm:layoutNode name="horz4">
                          <dgm:choose name="Name34">
                            <dgm:if name="Name35" func="var" arg="dir" op="equ" val="norm">
                              <dgm:alg type="lin">
                                <dgm:param type="linDir" val="fromL"/>
                                <dgm:param type="nodeVertAlign" val="t"/>
                              </dgm:alg>
                            </dgm:if>
                            <dgm:else name="Name36">
                              <dgm:alg type="lin">
                                <dgm:param type="linDir" val="fromR"/>
                                <dgm:param type="nodeVertAlign" val="t"/>
                              </dgm:alg>
                            </dgm:else>
                          </dgm:choose>
                          <dgm:shape xmlns:r="http://schemas.openxmlformats.org/officeDocument/2006/relationships" r:blip="">
                            <dgm:adjLst/>
                          </dgm:shape>
                          <dgm:presOf/>
                          <dgm:layoutNode name="horzSpace4">
                            <dgm:alg type="sp"/>
                            <dgm:shape xmlns:r="http://schemas.openxmlformats.org/officeDocument/2006/relationships" r:blip="">
                              <dgm:adjLst/>
                            </dgm:shape>
                            <dgm:presOf/>
                          </dgm:layoutNode>
                          <dgm:layoutNode name="tx4" styleLbl="revTx">
                            <dgm:varLst>
                              <dgm:bulletEnabled val="1"/>
                            </dgm:varLst>
                            <dgm:alg type="tx">
                              <dgm:param type="parTxLTRAlign" val="l"/>
                              <dgm:param type="parTxRTLAlign" val="r"/>
                              <dgm:param type="txAnchorVert" val="t"/>
                            </dgm:alg>
                            <dgm:shape xmlns:r="http://schemas.openxmlformats.org/officeDocument/2006/relationships" type="rect" r:blip="">
                              <dgm:adjLst/>
                            </dgm:shape>
                            <dgm:presOf axis="desOrSelf" ptType="node"/>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forEach>
                    </dgm:layoutNode>
                  </dgm:layoutNode>
                  <dgm:forEach name="Name37" axis="followSib" ptType="sibTrans" cnt="1">
                    <dgm:layoutNode name="thinLine3" styleLbl="callout">
                      <dgm:alg type="sp"/>
                      <dgm:shape xmlns:r="http://schemas.openxmlformats.org/officeDocument/2006/relationships" type="line" r:blip="">
                        <dgm:adjLst/>
                      </dgm:shape>
                      <dgm:presOf/>
                    </dgm:layoutNode>
                  </dgm:forEach>
                </dgm:forEach>
              </dgm:layoutNode>
            </dgm:layoutNode>
            <dgm:layoutNode name="thinLine2b" styleLbl="callout">
              <dgm:alg type="sp"/>
              <dgm:shape xmlns:r="http://schemas.openxmlformats.org/officeDocument/2006/relationships" type="line" r:blip="">
                <dgm:adjLst/>
              </dgm:shape>
              <dgm:presOf/>
            </dgm:layoutNode>
            <dgm:layoutNode name="vertSpace2b">
              <dgm:alg type="sp"/>
              <dgm:shape xmlns:r="http://schemas.openxmlformats.org/officeDocument/2006/relationships" r:blip="">
                <dgm:adjLst/>
              </dgm:shape>
              <dgm:presOf/>
            </dgm:layoutNode>
          </dgm:forEach>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default">
  <dgm:title val=""/>
  <dgm:desc val=""/>
  <dgm:catLst>
    <dgm:cat type="list" pri="4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diagram">
    <dgm:varLst>
      <dgm:dir/>
      <dgm:resizeHandles val="exact"/>
    </dgm:varLst>
    <dgm:choose name="Name0">
      <dgm:if name="Name1" func="var" arg="dir" op="equ" val="norm">
        <dgm:alg type="snake">
          <dgm:param type="grDir" val="tL"/>
          <dgm:param type="flowDir" val="row"/>
          <dgm:param type="contDir" val="sameDir"/>
          <dgm:param type="off" val="ctr"/>
        </dgm:alg>
      </dgm:if>
      <dgm:else name="Name2">
        <dgm:alg type="snake">
          <dgm:param type="grDir" val="tR"/>
          <dgm:param type="flowDir" val="row"/>
          <dgm:param type="contDir" val="sameDir"/>
          <dgm:param type="off" val="ctr"/>
        </dgm:alg>
      </dgm:else>
    </dgm:choose>
    <dgm:shape xmlns:r="http://schemas.openxmlformats.org/officeDocument/2006/relationships" r:blip="">
      <dgm:adjLst/>
    </dgm:shape>
    <dgm:presOf/>
    <dgm:constrLst>
      <dgm:constr type="w" for="ch" forName="node" refType="w"/>
      <dgm:constr type="h" for="ch" forName="node" refType="w" refFor="ch" refForName="node" fact="0.6"/>
      <dgm:constr type="w" for="ch" forName="sibTrans" refType="w" refFor="ch" refForName="node" fact="0.1"/>
      <dgm:constr type="sp" refType="w" refFor="ch" refForName="sibTrans"/>
      <dgm:constr type="primFontSz" for="ch" forName="node" op="equ" val="65"/>
    </dgm:constrLst>
    <dgm:ruleLst/>
    <dgm:forEach name="Name3" axis="ch" ptType="node">
      <dgm:layoutNode name="node">
        <dgm:varLst>
          <dgm:bulletEnabled val="1"/>
        </dgm:varLst>
        <dgm:alg type="tx"/>
        <dgm:shape xmlns:r="http://schemas.openxmlformats.org/officeDocument/2006/relationships" type="rect" r:blip="">
          <dgm:adjLst/>
        </dgm:shape>
        <dgm:presOf axis="desOrSelf"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forEach name="Name4"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Élőfej hely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hu-HU"/>
          </a:p>
        </p:txBody>
      </p:sp>
      <p:sp>
        <p:nvSpPr>
          <p:cNvPr id="3" name="Dátum hely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4F195F-7F2C-40F3-B247-AEA4312FB65B}" type="datetimeFigureOut">
              <a:rPr lang="hu-HU" smtClean="0"/>
              <a:t>2026. 05. 29.</a:t>
            </a:fld>
            <a:endParaRPr lang="hu-HU"/>
          </a:p>
        </p:txBody>
      </p:sp>
      <p:sp>
        <p:nvSpPr>
          <p:cNvPr id="4" name="Diakép helye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u-HU"/>
          </a:p>
        </p:txBody>
      </p:sp>
      <p:sp>
        <p:nvSpPr>
          <p:cNvPr id="5" name="Jegyzetek hely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6" name="Élőláb hely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hu-HU"/>
          </a:p>
        </p:txBody>
      </p:sp>
      <p:sp>
        <p:nvSpPr>
          <p:cNvPr id="7" name="Dia számának hely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4B2AB52-DE3E-44E0-AFFD-20264D143888}" type="slidenum">
              <a:rPr lang="hu-HU" smtClean="0"/>
              <a:t>‹#›</a:t>
            </a:fld>
            <a:endParaRPr lang="hu-HU"/>
          </a:p>
        </p:txBody>
      </p:sp>
    </p:spTree>
    <p:extLst>
      <p:ext uri="{BB962C8B-B14F-4D97-AF65-F5344CB8AC3E}">
        <p14:creationId xmlns:p14="http://schemas.microsoft.com/office/powerpoint/2010/main" val="3015443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0" dirty="0"/>
              <a:t>Helló, a nevem Patrik, és szeretném bemutatni a projektünket a csapattársaimmal, </a:t>
            </a:r>
            <a:r>
              <a:rPr lang="hu-HU" noProof="0" dirty="0" err="1"/>
              <a:t>Hohn</a:t>
            </a:r>
            <a:r>
              <a:rPr lang="hu-HU" noProof="0" dirty="0"/>
              <a:t> Mártonnal és Szabados Bendegúz Henrikkel együtt. A projektünk neve </a:t>
            </a:r>
            <a:r>
              <a:rPr lang="hu-HU" noProof="0" dirty="0" err="1"/>
              <a:t>MakettMester</a:t>
            </a:r>
            <a:r>
              <a:rPr lang="hu-HU" noProof="0" dirty="0"/>
              <a:t>, és egy közösségi platformot hoztunk létre a </a:t>
            </a:r>
            <a:r>
              <a:rPr lang="hu-HU" noProof="0" dirty="0" err="1"/>
              <a:t>makettezés</a:t>
            </a:r>
            <a:r>
              <a:rPr lang="hu-HU" noProof="0" dirty="0"/>
              <a:t> iránt érdeklődők számára. Az alkalmazás segítségével a felhasználók böngészhetnek a makettek között, értékeléseket írhatnak, kedvencek közé menthetnek modelleket, használhatják a fórumot, valamint követhetik saját építési naplóikat. Ebben a prezentációban bemutatjuk a rendszerünk frontendjét, backendjét és adatbázisát.</a:t>
            </a:r>
          </a:p>
        </p:txBody>
      </p:sp>
      <p:sp>
        <p:nvSpPr>
          <p:cNvPr id="4" name="Dia számának helye 3"/>
          <p:cNvSpPr>
            <a:spLocks noGrp="1"/>
          </p:cNvSpPr>
          <p:nvPr>
            <p:ph type="sldNum" sz="quarter" idx="5"/>
          </p:nvPr>
        </p:nvSpPr>
        <p:spPr/>
        <p:txBody>
          <a:bodyPr/>
          <a:lstStyle/>
          <a:p>
            <a:fld id="{C4B2AB52-DE3E-44E0-AFFD-20264D143888}" type="slidenum">
              <a:rPr lang="hu-HU" smtClean="0"/>
              <a:t>1</a:t>
            </a:fld>
            <a:endParaRPr lang="hu-HU"/>
          </a:p>
        </p:txBody>
      </p:sp>
    </p:spTree>
    <p:extLst>
      <p:ext uri="{BB962C8B-B14F-4D97-AF65-F5344CB8AC3E}">
        <p14:creationId xmlns:p14="http://schemas.microsoft.com/office/powerpoint/2010/main" val="151576296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1C49E6-C83C-2D66-7713-95154B9EC6FA}"/>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74657C0F-C1AB-EE6A-BA62-419C79E82A4A}"/>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D0F341A8-B6DC-632A-669D-2A5E12F17648}"/>
              </a:ext>
            </a:extLst>
          </p:cNvPr>
          <p:cNvSpPr>
            <a:spLocks noGrp="1"/>
          </p:cNvSpPr>
          <p:nvPr>
            <p:ph type="body" idx="1"/>
          </p:nvPr>
        </p:nvSpPr>
        <p:spPr/>
        <p:txBody>
          <a:bodyPr/>
          <a:lstStyle/>
          <a:p>
            <a:r>
              <a:rPr lang="en-US" dirty="0"/>
              <a:t>The problem was that there was no single, comprehensive platform for scale modeling enthusiasts. Existing websites were mostly limited to listing models and lacked community features. Our solution was to create a platform where users can browse models, write reviews, participate in forum discussions, and maintain build logs. In addition, we developed an admin system and role-based access control.</a:t>
            </a:r>
            <a:endParaRPr lang="hu-HU" noProof="0" dirty="0"/>
          </a:p>
        </p:txBody>
      </p:sp>
      <p:sp>
        <p:nvSpPr>
          <p:cNvPr id="4" name="Dia számának helye 3">
            <a:extLst>
              <a:ext uri="{FF2B5EF4-FFF2-40B4-BE49-F238E27FC236}">
                <a16:creationId xmlns:a16="http://schemas.microsoft.com/office/drawing/2014/main" id="{BDF2C884-5103-0818-92B0-BC6EADFEBFC1}"/>
              </a:ext>
            </a:extLst>
          </p:cNvPr>
          <p:cNvSpPr>
            <a:spLocks noGrp="1"/>
          </p:cNvSpPr>
          <p:nvPr>
            <p:ph type="sldNum" sz="quarter" idx="5"/>
          </p:nvPr>
        </p:nvSpPr>
        <p:spPr/>
        <p:txBody>
          <a:bodyPr/>
          <a:lstStyle/>
          <a:p>
            <a:fld id="{C4B2AB52-DE3E-44E0-AFFD-20264D143888}" type="slidenum">
              <a:rPr lang="hu-HU" smtClean="0"/>
              <a:t>2</a:t>
            </a:fld>
            <a:endParaRPr lang="hu-HU"/>
          </a:p>
        </p:txBody>
      </p:sp>
    </p:spTree>
    <p:extLst>
      <p:ext uri="{BB962C8B-B14F-4D97-AF65-F5344CB8AC3E}">
        <p14:creationId xmlns:p14="http://schemas.microsoft.com/office/powerpoint/2010/main" val="37496208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956BE1-8AA2-2A31-6C02-D770EE905EC8}"/>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4E2A5155-F986-8AF0-503B-4FA380F51A99}"/>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AACB6B0B-D0CF-77A1-E590-55D5CBA1A48D}"/>
              </a:ext>
            </a:extLst>
          </p:cNvPr>
          <p:cNvSpPr>
            <a:spLocks noGrp="1"/>
          </p:cNvSpPr>
          <p:nvPr>
            <p:ph type="body" idx="1"/>
          </p:nvPr>
        </p:nvSpPr>
        <p:spPr/>
        <p:txBody>
          <a:bodyPr/>
          <a:lstStyle/>
          <a:p>
            <a:r>
              <a:rPr lang="en-US" dirty="0"/>
              <a:t>The aim of the project was to develop a unified platform for scale modeling enthusiasts. Users can browse models, leave reviews, participate in forum discussions, and submit their own models. We also focused on implementing role-based access control and creating a modern, responsive user interface.</a:t>
            </a:r>
          </a:p>
        </p:txBody>
      </p:sp>
      <p:sp>
        <p:nvSpPr>
          <p:cNvPr id="4" name="Dia számának helye 3">
            <a:extLst>
              <a:ext uri="{FF2B5EF4-FFF2-40B4-BE49-F238E27FC236}">
                <a16:creationId xmlns:a16="http://schemas.microsoft.com/office/drawing/2014/main" id="{7CD32F89-CBC4-39D7-7013-474C6C82DA0E}"/>
              </a:ext>
            </a:extLst>
          </p:cNvPr>
          <p:cNvSpPr>
            <a:spLocks noGrp="1"/>
          </p:cNvSpPr>
          <p:nvPr>
            <p:ph type="sldNum" sz="quarter" idx="5"/>
          </p:nvPr>
        </p:nvSpPr>
        <p:spPr/>
        <p:txBody>
          <a:bodyPr/>
          <a:lstStyle/>
          <a:p>
            <a:fld id="{C4B2AB52-DE3E-44E0-AFFD-20264D143888}" type="slidenum">
              <a:rPr lang="hu-HU" smtClean="0"/>
              <a:t>3</a:t>
            </a:fld>
            <a:endParaRPr lang="hu-HU"/>
          </a:p>
        </p:txBody>
      </p:sp>
    </p:spTree>
    <p:extLst>
      <p:ext uri="{BB962C8B-B14F-4D97-AF65-F5344CB8AC3E}">
        <p14:creationId xmlns:p14="http://schemas.microsoft.com/office/powerpoint/2010/main" val="3084621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projekt fejlesztése során több eszközt is használtunk. A kommunikációhoz és a csapatmunkához a Microsoft </a:t>
            </a:r>
            <a:r>
              <a:rPr lang="hu-HU" dirty="0" err="1"/>
              <a:t>Teams</a:t>
            </a:r>
            <a:r>
              <a:rPr lang="hu-HU" dirty="0"/>
              <a:t> és a </a:t>
            </a:r>
            <a:r>
              <a:rPr lang="hu-HU" dirty="0" err="1"/>
              <a:t>Discord</a:t>
            </a:r>
            <a:r>
              <a:rPr lang="hu-HU" dirty="0"/>
              <a:t> szolgált. A verziókezelést és az együttműködést GitHub segítségével kezeltük. A fejlesztést Visual </a:t>
            </a:r>
            <a:r>
              <a:rPr lang="hu-HU" dirty="0" err="1"/>
              <a:t>Studio</a:t>
            </a:r>
            <a:r>
              <a:rPr lang="hu-HU" dirty="0"/>
              <a:t> </a:t>
            </a:r>
            <a:r>
              <a:rPr lang="hu-HU" dirty="0" err="1"/>
              <a:t>Code</a:t>
            </a:r>
            <a:r>
              <a:rPr lang="hu-HU" dirty="0"/>
              <a:t>-ban végeztük, amely rugalmas és hatékony programozási környezetet biztosított. A dokumentációhoz és a prezentáció elkészítéséhez pedig a PowerPointot és a Wordöt használtuk. Ezek az eszközök együtt segítették a hatékony csapatmunkát és a projekt szervezett megvalósítását.</a:t>
            </a:r>
          </a:p>
        </p:txBody>
      </p:sp>
      <p:sp>
        <p:nvSpPr>
          <p:cNvPr id="4" name="Dia számának helye 3"/>
          <p:cNvSpPr>
            <a:spLocks noGrp="1"/>
          </p:cNvSpPr>
          <p:nvPr>
            <p:ph type="sldNum" sz="quarter" idx="5"/>
          </p:nvPr>
        </p:nvSpPr>
        <p:spPr/>
        <p:txBody>
          <a:bodyPr/>
          <a:lstStyle/>
          <a:p>
            <a:fld id="{C4B2AB52-DE3E-44E0-AFFD-20264D143888}" type="slidenum">
              <a:rPr lang="hu-HU" smtClean="0"/>
              <a:t>4</a:t>
            </a:fld>
            <a:endParaRPr lang="hu-HU"/>
          </a:p>
        </p:txBody>
      </p:sp>
    </p:spTree>
    <p:extLst>
      <p:ext uri="{BB962C8B-B14F-4D97-AF65-F5344CB8AC3E}">
        <p14:creationId xmlns:p14="http://schemas.microsoft.com/office/powerpoint/2010/main" val="119989769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5</a:t>
            </a:fld>
            <a:endParaRPr lang="hu-HU"/>
          </a:p>
        </p:txBody>
      </p:sp>
    </p:spTree>
    <p:extLst>
      <p:ext uri="{BB962C8B-B14F-4D97-AF65-F5344CB8AC3E}">
        <p14:creationId xmlns:p14="http://schemas.microsoft.com/office/powerpoint/2010/main" val="251331155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frontendet </a:t>
            </a:r>
            <a:r>
              <a:rPr lang="hu-HU" dirty="0" err="1"/>
              <a:t>Reactben</a:t>
            </a:r>
            <a:r>
              <a:rPr lang="hu-HU" dirty="0"/>
              <a:t> készítettük el, komponens alapú felépítéssel. Az oldalak, például a Makettek, Profil, Fórum vagy Építési napló külön komponensek, emellett több újrahasznosítható elem is készült, például a makettkártya, a </a:t>
            </a:r>
            <a:r>
              <a:rPr lang="hu-HU" dirty="0" err="1"/>
              <a:t>modál</a:t>
            </a:r>
            <a:r>
              <a:rPr lang="hu-HU" dirty="0"/>
              <a:t> ablak vagy a csillagos értékelő. A globális állapotkezelést a </a:t>
            </a:r>
            <a:r>
              <a:rPr lang="hu-HU" dirty="0" err="1"/>
              <a:t>useAuth</a:t>
            </a:r>
            <a:r>
              <a:rPr lang="hu-HU" dirty="0"/>
              <a:t> és </a:t>
            </a:r>
            <a:r>
              <a:rPr lang="hu-HU" dirty="0" err="1"/>
              <a:t>useAdat</a:t>
            </a:r>
            <a:r>
              <a:rPr lang="hu-HU" dirty="0"/>
              <a:t> context segítségével oldottuk meg. A navigáció reszponzív, mobilon hamburger menü jelenik meg, és a felhasználó szerepkörétől függően más menüpontok jelennek meg.</a:t>
            </a:r>
          </a:p>
        </p:txBody>
      </p:sp>
      <p:sp>
        <p:nvSpPr>
          <p:cNvPr id="4" name="Dia számának helye 3"/>
          <p:cNvSpPr>
            <a:spLocks noGrp="1"/>
          </p:cNvSpPr>
          <p:nvPr>
            <p:ph type="sldNum" sz="quarter" idx="5"/>
          </p:nvPr>
        </p:nvSpPr>
        <p:spPr/>
        <p:txBody>
          <a:bodyPr/>
          <a:lstStyle/>
          <a:p>
            <a:fld id="{C4B2AB52-DE3E-44E0-AFFD-20264D143888}" type="slidenum">
              <a:rPr lang="hu-HU" smtClean="0"/>
              <a:t>6</a:t>
            </a:fld>
            <a:endParaRPr lang="hu-HU"/>
          </a:p>
        </p:txBody>
      </p:sp>
    </p:spTree>
    <p:extLst>
      <p:ext uri="{BB962C8B-B14F-4D97-AF65-F5344CB8AC3E}">
        <p14:creationId xmlns:p14="http://schemas.microsoft.com/office/powerpoint/2010/main" val="240494973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frontend több összetettebb oldalt is tartalmaz. A Profil oldalon lehet név- és profilkép-módosítást végezni. A Fórum oldalon témák és hozzászólások jelennek meg, szerkesztési és törlési jogosultságokkal. Az Építési napló oldalon a felhasználó blokkokra bontva tudja vezetni a folyamatot. Az AI chat </a:t>
            </a:r>
            <a:r>
              <a:rPr lang="hu-HU" dirty="0" err="1"/>
              <a:t>widget</a:t>
            </a:r>
            <a:r>
              <a:rPr lang="hu-HU" dirty="0"/>
              <a:t> lebegő gombként jelenik meg, és rövid </a:t>
            </a:r>
            <a:r>
              <a:rPr lang="hu-HU" dirty="0" err="1"/>
              <a:t>makettezési</a:t>
            </a:r>
            <a:r>
              <a:rPr lang="hu-HU" dirty="0"/>
              <a:t> segítséget ad. A felület több pontján a felhasználó szerepkörétől függően más elemek látszanak.</a:t>
            </a:r>
          </a:p>
        </p:txBody>
      </p:sp>
      <p:sp>
        <p:nvSpPr>
          <p:cNvPr id="4" name="Dia számának helye 3"/>
          <p:cNvSpPr>
            <a:spLocks noGrp="1"/>
          </p:cNvSpPr>
          <p:nvPr>
            <p:ph type="sldNum" sz="quarter" idx="5"/>
          </p:nvPr>
        </p:nvSpPr>
        <p:spPr/>
        <p:txBody>
          <a:bodyPr/>
          <a:lstStyle/>
          <a:p>
            <a:fld id="{C4B2AB52-DE3E-44E0-AFFD-20264D143888}" type="slidenum">
              <a:rPr lang="hu-HU" smtClean="0"/>
              <a:t>7</a:t>
            </a:fld>
            <a:endParaRPr lang="hu-HU"/>
          </a:p>
        </p:txBody>
      </p:sp>
    </p:spTree>
    <p:extLst>
      <p:ext uri="{BB962C8B-B14F-4D97-AF65-F5344CB8AC3E}">
        <p14:creationId xmlns:p14="http://schemas.microsoft.com/office/powerpoint/2010/main" val="68257982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dizájnnál egy sötét, modern megjelenést választottunk, mert ez jobban illik a témához és vizuálisan is letisztultabb. CSS változókat használtunk a színek egységes kezeléséhez. Az egész rendszer </a:t>
            </a:r>
            <a:r>
              <a:rPr lang="hu-HU" dirty="0" err="1"/>
              <a:t>card</a:t>
            </a:r>
            <a:r>
              <a:rPr lang="hu-HU" dirty="0"/>
              <a:t> alapú elrendezésre épül, több </a:t>
            </a:r>
            <a:r>
              <a:rPr lang="hu-HU" dirty="0" err="1"/>
              <a:t>hover</a:t>
            </a:r>
            <a:r>
              <a:rPr lang="hu-HU" dirty="0"/>
              <a:t> effektussal, státuszjelölő elemmel és reszponzív törésponttal. Mobil nézetben a </a:t>
            </a:r>
            <a:r>
              <a:rPr lang="hu-HU" dirty="0" err="1"/>
              <a:t>grid</a:t>
            </a:r>
            <a:r>
              <a:rPr lang="hu-HU" dirty="0"/>
              <a:t> és a navigáció is átrendeződik.</a:t>
            </a:r>
          </a:p>
        </p:txBody>
      </p:sp>
      <p:sp>
        <p:nvSpPr>
          <p:cNvPr id="4" name="Dia számának helye 3"/>
          <p:cNvSpPr>
            <a:spLocks noGrp="1"/>
          </p:cNvSpPr>
          <p:nvPr>
            <p:ph type="sldNum" sz="quarter" idx="5"/>
          </p:nvPr>
        </p:nvSpPr>
        <p:spPr/>
        <p:txBody>
          <a:bodyPr/>
          <a:lstStyle/>
          <a:p>
            <a:fld id="{C4B2AB52-DE3E-44E0-AFFD-20264D143888}" type="slidenum">
              <a:rPr lang="hu-HU" smtClean="0"/>
              <a:t>8</a:t>
            </a:fld>
            <a:endParaRPr lang="hu-HU"/>
          </a:p>
        </p:txBody>
      </p:sp>
    </p:spTree>
    <p:extLst>
      <p:ext uri="{BB962C8B-B14F-4D97-AF65-F5344CB8AC3E}">
        <p14:creationId xmlns:p14="http://schemas.microsoft.com/office/powerpoint/2010/main" val="185192285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GB" dirty="0"/>
              <a:t>First, I would like to present one of the most important pages of our website, the Models page. Here, all uploaded models are displayed in a clear and organized way. Users can use various filters and search options to make browsing faster and more convenient. For example, they can filter models by type, rating, or other categories, and they can also search directly for a specific model. This helps users quickly find the models they are interested in.</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9</a:t>
            </a:fld>
            <a:endParaRPr lang="hu-HU"/>
          </a:p>
        </p:txBody>
      </p:sp>
    </p:spTree>
    <p:extLst>
      <p:ext uri="{BB962C8B-B14F-4D97-AF65-F5344CB8AC3E}">
        <p14:creationId xmlns:p14="http://schemas.microsoft.com/office/powerpoint/2010/main" val="19978776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Another important aspect of our project was the reuse of components. For example, the </a:t>
            </a:r>
            <a:r>
              <a:rPr lang="en-GB" dirty="0" err="1"/>
              <a:t>MakettCard</a:t>
            </a:r>
            <a:r>
              <a:rPr lang="en-GB" dirty="0"/>
              <a:t> component is used on multiple pages with the same design, while displaying different data. The same approach was applied to the modal windows, which share a common structure and functionality throughout the application. This made the code more consistent, easier to maintain, and reduced the amount of duplicated code.</a:t>
            </a:r>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10</a:t>
            </a:fld>
            <a:endParaRPr lang="hu-HU"/>
          </a:p>
        </p:txBody>
      </p:sp>
    </p:spTree>
    <p:extLst>
      <p:ext uri="{BB962C8B-B14F-4D97-AF65-F5344CB8AC3E}">
        <p14:creationId xmlns:p14="http://schemas.microsoft.com/office/powerpoint/2010/main" val="23922690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endParaRPr lang="hu-HU" dirty="0"/>
          </a:p>
        </p:txBody>
      </p:sp>
      <p:sp>
        <p:nvSpPr>
          <p:cNvPr id="4" name="Dia számának helye 3"/>
          <p:cNvSpPr>
            <a:spLocks noGrp="1"/>
          </p:cNvSpPr>
          <p:nvPr>
            <p:ph type="sldNum" sz="quarter" idx="5"/>
          </p:nvPr>
        </p:nvSpPr>
        <p:spPr/>
        <p:txBody>
          <a:bodyPr/>
          <a:lstStyle/>
          <a:p>
            <a:fld id="{C4B2AB52-DE3E-44E0-AFFD-20264D143888}" type="slidenum">
              <a:rPr lang="hu-HU" smtClean="0"/>
              <a:t>11</a:t>
            </a:fld>
            <a:endParaRPr lang="hu-HU"/>
          </a:p>
        </p:txBody>
      </p:sp>
    </p:spTree>
    <p:extLst>
      <p:ext uri="{BB962C8B-B14F-4D97-AF65-F5344CB8AC3E}">
        <p14:creationId xmlns:p14="http://schemas.microsoft.com/office/powerpoint/2010/main" val="36768793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Expressre épül. A </a:t>
            </a:r>
            <a:r>
              <a:rPr lang="hu-HU" dirty="0" err="1"/>
              <a:t>route-okat</a:t>
            </a:r>
            <a:r>
              <a:rPr lang="hu-HU" dirty="0"/>
              <a:t> külön </a:t>
            </a:r>
            <a:r>
              <a:rPr lang="hu-HU" dirty="0" err="1"/>
              <a:t>fájlakba</a:t>
            </a:r>
            <a:r>
              <a:rPr lang="hu-HU" dirty="0"/>
              <a:t> szerveztük, például </a:t>
            </a:r>
            <a:r>
              <a:rPr lang="hu-HU" dirty="0" err="1"/>
              <a:t>auth</a:t>
            </a:r>
            <a:r>
              <a:rPr lang="hu-HU" dirty="0"/>
              <a:t>, fórum, makettek, stb. A közös függvényeket és eszközöket, például az </a:t>
            </a:r>
            <a:r>
              <a:rPr lang="hu-HU" dirty="0" err="1"/>
              <a:t>adatbázislekérdezést</a:t>
            </a:r>
            <a:r>
              <a:rPr lang="hu-HU" dirty="0"/>
              <a:t>, </a:t>
            </a:r>
            <a:r>
              <a:rPr lang="hu-HU" dirty="0" err="1"/>
              <a:t>middleware-eket</a:t>
            </a:r>
            <a:r>
              <a:rPr lang="hu-HU" dirty="0"/>
              <a:t>, a JWT-kezelést, a feltöltést és a naplózást egy közös context objektumon keresztül adjuk át a </a:t>
            </a:r>
            <a:r>
              <a:rPr lang="hu-HU" dirty="0" err="1"/>
              <a:t>route</a:t>
            </a:r>
            <a:r>
              <a:rPr lang="hu-HU" dirty="0"/>
              <a:t>-moduloknak. Ez modulárisabbá és átláthatóbbá teszi a szervert.</a:t>
            </a:r>
          </a:p>
        </p:txBody>
      </p:sp>
      <p:sp>
        <p:nvSpPr>
          <p:cNvPr id="4" name="Dia számának helye 3"/>
          <p:cNvSpPr>
            <a:spLocks noGrp="1"/>
          </p:cNvSpPr>
          <p:nvPr>
            <p:ph type="sldNum" sz="quarter" idx="5"/>
          </p:nvPr>
        </p:nvSpPr>
        <p:spPr/>
        <p:txBody>
          <a:bodyPr/>
          <a:lstStyle/>
          <a:p>
            <a:fld id="{C4B2AB52-DE3E-44E0-AFFD-20264D143888}" type="slidenum">
              <a:rPr lang="hu-HU" smtClean="0"/>
              <a:t>12</a:t>
            </a:fld>
            <a:endParaRPr lang="hu-HU"/>
          </a:p>
        </p:txBody>
      </p:sp>
    </p:spTree>
    <p:extLst>
      <p:ext uri="{BB962C8B-B14F-4D97-AF65-F5344CB8AC3E}">
        <p14:creationId xmlns:p14="http://schemas.microsoft.com/office/powerpoint/2010/main" val="2726713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backend egyik legfontosabb feladata az API biztosítása. A makettek </a:t>
            </a:r>
            <a:r>
              <a:rPr lang="hu-HU" dirty="0" err="1"/>
              <a:t>route</a:t>
            </a:r>
            <a:r>
              <a:rPr lang="hu-HU" dirty="0"/>
              <a:t> kezeli a listázást, a szűrést, a keresést és az átlagértékelések számolását SQL oldalon. A véleményeknél külön CRUD műveletek vannak. A kedvencek </a:t>
            </a:r>
            <a:r>
              <a:rPr lang="hu-HU" dirty="0" err="1"/>
              <a:t>route</a:t>
            </a:r>
            <a:r>
              <a:rPr lang="hu-HU" dirty="0"/>
              <a:t> a felhasználó saját kedvenceit kezeli. A fórum </a:t>
            </a:r>
            <a:r>
              <a:rPr lang="hu-HU" dirty="0" err="1"/>
              <a:t>route</a:t>
            </a:r>
            <a:r>
              <a:rPr lang="hu-HU" dirty="0"/>
              <a:t> külön témákat és üzeneteket szolgál ki. A profil </a:t>
            </a:r>
            <a:r>
              <a:rPr lang="hu-HU" dirty="0" err="1"/>
              <a:t>route</a:t>
            </a:r>
            <a:r>
              <a:rPr lang="hu-HU" dirty="0"/>
              <a:t> lehetővé teszi a profiladatok és a profilkép módosítását. Az </a:t>
            </a:r>
            <a:r>
              <a:rPr lang="hu-HU" dirty="0" err="1"/>
              <a:t>admin</a:t>
            </a:r>
            <a:r>
              <a:rPr lang="hu-HU" dirty="0"/>
              <a:t> </a:t>
            </a:r>
            <a:r>
              <a:rPr lang="hu-HU" dirty="0" err="1"/>
              <a:t>route</a:t>
            </a:r>
            <a:r>
              <a:rPr lang="hu-HU" dirty="0"/>
              <a:t> pedig a makettek jóváhagyásáért és a felhasználók kezeléséért felel.</a:t>
            </a:r>
          </a:p>
        </p:txBody>
      </p:sp>
      <p:sp>
        <p:nvSpPr>
          <p:cNvPr id="4" name="Dia számának helye 3"/>
          <p:cNvSpPr>
            <a:spLocks noGrp="1"/>
          </p:cNvSpPr>
          <p:nvPr>
            <p:ph type="sldNum" sz="quarter" idx="5"/>
          </p:nvPr>
        </p:nvSpPr>
        <p:spPr/>
        <p:txBody>
          <a:bodyPr/>
          <a:lstStyle/>
          <a:p>
            <a:fld id="{C4B2AB52-DE3E-44E0-AFFD-20264D143888}" type="slidenum">
              <a:rPr lang="hu-HU" smtClean="0"/>
              <a:t>13</a:t>
            </a:fld>
            <a:endParaRPr lang="hu-HU"/>
          </a:p>
        </p:txBody>
      </p:sp>
    </p:spTree>
    <p:extLst>
      <p:ext uri="{BB962C8B-B14F-4D97-AF65-F5344CB8AC3E}">
        <p14:creationId xmlns:p14="http://schemas.microsoft.com/office/powerpoint/2010/main" val="3153109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C9BA40-E27E-AEDA-36AB-7B7D928E798C}"/>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294514C4-1B16-A945-516E-1D41117B9D6B}"/>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184F1F94-A2BE-274F-C4EA-600DF813DBA2}"/>
              </a:ext>
            </a:extLst>
          </p:cNvPr>
          <p:cNvSpPr>
            <a:spLocks noGrp="1"/>
          </p:cNvSpPr>
          <p:nvPr>
            <p:ph type="body" idx="1"/>
          </p:nvPr>
        </p:nvSpPr>
        <p:spPr/>
        <p:txBody>
          <a:bodyPr/>
          <a:lstStyle/>
          <a:p>
            <a:r>
              <a:rPr lang="hu-HU" dirty="0"/>
              <a:t>Ez a végpont a bejelentkezett felhasználó saját makettjeit kéri le az adatbázisból.</a:t>
            </a:r>
          </a:p>
          <a:p>
            <a:r>
              <a:rPr lang="hu-HU" sz="1200" kern="1200" dirty="0" err="1">
                <a:solidFill>
                  <a:schemeClr val="tx1"/>
                </a:solidFill>
                <a:latin typeface="+mn-lt"/>
                <a:ea typeface="+mn-ea"/>
                <a:cs typeface="+mn-cs"/>
              </a:rPr>
              <a:t>authMiddleware</a:t>
            </a:r>
            <a:r>
              <a:rPr lang="hu-HU" dirty="0"/>
              <a:t> ellenőrzi a bejelentkezést. </a:t>
            </a:r>
          </a:p>
          <a:p>
            <a:r>
              <a:rPr lang="hu-HU" dirty="0"/>
              <a:t>A </a:t>
            </a:r>
            <a:r>
              <a:rPr lang="hu-HU" sz="1200" kern="1200" dirty="0">
                <a:solidFill>
                  <a:schemeClr val="tx1"/>
                </a:solidFill>
                <a:latin typeface="+mn-lt"/>
                <a:ea typeface="+mn-ea"/>
                <a:cs typeface="+mn-cs"/>
              </a:rPr>
              <a:t>SELECT</a:t>
            </a:r>
            <a:r>
              <a:rPr lang="hu-HU" dirty="0"/>
              <a:t> lekérdezi a felhasználó által beküldött maketteket. </a:t>
            </a:r>
          </a:p>
          <a:p>
            <a:r>
              <a:rPr lang="hu-HU" dirty="0"/>
              <a:t>A </a:t>
            </a:r>
            <a:r>
              <a:rPr lang="hu-HU" sz="1200" kern="1200" dirty="0">
                <a:solidFill>
                  <a:schemeClr val="tx1"/>
                </a:solidFill>
                <a:latin typeface="+mn-lt"/>
                <a:ea typeface="+mn-ea"/>
                <a:cs typeface="+mn-cs"/>
              </a:rPr>
              <a:t>WHERE </a:t>
            </a:r>
            <a:r>
              <a:rPr lang="hu-HU" sz="1200" kern="1200" dirty="0" err="1">
                <a:solidFill>
                  <a:schemeClr val="tx1"/>
                </a:solidFill>
                <a:latin typeface="+mn-lt"/>
                <a:ea typeface="+mn-ea"/>
                <a:cs typeface="+mn-cs"/>
              </a:rPr>
              <a:t>bekuldo_felhasznalo_id</a:t>
            </a:r>
            <a:r>
              <a:rPr lang="hu-HU" sz="1200" kern="1200" dirty="0">
                <a:solidFill>
                  <a:schemeClr val="tx1"/>
                </a:solidFill>
                <a:latin typeface="+mn-lt"/>
                <a:ea typeface="+mn-ea"/>
                <a:cs typeface="+mn-cs"/>
              </a:rPr>
              <a:t> = ?</a:t>
            </a:r>
            <a:r>
              <a:rPr lang="hu-HU" dirty="0"/>
              <a:t> miatt csak a saját makettjeit kapja vissza. </a:t>
            </a:r>
          </a:p>
          <a:p>
            <a:r>
              <a:rPr lang="hu-HU" dirty="0"/>
              <a:t>A </a:t>
            </a:r>
            <a:r>
              <a:rPr lang="hu-HU" sz="1200" kern="1200" dirty="0">
                <a:solidFill>
                  <a:schemeClr val="tx1"/>
                </a:solidFill>
                <a:latin typeface="+mn-lt"/>
                <a:ea typeface="+mn-ea"/>
                <a:cs typeface="+mn-cs"/>
              </a:rPr>
              <a:t>ORDER BY </a:t>
            </a:r>
            <a:r>
              <a:rPr lang="hu-HU" sz="1200" kern="1200" dirty="0" err="1">
                <a:solidFill>
                  <a:schemeClr val="tx1"/>
                </a:solidFill>
                <a:latin typeface="+mn-lt"/>
                <a:ea typeface="+mn-ea"/>
                <a:cs typeface="+mn-cs"/>
              </a:rPr>
              <a:t>bekuldve</a:t>
            </a:r>
            <a:r>
              <a:rPr lang="hu-HU" sz="1200" kern="1200" dirty="0">
                <a:solidFill>
                  <a:schemeClr val="tx1"/>
                </a:solidFill>
                <a:latin typeface="+mn-lt"/>
                <a:ea typeface="+mn-ea"/>
                <a:cs typeface="+mn-cs"/>
              </a:rPr>
              <a:t> DESC</a:t>
            </a:r>
            <a:r>
              <a:rPr lang="hu-HU" dirty="0"/>
              <a:t> a legújabbakat teszi előre. </a:t>
            </a:r>
          </a:p>
          <a:p>
            <a:r>
              <a:rPr lang="hu-HU" dirty="0"/>
              <a:t>Siker esetén JSON-ban visszaküldi az adatokat. </a:t>
            </a:r>
          </a:p>
          <a:p>
            <a:r>
              <a:rPr lang="hu-HU" dirty="0"/>
              <a:t>Hiba esetén 500-as hibát és hibaüzenetet küld.</a:t>
            </a:r>
          </a:p>
        </p:txBody>
      </p:sp>
      <p:sp>
        <p:nvSpPr>
          <p:cNvPr id="4" name="Dia számának helye 3">
            <a:extLst>
              <a:ext uri="{FF2B5EF4-FFF2-40B4-BE49-F238E27FC236}">
                <a16:creationId xmlns:a16="http://schemas.microsoft.com/office/drawing/2014/main" id="{16FFEA85-DA03-54EF-1C27-E23B3E41CD8E}"/>
              </a:ext>
            </a:extLst>
          </p:cNvPr>
          <p:cNvSpPr>
            <a:spLocks noGrp="1"/>
          </p:cNvSpPr>
          <p:nvPr>
            <p:ph type="sldNum" sz="quarter" idx="5"/>
          </p:nvPr>
        </p:nvSpPr>
        <p:spPr/>
        <p:txBody>
          <a:bodyPr/>
          <a:lstStyle/>
          <a:p>
            <a:fld id="{C4B2AB52-DE3E-44E0-AFFD-20264D143888}" type="slidenum">
              <a:rPr lang="hu-HU" smtClean="0"/>
              <a:t>14</a:t>
            </a:fld>
            <a:endParaRPr lang="hu-HU"/>
          </a:p>
        </p:txBody>
      </p:sp>
    </p:spTree>
    <p:extLst>
      <p:ext uri="{BB962C8B-B14F-4D97-AF65-F5344CB8AC3E}">
        <p14:creationId xmlns:p14="http://schemas.microsoft.com/office/powerpoint/2010/main" val="161538674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A29CE4-2DB8-C5CB-B290-C96AF9BEFE52}"/>
            </a:ext>
          </a:extLst>
        </p:cNvPr>
        <p:cNvGrpSpPr/>
        <p:nvPr/>
      </p:nvGrpSpPr>
      <p:grpSpPr>
        <a:xfrm>
          <a:off x="0" y="0"/>
          <a:ext cx="0" cy="0"/>
          <a:chOff x="0" y="0"/>
          <a:chExt cx="0" cy="0"/>
        </a:xfrm>
      </p:grpSpPr>
      <p:sp>
        <p:nvSpPr>
          <p:cNvPr id="2" name="Diakép helye 1">
            <a:extLst>
              <a:ext uri="{FF2B5EF4-FFF2-40B4-BE49-F238E27FC236}">
                <a16:creationId xmlns:a16="http://schemas.microsoft.com/office/drawing/2014/main" id="{CC319BF7-91C4-06FE-D7B1-BFC799C957DC}"/>
              </a:ext>
            </a:extLst>
          </p:cNvPr>
          <p:cNvSpPr>
            <a:spLocks noGrp="1" noRot="1" noChangeAspect="1"/>
          </p:cNvSpPr>
          <p:nvPr>
            <p:ph type="sldImg"/>
          </p:nvPr>
        </p:nvSpPr>
        <p:spPr/>
      </p:sp>
      <p:sp>
        <p:nvSpPr>
          <p:cNvPr id="3" name="Jegyzetek helye 2">
            <a:extLst>
              <a:ext uri="{FF2B5EF4-FFF2-40B4-BE49-F238E27FC236}">
                <a16:creationId xmlns:a16="http://schemas.microsoft.com/office/drawing/2014/main" id="{924FAE5C-3ECE-7803-E866-F0BA16C5C692}"/>
              </a:ext>
            </a:extLst>
          </p:cNvPr>
          <p:cNvSpPr>
            <a:spLocks noGrp="1"/>
          </p:cNvSpPr>
          <p:nvPr>
            <p:ph type="body" idx="1"/>
          </p:nvPr>
        </p:nvSpPr>
        <p:spPr/>
        <p:txBody>
          <a:bodyPr/>
          <a:lstStyle/>
          <a:p>
            <a:endParaRPr lang="hu-HU" dirty="0"/>
          </a:p>
        </p:txBody>
      </p:sp>
      <p:sp>
        <p:nvSpPr>
          <p:cNvPr id="4" name="Dia számának helye 3">
            <a:extLst>
              <a:ext uri="{FF2B5EF4-FFF2-40B4-BE49-F238E27FC236}">
                <a16:creationId xmlns:a16="http://schemas.microsoft.com/office/drawing/2014/main" id="{7B965753-0B96-8F33-0D72-C59503793853}"/>
              </a:ext>
            </a:extLst>
          </p:cNvPr>
          <p:cNvSpPr>
            <a:spLocks noGrp="1"/>
          </p:cNvSpPr>
          <p:nvPr>
            <p:ph type="sldNum" sz="quarter" idx="5"/>
          </p:nvPr>
        </p:nvSpPr>
        <p:spPr/>
        <p:txBody>
          <a:bodyPr/>
          <a:lstStyle/>
          <a:p>
            <a:fld id="{C4B2AB52-DE3E-44E0-AFFD-20264D143888}" type="slidenum">
              <a:rPr lang="hu-HU" smtClean="0"/>
              <a:t>15</a:t>
            </a:fld>
            <a:endParaRPr lang="hu-HU"/>
          </a:p>
        </p:txBody>
      </p:sp>
    </p:spTree>
    <p:extLst>
      <p:ext uri="{BB962C8B-B14F-4D97-AF65-F5344CB8AC3E}">
        <p14:creationId xmlns:p14="http://schemas.microsoft.com/office/powerpoint/2010/main" val="426076922"/>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relációs szemlélettel terveztük meg. Törekedtünk arra, hogy minden nagyobb funkció külön táblát kapjon, így átláthatóbb és könnyebben kezelhető lett a szerkezet. A táblák között elsődleges és idegen kulcsos kapcsolatokat hoztunk létre. Több helyen ON DELETE CASCADE megoldást használunk, mert így a kapcsolódó rekordok automatikusan törlődnek, ha a szülő rekord megszűnik</a:t>
            </a:r>
          </a:p>
        </p:txBody>
      </p:sp>
      <p:sp>
        <p:nvSpPr>
          <p:cNvPr id="4" name="Dia számának helye 3"/>
          <p:cNvSpPr>
            <a:spLocks noGrp="1"/>
          </p:cNvSpPr>
          <p:nvPr>
            <p:ph type="sldNum" sz="quarter" idx="5"/>
          </p:nvPr>
        </p:nvSpPr>
        <p:spPr/>
        <p:txBody>
          <a:bodyPr/>
          <a:lstStyle/>
          <a:p>
            <a:fld id="{C4B2AB52-DE3E-44E0-AFFD-20264D143888}" type="slidenum">
              <a:rPr lang="hu-HU" smtClean="0"/>
              <a:t>16</a:t>
            </a:fld>
            <a:endParaRPr lang="hu-HU"/>
          </a:p>
        </p:txBody>
      </p:sp>
    </p:spTree>
    <p:extLst>
      <p:ext uri="{BB962C8B-B14F-4D97-AF65-F5344CB8AC3E}">
        <p14:creationId xmlns:p14="http://schemas.microsoft.com/office/powerpoint/2010/main" val="3678983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legfontosabb táblák a felhasználók, a makettek és a vélemények táblái. Emellett külön táblát kapott a kedvencek funkció, a fórum témái és hozzászólásai, az építési napló, valamint az építési tippek naplója és annak blokkjai. Van külön üzenetek tábla a kapcsolatfelvételhez, illetve aktivitásnapló is, amely az </a:t>
            </a:r>
            <a:r>
              <a:rPr lang="hu-HU" dirty="0" err="1"/>
              <a:t>admin</a:t>
            </a:r>
            <a:r>
              <a:rPr lang="hu-HU" dirty="0"/>
              <a:t> műveletek és más események követését segíti.</a:t>
            </a:r>
          </a:p>
        </p:txBody>
      </p:sp>
      <p:sp>
        <p:nvSpPr>
          <p:cNvPr id="4" name="Dia számának helye 3"/>
          <p:cNvSpPr>
            <a:spLocks noGrp="1"/>
          </p:cNvSpPr>
          <p:nvPr>
            <p:ph type="sldNum" sz="quarter" idx="5"/>
          </p:nvPr>
        </p:nvSpPr>
        <p:spPr/>
        <p:txBody>
          <a:bodyPr/>
          <a:lstStyle/>
          <a:p>
            <a:fld id="{C4B2AB52-DE3E-44E0-AFFD-20264D143888}" type="slidenum">
              <a:rPr lang="hu-HU" smtClean="0"/>
              <a:t>17</a:t>
            </a:fld>
            <a:endParaRPr lang="hu-HU"/>
          </a:p>
        </p:txBody>
      </p:sp>
    </p:spTree>
    <p:extLst>
      <p:ext uri="{BB962C8B-B14F-4D97-AF65-F5344CB8AC3E}">
        <p14:creationId xmlns:p14="http://schemas.microsoft.com/office/powerpoint/2010/main" val="426081416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Az adatbázist azért terveztük így, mert szerettük volna elkerülni az adatismétlést, és különválasztani a funkciókat. Így a rendszer később is könnyebben bővíthető marad. Például a fórum, a kedvencek vagy az építési tippek külön táblákat kaptak, mert ezek önálló funkcionális egységek. Az állapotkezelés és a szerepköralapú működés miatt is előnyös volt a részletesebb adatmodell.</a:t>
            </a:r>
          </a:p>
        </p:txBody>
      </p:sp>
      <p:sp>
        <p:nvSpPr>
          <p:cNvPr id="4" name="Dia számának helye 3"/>
          <p:cNvSpPr>
            <a:spLocks noGrp="1"/>
          </p:cNvSpPr>
          <p:nvPr>
            <p:ph type="sldNum" sz="quarter" idx="5"/>
          </p:nvPr>
        </p:nvSpPr>
        <p:spPr/>
        <p:txBody>
          <a:bodyPr/>
          <a:lstStyle/>
          <a:p>
            <a:fld id="{C4B2AB52-DE3E-44E0-AFFD-20264D143888}" type="slidenum">
              <a:rPr lang="hu-HU" smtClean="0"/>
              <a:t>18</a:t>
            </a:fld>
            <a:endParaRPr lang="hu-HU"/>
          </a:p>
        </p:txBody>
      </p:sp>
    </p:spTree>
    <p:extLst>
      <p:ext uri="{BB962C8B-B14F-4D97-AF65-F5344CB8AC3E}">
        <p14:creationId xmlns:p14="http://schemas.microsoft.com/office/powerpoint/2010/main" val="405379724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Összességében a </a:t>
            </a:r>
            <a:r>
              <a:rPr lang="hu-HU" dirty="0" err="1"/>
              <a:t>MakettMester</a:t>
            </a:r>
            <a:r>
              <a:rPr lang="hu-HU" dirty="0"/>
              <a:t> egy teljes </a:t>
            </a:r>
            <a:r>
              <a:rPr lang="hu-HU" dirty="0" err="1"/>
              <a:t>full-stack</a:t>
            </a:r>
            <a:r>
              <a:rPr lang="hu-HU" dirty="0"/>
              <a:t> alkalmazás lett, amely valós közösségi funkciókat valósít meg. A projekt során külön figyeltünk a moduláris felépítésre, a biztonságra, a bővíthetőségre és a felhasználói élményre. A rendszer jelenlegi állapotában is jól használható, de továbbfejleszthető például fejlettebb kereséssel, statisztikákkal, még jobb mobilélménnyel vagy összetettebb AI segítséggel.</a:t>
            </a:r>
          </a:p>
        </p:txBody>
      </p:sp>
      <p:sp>
        <p:nvSpPr>
          <p:cNvPr id="4" name="Dia számának helye 3"/>
          <p:cNvSpPr>
            <a:spLocks noGrp="1"/>
          </p:cNvSpPr>
          <p:nvPr>
            <p:ph type="sldNum" sz="quarter" idx="5"/>
          </p:nvPr>
        </p:nvSpPr>
        <p:spPr/>
        <p:txBody>
          <a:bodyPr/>
          <a:lstStyle/>
          <a:p>
            <a:fld id="{C4B2AB52-DE3E-44E0-AFFD-20264D143888}" type="slidenum">
              <a:rPr lang="hu-HU" smtClean="0"/>
              <a:t>19</a:t>
            </a:fld>
            <a:endParaRPr lang="hu-HU"/>
          </a:p>
        </p:txBody>
      </p:sp>
    </p:spTree>
    <p:extLst>
      <p:ext uri="{BB962C8B-B14F-4D97-AF65-F5344CB8AC3E}">
        <p14:creationId xmlns:p14="http://schemas.microsoft.com/office/powerpoint/2010/main" val="170900543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Címdia">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E17024A5-78B2-4CAC-9AF4-1BBD929D7447}"/>
              </a:ext>
            </a:extLst>
          </p:cNvPr>
          <p:cNvSpPr>
            <a:spLocks noGrp="1"/>
          </p:cNvSpPr>
          <p:nvPr>
            <p:ph type="ctrTitle"/>
          </p:nvPr>
        </p:nvSpPr>
        <p:spPr>
          <a:xfrm>
            <a:off x="1524000" y="1122363"/>
            <a:ext cx="9144000" cy="2387600"/>
          </a:xfrm>
        </p:spPr>
        <p:txBody>
          <a:bodyPr anchor="b"/>
          <a:lstStyle>
            <a:lvl1pPr algn="ctr">
              <a:defRPr sz="6000"/>
            </a:lvl1pPr>
          </a:lstStyle>
          <a:p>
            <a:r>
              <a:rPr lang="hu-HU"/>
              <a:t>Mintacím szerkesztése</a:t>
            </a:r>
          </a:p>
        </p:txBody>
      </p:sp>
      <p:sp>
        <p:nvSpPr>
          <p:cNvPr id="3" name="Alcím 2">
            <a:extLst>
              <a:ext uri="{FF2B5EF4-FFF2-40B4-BE49-F238E27FC236}">
                <a16:creationId xmlns:a16="http://schemas.microsoft.com/office/drawing/2014/main" id="{FE6A1FC1-4498-4C15-ABDC-3145DAA2C11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hu-HU"/>
              <a:t>Kattintson ide az alcím mintájának szerkesztéséhez</a:t>
            </a:r>
          </a:p>
        </p:txBody>
      </p:sp>
      <p:sp>
        <p:nvSpPr>
          <p:cNvPr id="4" name="Dátum helye 3">
            <a:extLst>
              <a:ext uri="{FF2B5EF4-FFF2-40B4-BE49-F238E27FC236}">
                <a16:creationId xmlns:a16="http://schemas.microsoft.com/office/drawing/2014/main" id="{0FE50CE0-7FB0-4D86-B553-D94922B64973}"/>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063167C6-0D15-4C99-AAED-FFA2444B3A5B}"/>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0D745A0B-ED26-459A-BFDB-E551BC2399DB}"/>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841599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ím és tartalo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1131F9CB-0FF3-4BF5-AF8C-0A0CC98AC184}"/>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7E647CE2-C7A0-46DD-95E7-4408E85950A4}"/>
              </a:ext>
            </a:extLst>
          </p:cNvPr>
          <p:cNvSpPr>
            <a:spLocks noGrp="1"/>
          </p:cNvSpPr>
          <p:nvPr>
            <p:ph idx="1"/>
          </p:nvPr>
        </p:nvSpPr>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EFBC0A-6958-4E9A-9997-144EC53BB26D}"/>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AAFB7426-3DCD-4C12-9D57-DEFEC623B344}"/>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74B9A37C-1ABC-4EA3-BFE8-3FCDC2F5D211}"/>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08048887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zakaszfejléc">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29EF486-DC13-4818-B1E3-ECEB2648D73D}"/>
              </a:ext>
            </a:extLst>
          </p:cNvPr>
          <p:cNvSpPr>
            <a:spLocks noGrp="1"/>
          </p:cNvSpPr>
          <p:nvPr>
            <p:ph type="title"/>
          </p:nvPr>
        </p:nvSpPr>
        <p:spPr>
          <a:xfrm>
            <a:off x="831850" y="1709738"/>
            <a:ext cx="10515600" cy="2852737"/>
          </a:xfrm>
        </p:spPr>
        <p:txBody>
          <a:bodyPr anchor="b"/>
          <a:lstStyle>
            <a:lvl1pPr>
              <a:defRPr sz="6000"/>
            </a:lvl1pPr>
          </a:lstStyle>
          <a:p>
            <a:r>
              <a:rPr lang="hu-HU"/>
              <a:t>Mintacím szerkesztése</a:t>
            </a:r>
          </a:p>
        </p:txBody>
      </p:sp>
      <p:sp>
        <p:nvSpPr>
          <p:cNvPr id="3" name="Szöveg helye 2">
            <a:extLst>
              <a:ext uri="{FF2B5EF4-FFF2-40B4-BE49-F238E27FC236}">
                <a16:creationId xmlns:a16="http://schemas.microsoft.com/office/drawing/2014/main" id="{77CA0232-200C-43BF-8819-77B3F83F3A8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hu-HU"/>
              <a:t>Mintaszöveg szerkesztése</a:t>
            </a:r>
          </a:p>
        </p:txBody>
      </p:sp>
      <p:sp>
        <p:nvSpPr>
          <p:cNvPr id="4" name="Dátum helye 3">
            <a:extLst>
              <a:ext uri="{FF2B5EF4-FFF2-40B4-BE49-F238E27FC236}">
                <a16:creationId xmlns:a16="http://schemas.microsoft.com/office/drawing/2014/main" id="{457DA921-60FA-4647-AB7B-450EA949AF79}"/>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012E155A-5958-44BA-992F-F9E0201619FD}"/>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CB03E3F6-5357-45BA-9AF5-86FA37E9EC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2872935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tartalomrész">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1C18ED6-CF97-4525-8A20-EA24C3DC128D}"/>
              </a:ext>
            </a:extLst>
          </p:cNvPr>
          <p:cNvSpPr>
            <a:spLocks noGrp="1"/>
          </p:cNvSpPr>
          <p:nvPr>
            <p:ph type="title"/>
          </p:nvPr>
        </p:nvSpPr>
        <p:spPr/>
        <p:txBody>
          <a:bodyPr/>
          <a:lstStyle/>
          <a:p>
            <a:r>
              <a:rPr lang="hu-HU"/>
              <a:t>Mintacím szerkesztése</a:t>
            </a:r>
          </a:p>
        </p:txBody>
      </p:sp>
      <p:sp>
        <p:nvSpPr>
          <p:cNvPr id="3" name="Tartalom helye 2">
            <a:extLst>
              <a:ext uri="{FF2B5EF4-FFF2-40B4-BE49-F238E27FC236}">
                <a16:creationId xmlns:a16="http://schemas.microsoft.com/office/drawing/2014/main" id="{436A3428-72AD-4111-8FE9-1E32681BFC09}"/>
              </a:ext>
            </a:extLst>
          </p:cNvPr>
          <p:cNvSpPr>
            <a:spLocks noGrp="1"/>
          </p:cNvSpPr>
          <p:nvPr>
            <p:ph sz="half" idx="1"/>
          </p:nvPr>
        </p:nvSpPr>
        <p:spPr>
          <a:xfrm>
            <a:off x="838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Tartalom helye 3">
            <a:extLst>
              <a:ext uri="{FF2B5EF4-FFF2-40B4-BE49-F238E27FC236}">
                <a16:creationId xmlns:a16="http://schemas.microsoft.com/office/drawing/2014/main" id="{AEC86ECA-4AA1-4DF8-A359-81A055A14F28}"/>
              </a:ext>
            </a:extLst>
          </p:cNvPr>
          <p:cNvSpPr>
            <a:spLocks noGrp="1"/>
          </p:cNvSpPr>
          <p:nvPr>
            <p:ph sz="half" idx="2"/>
          </p:nvPr>
        </p:nvSpPr>
        <p:spPr>
          <a:xfrm>
            <a:off x="6172200" y="1825625"/>
            <a:ext cx="5181600" cy="435133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Dátum helye 4">
            <a:extLst>
              <a:ext uri="{FF2B5EF4-FFF2-40B4-BE49-F238E27FC236}">
                <a16:creationId xmlns:a16="http://schemas.microsoft.com/office/drawing/2014/main" id="{CC561BE8-40A4-4494-A2AD-9B97F559D24D}"/>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6" name="Élőláb helye 5">
            <a:extLst>
              <a:ext uri="{FF2B5EF4-FFF2-40B4-BE49-F238E27FC236}">
                <a16:creationId xmlns:a16="http://schemas.microsoft.com/office/drawing/2014/main" id="{8B03E71E-B1A4-4C69-9B71-683A9600A18C}"/>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7E0BD70B-B9A2-4CD2-ADF0-515B1A5777D5}"/>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76287901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Összehasonlítás">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4BED0C35-7464-40A9-B2F2-E2D00F707578}"/>
              </a:ext>
            </a:extLst>
          </p:cNvPr>
          <p:cNvSpPr>
            <a:spLocks noGrp="1"/>
          </p:cNvSpPr>
          <p:nvPr>
            <p:ph type="title"/>
          </p:nvPr>
        </p:nvSpPr>
        <p:spPr>
          <a:xfrm>
            <a:off x="839788" y="365125"/>
            <a:ext cx="10515600" cy="1325563"/>
          </a:xfrm>
        </p:spPr>
        <p:txBody>
          <a:bodyPr/>
          <a:lstStyle/>
          <a:p>
            <a:r>
              <a:rPr lang="hu-HU"/>
              <a:t>Mintacím szerkesztése</a:t>
            </a:r>
          </a:p>
        </p:txBody>
      </p:sp>
      <p:sp>
        <p:nvSpPr>
          <p:cNvPr id="3" name="Szöveg helye 2">
            <a:extLst>
              <a:ext uri="{FF2B5EF4-FFF2-40B4-BE49-F238E27FC236}">
                <a16:creationId xmlns:a16="http://schemas.microsoft.com/office/drawing/2014/main" id="{F04C678B-430F-47FB-9A06-5A76269AAD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4" name="Tartalom helye 3">
            <a:extLst>
              <a:ext uri="{FF2B5EF4-FFF2-40B4-BE49-F238E27FC236}">
                <a16:creationId xmlns:a16="http://schemas.microsoft.com/office/drawing/2014/main" id="{D0EBEA39-E9DD-4881-9B1E-8D4AF802F9F6}"/>
              </a:ext>
            </a:extLst>
          </p:cNvPr>
          <p:cNvSpPr>
            <a:spLocks noGrp="1"/>
          </p:cNvSpPr>
          <p:nvPr>
            <p:ph sz="half" idx="2"/>
          </p:nvPr>
        </p:nvSpPr>
        <p:spPr>
          <a:xfrm>
            <a:off x="839788" y="2505075"/>
            <a:ext cx="5157787"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5" name="Szöveg helye 4">
            <a:extLst>
              <a:ext uri="{FF2B5EF4-FFF2-40B4-BE49-F238E27FC236}">
                <a16:creationId xmlns:a16="http://schemas.microsoft.com/office/drawing/2014/main" id="{A409A72D-046D-4EDA-8245-0FE6658397A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hu-HU"/>
              <a:t>Mintaszöveg szerkesztése</a:t>
            </a:r>
          </a:p>
        </p:txBody>
      </p:sp>
      <p:sp>
        <p:nvSpPr>
          <p:cNvPr id="6" name="Tartalom helye 5">
            <a:extLst>
              <a:ext uri="{FF2B5EF4-FFF2-40B4-BE49-F238E27FC236}">
                <a16:creationId xmlns:a16="http://schemas.microsoft.com/office/drawing/2014/main" id="{89876705-D40D-4047-B3EC-09D46FC1BB63}"/>
              </a:ext>
            </a:extLst>
          </p:cNvPr>
          <p:cNvSpPr>
            <a:spLocks noGrp="1"/>
          </p:cNvSpPr>
          <p:nvPr>
            <p:ph sz="quarter" idx="4"/>
          </p:nvPr>
        </p:nvSpPr>
        <p:spPr>
          <a:xfrm>
            <a:off x="6172200" y="2505075"/>
            <a:ext cx="5183188" cy="3684588"/>
          </a:xfrm>
        </p:spPr>
        <p:txBody>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7" name="Dátum helye 6">
            <a:extLst>
              <a:ext uri="{FF2B5EF4-FFF2-40B4-BE49-F238E27FC236}">
                <a16:creationId xmlns:a16="http://schemas.microsoft.com/office/drawing/2014/main" id="{E9A8B9DC-8850-4CAA-A29F-239C213ADABA}"/>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8" name="Élőláb helye 7">
            <a:extLst>
              <a:ext uri="{FF2B5EF4-FFF2-40B4-BE49-F238E27FC236}">
                <a16:creationId xmlns:a16="http://schemas.microsoft.com/office/drawing/2014/main" id="{645AF9E7-C51E-452D-92C6-1B32F900797A}"/>
              </a:ext>
            </a:extLst>
          </p:cNvPr>
          <p:cNvSpPr>
            <a:spLocks noGrp="1"/>
          </p:cNvSpPr>
          <p:nvPr>
            <p:ph type="ftr" sz="quarter" idx="11"/>
          </p:nvPr>
        </p:nvSpPr>
        <p:spPr/>
        <p:txBody>
          <a:bodyPr/>
          <a:lstStyle/>
          <a:p>
            <a:endParaRPr lang="hu-HU"/>
          </a:p>
        </p:txBody>
      </p:sp>
      <p:sp>
        <p:nvSpPr>
          <p:cNvPr id="9" name="Dia számának helye 8">
            <a:extLst>
              <a:ext uri="{FF2B5EF4-FFF2-40B4-BE49-F238E27FC236}">
                <a16:creationId xmlns:a16="http://schemas.microsoft.com/office/drawing/2014/main" id="{566BB048-3331-4373-B2D2-38F24AFBB5B2}"/>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93811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Csak cím">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6C80374A-D5DB-428A-BB8C-B9F4E855ABD3}"/>
              </a:ext>
            </a:extLst>
          </p:cNvPr>
          <p:cNvSpPr>
            <a:spLocks noGrp="1"/>
          </p:cNvSpPr>
          <p:nvPr>
            <p:ph type="title"/>
          </p:nvPr>
        </p:nvSpPr>
        <p:spPr/>
        <p:txBody>
          <a:bodyPr/>
          <a:lstStyle/>
          <a:p>
            <a:r>
              <a:rPr lang="hu-HU"/>
              <a:t>Mintacím szerkesztése</a:t>
            </a:r>
          </a:p>
        </p:txBody>
      </p:sp>
      <p:sp>
        <p:nvSpPr>
          <p:cNvPr id="3" name="Dátum helye 2">
            <a:extLst>
              <a:ext uri="{FF2B5EF4-FFF2-40B4-BE49-F238E27FC236}">
                <a16:creationId xmlns:a16="http://schemas.microsoft.com/office/drawing/2014/main" id="{DF61564A-6401-4FFE-A3B0-DE0A62020CDF}"/>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4" name="Élőláb helye 3">
            <a:extLst>
              <a:ext uri="{FF2B5EF4-FFF2-40B4-BE49-F238E27FC236}">
                <a16:creationId xmlns:a16="http://schemas.microsoft.com/office/drawing/2014/main" id="{40C03574-A8B2-4567-9BF2-F97DF5D12EFD}"/>
              </a:ext>
            </a:extLst>
          </p:cNvPr>
          <p:cNvSpPr>
            <a:spLocks noGrp="1"/>
          </p:cNvSpPr>
          <p:nvPr>
            <p:ph type="ftr" sz="quarter" idx="11"/>
          </p:nvPr>
        </p:nvSpPr>
        <p:spPr/>
        <p:txBody>
          <a:bodyPr/>
          <a:lstStyle/>
          <a:p>
            <a:endParaRPr lang="hu-HU"/>
          </a:p>
        </p:txBody>
      </p:sp>
      <p:sp>
        <p:nvSpPr>
          <p:cNvPr id="5" name="Dia számának helye 4">
            <a:extLst>
              <a:ext uri="{FF2B5EF4-FFF2-40B4-BE49-F238E27FC236}">
                <a16:creationId xmlns:a16="http://schemas.microsoft.com/office/drawing/2014/main" id="{74B1C648-4C4E-41CD-AE5A-AB5E953036FD}"/>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19235105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Üres">
    <p:spTree>
      <p:nvGrpSpPr>
        <p:cNvPr id="1" name=""/>
        <p:cNvGrpSpPr/>
        <p:nvPr/>
      </p:nvGrpSpPr>
      <p:grpSpPr>
        <a:xfrm>
          <a:off x="0" y="0"/>
          <a:ext cx="0" cy="0"/>
          <a:chOff x="0" y="0"/>
          <a:chExt cx="0" cy="0"/>
        </a:xfrm>
      </p:grpSpPr>
      <p:sp>
        <p:nvSpPr>
          <p:cNvPr id="2" name="Dátum helye 1">
            <a:extLst>
              <a:ext uri="{FF2B5EF4-FFF2-40B4-BE49-F238E27FC236}">
                <a16:creationId xmlns:a16="http://schemas.microsoft.com/office/drawing/2014/main" id="{1A4BFAFF-E7D4-4941-A76A-87FC6E2842C3}"/>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3" name="Élőláb helye 2">
            <a:extLst>
              <a:ext uri="{FF2B5EF4-FFF2-40B4-BE49-F238E27FC236}">
                <a16:creationId xmlns:a16="http://schemas.microsoft.com/office/drawing/2014/main" id="{4E3AC517-40B3-4142-859B-86BFE2239785}"/>
              </a:ext>
            </a:extLst>
          </p:cNvPr>
          <p:cNvSpPr>
            <a:spLocks noGrp="1"/>
          </p:cNvSpPr>
          <p:nvPr>
            <p:ph type="ftr" sz="quarter" idx="11"/>
          </p:nvPr>
        </p:nvSpPr>
        <p:spPr/>
        <p:txBody>
          <a:bodyPr/>
          <a:lstStyle/>
          <a:p>
            <a:endParaRPr lang="hu-HU"/>
          </a:p>
        </p:txBody>
      </p:sp>
      <p:sp>
        <p:nvSpPr>
          <p:cNvPr id="4" name="Dia számának helye 3">
            <a:extLst>
              <a:ext uri="{FF2B5EF4-FFF2-40B4-BE49-F238E27FC236}">
                <a16:creationId xmlns:a16="http://schemas.microsoft.com/office/drawing/2014/main" id="{47E101A5-4BF0-4E0D-96ED-0066628D6F6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3297838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Tartalomrész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989E3809-C28B-44BF-9178-67968E04DBE1}"/>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Tartalom helye 2">
            <a:extLst>
              <a:ext uri="{FF2B5EF4-FFF2-40B4-BE49-F238E27FC236}">
                <a16:creationId xmlns:a16="http://schemas.microsoft.com/office/drawing/2014/main" id="{8E72BE06-D16D-4FB7-81DC-A1549530802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Szöveg helye 3">
            <a:extLst>
              <a:ext uri="{FF2B5EF4-FFF2-40B4-BE49-F238E27FC236}">
                <a16:creationId xmlns:a16="http://schemas.microsoft.com/office/drawing/2014/main" id="{5193BA7A-A9BD-44F5-9CC6-D13C201417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448BD076-35C9-4373-931E-3D0A3505996D}"/>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6" name="Élőláb helye 5">
            <a:extLst>
              <a:ext uri="{FF2B5EF4-FFF2-40B4-BE49-F238E27FC236}">
                <a16:creationId xmlns:a16="http://schemas.microsoft.com/office/drawing/2014/main" id="{CC512C3E-4119-44F0-8A6A-2A463F70E60E}"/>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CA326714-E23E-4624-95EE-01E2983B16B6}"/>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4429873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Kép képaláírással">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B488D39F-2A6B-4227-A7D4-1197EE549CD6}"/>
              </a:ext>
            </a:extLst>
          </p:cNvPr>
          <p:cNvSpPr>
            <a:spLocks noGrp="1"/>
          </p:cNvSpPr>
          <p:nvPr>
            <p:ph type="title"/>
          </p:nvPr>
        </p:nvSpPr>
        <p:spPr>
          <a:xfrm>
            <a:off x="839788" y="457200"/>
            <a:ext cx="3932237" cy="1600200"/>
          </a:xfrm>
        </p:spPr>
        <p:txBody>
          <a:bodyPr anchor="b"/>
          <a:lstStyle>
            <a:lvl1pPr>
              <a:defRPr sz="3200"/>
            </a:lvl1pPr>
          </a:lstStyle>
          <a:p>
            <a:r>
              <a:rPr lang="hu-HU"/>
              <a:t>Mintacím szerkesztése</a:t>
            </a:r>
          </a:p>
        </p:txBody>
      </p:sp>
      <p:sp>
        <p:nvSpPr>
          <p:cNvPr id="3" name="Kép helye 2">
            <a:extLst>
              <a:ext uri="{FF2B5EF4-FFF2-40B4-BE49-F238E27FC236}">
                <a16:creationId xmlns:a16="http://schemas.microsoft.com/office/drawing/2014/main" id="{D8B16A98-E3B3-4715-9BA9-53559FB0318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u-HU"/>
          </a:p>
        </p:txBody>
      </p:sp>
      <p:sp>
        <p:nvSpPr>
          <p:cNvPr id="4" name="Szöveg helye 3">
            <a:extLst>
              <a:ext uri="{FF2B5EF4-FFF2-40B4-BE49-F238E27FC236}">
                <a16:creationId xmlns:a16="http://schemas.microsoft.com/office/drawing/2014/main" id="{956DAD35-D9CF-46BD-95E7-BB5347993B8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hu-HU"/>
              <a:t>Mintaszöveg szerkesztése</a:t>
            </a:r>
          </a:p>
        </p:txBody>
      </p:sp>
      <p:sp>
        <p:nvSpPr>
          <p:cNvPr id="5" name="Dátum helye 4">
            <a:extLst>
              <a:ext uri="{FF2B5EF4-FFF2-40B4-BE49-F238E27FC236}">
                <a16:creationId xmlns:a16="http://schemas.microsoft.com/office/drawing/2014/main" id="{AB23FE9A-50C1-4D7D-8E7B-7A6D1404BE60}"/>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6" name="Élőláb helye 5">
            <a:extLst>
              <a:ext uri="{FF2B5EF4-FFF2-40B4-BE49-F238E27FC236}">
                <a16:creationId xmlns:a16="http://schemas.microsoft.com/office/drawing/2014/main" id="{2D778FBB-A793-4753-8EC8-6CD85C788907}"/>
              </a:ext>
            </a:extLst>
          </p:cNvPr>
          <p:cNvSpPr>
            <a:spLocks noGrp="1"/>
          </p:cNvSpPr>
          <p:nvPr>
            <p:ph type="ftr" sz="quarter" idx="11"/>
          </p:nvPr>
        </p:nvSpPr>
        <p:spPr/>
        <p:txBody>
          <a:bodyPr/>
          <a:lstStyle/>
          <a:p>
            <a:endParaRPr lang="hu-HU"/>
          </a:p>
        </p:txBody>
      </p:sp>
      <p:sp>
        <p:nvSpPr>
          <p:cNvPr id="7" name="Dia számának helye 6">
            <a:extLst>
              <a:ext uri="{FF2B5EF4-FFF2-40B4-BE49-F238E27FC236}">
                <a16:creationId xmlns:a16="http://schemas.microsoft.com/office/drawing/2014/main" id="{A9C78228-B7E9-4A9A-BED3-591D9CAF0B8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2519177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Cím és függőleges szöveg">
    <p:spTree>
      <p:nvGrpSpPr>
        <p:cNvPr id="1" name=""/>
        <p:cNvGrpSpPr/>
        <p:nvPr/>
      </p:nvGrpSpPr>
      <p:grpSpPr>
        <a:xfrm>
          <a:off x="0" y="0"/>
          <a:ext cx="0" cy="0"/>
          <a:chOff x="0" y="0"/>
          <a:chExt cx="0" cy="0"/>
        </a:xfrm>
      </p:grpSpPr>
      <p:sp>
        <p:nvSpPr>
          <p:cNvPr id="2" name="Cím 1">
            <a:extLst>
              <a:ext uri="{FF2B5EF4-FFF2-40B4-BE49-F238E27FC236}">
                <a16:creationId xmlns:a16="http://schemas.microsoft.com/office/drawing/2014/main" id="{C87A1AB7-6D8A-4A3E-BBD1-E9095E95F07A}"/>
              </a:ext>
            </a:extLst>
          </p:cNvPr>
          <p:cNvSpPr>
            <a:spLocks noGrp="1"/>
          </p:cNvSpPr>
          <p:nvPr>
            <p:ph type="title"/>
          </p:nvPr>
        </p:nvSpPr>
        <p:spPr/>
        <p:txBody>
          <a:bodyPr/>
          <a:lstStyle/>
          <a:p>
            <a:r>
              <a:rPr lang="hu-HU"/>
              <a:t>Mintacím szerkesztése</a:t>
            </a:r>
          </a:p>
        </p:txBody>
      </p:sp>
      <p:sp>
        <p:nvSpPr>
          <p:cNvPr id="3" name="Függőleges szöveg helye 2">
            <a:extLst>
              <a:ext uri="{FF2B5EF4-FFF2-40B4-BE49-F238E27FC236}">
                <a16:creationId xmlns:a16="http://schemas.microsoft.com/office/drawing/2014/main" id="{259EE59B-2FDB-414A-BF95-88611AFF6755}"/>
              </a:ext>
            </a:extLst>
          </p:cNvPr>
          <p:cNvSpPr>
            <a:spLocks noGrp="1"/>
          </p:cNvSpPr>
          <p:nvPr>
            <p:ph type="body" orient="vert" idx="1"/>
          </p:nvPr>
        </p:nvSpPr>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EB580B53-6FB6-43EC-BF5A-442B92081119}"/>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B1E5F777-65FB-41E0-9958-638E8047F5A5}"/>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634D98F-7FE2-4A27-97BB-09CCD0275629}"/>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100991900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Függőleges cím és szöveg">
    <p:spTree>
      <p:nvGrpSpPr>
        <p:cNvPr id="1" name=""/>
        <p:cNvGrpSpPr/>
        <p:nvPr/>
      </p:nvGrpSpPr>
      <p:grpSpPr>
        <a:xfrm>
          <a:off x="0" y="0"/>
          <a:ext cx="0" cy="0"/>
          <a:chOff x="0" y="0"/>
          <a:chExt cx="0" cy="0"/>
        </a:xfrm>
      </p:grpSpPr>
      <p:sp>
        <p:nvSpPr>
          <p:cNvPr id="2" name="Függőleges cím 1">
            <a:extLst>
              <a:ext uri="{FF2B5EF4-FFF2-40B4-BE49-F238E27FC236}">
                <a16:creationId xmlns:a16="http://schemas.microsoft.com/office/drawing/2014/main" id="{9BDE829A-56F5-4129-81A1-50671762D12D}"/>
              </a:ext>
            </a:extLst>
          </p:cNvPr>
          <p:cNvSpPr>
            <a:spLocks noGrp="1"/>
          </p:cNvSpPr>
          <p:nvPr>
            <p:ph type="title" orient="vert"/>
          </p:nvPr>
        </p:nvSpPr>
        <p:spPr>
          <a:xfrm>
            <a:off x="8724900" y="365125"/>
            <a:ext cx="2628900" cy="5811838"/>
          </a:xfrm>
        </p:spPr>
        <p:txBody>
          <a:bodyPr vert="eaVert"/>
          <a:lstStyle/>
          <a:p>
            <a:r>
              <a:rPr lang="hu-HU"/>
              <a:t>Mintacím szerkesztése</a:t>
            </a:r>
          </a:p>
        </p:txBody>
      </p:sp>
      <p:sp>
        <p:nvSpPr>
          <p:cNvPr id="3" name="Függőleges szöveg helye 2">
            <a:extLst>
              <a:ext uri="{FF2B5EF4-FFF2-40B4-BE49-F238E27FC236}">
                <a16:creationId xmlns:a16="http://schemas.microsoft.com/office/drawing/2014/main" id="{FFC123AE-CB57-4E9A-9682-DE13314F0084}"/>
              </a:ext>
            </a:extLst>
          </p:cNvPr>
          <p:cNvSpPr>
            <a:spLocks noGrp="1"/>
          </p:cNvSpPr>
          <p:nvPr>
            <p:ph type="body" orient="vert" idx="1"/>
          </p:nvPr>
        </p:nvSpPr>
        <p:spPr>
          <a:xfrm>
            <a:off x="838200" y="365125"/>
            <a:ext cx="7734300" cy="5811838"/>
          </a:xfrm>
        </p:spPr>
        <p:txBody>
          <a:bodyPr vert="eaVert"/>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26116BAA-F217-474F-BBE5-81FDF5BA4A22}"/>
              </a:ext>
            </a:extLst>
          </p:cNvPr>
          <p:cNvSpPr>
            <a:spLocks noGrp="1"/>
          </p:cNvSpPr>
          <p:nvPr>
            <p:ph type="dt" sz="half" idx="10"/>
          </p:nvPr>
        </p:nvSpPr>
        <p:spPr/>
        <p:txBody>
          <a:body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6C38FF3C-8BAA-4E59-8680-C8FD59D431EE}"/>
              </a:ext>
            </a:extLst>
          </p:cNvPr>
          <p:cNvSpPr>
            <a:spLocks noGrp="1"/>
          </p:cNvSpPr>
          <p:nvPr>
            <p:ph type="ftr" sz="quarter" idx="11"/>
          </p:nvPr>
        </p:nvSpPr>
        <p:spPr/>
        <p:txBody>
          <a:bodyPr/>
          <a:lstStyle/>
          <a:p>
            <a:endParaRPr lang="hu-HU"/>
          </a:p>
        </p:txBody>
      </p:sp>
      <p:sp>
        <p:nvSpPr>
          <p:cNvPr id="6" name="Dia számának helye 5">
            <a:extLst>
              <a:ext uri="{FF2B5EF4-FFF2-40B4-BE49-F238E27FC236}">
                <a16:creationId xmlns:a16="http://schemas.microsoft.com/office/drawing/2014/main" id="{AF1866A5-C7A0-4565-8518-4242ACB5407E}"/>
              </a:ext>
            </a:extLst>
          </p:cNvPr>
          <p:cNvSpPr>
            <a:spLocks noGrp="1"/>
          </p:cNvSpPr>
          <p:nvPr>
            <p:ph type="sldNum" sz="quarter" idx="12"/>
          </p:nvPr>
        </p:nvSpPr>
        <p:spPr/>
        <p:txBody>
          <a:bodyPr/>
          <a:lstStyle/>
          <a:p>
            <a:fld id="{C5B71BAE-1E04-4F19-ABDD-76D9870951CD}" type="slidenum">
              <a:rPr lang="hu-HU" smtClean="0"/>
              <a:t>‹#›</a:t>
            </a:fld>
            <a:endParaRPr lang="hu-HU"/>
          </a:p>
        </p:txBody>
      </p:sp>
    </p:spTree>
    <p:extLst>
      <p:ext uri="{BB962C8B-B14F-4D97-AF65-F5344CB8AC3E}">
        <p14:creationId xmlns:p14="http://schemas.microsoft.com/office/powerpoint/2010/main" val="378825041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Cím helye 1">
            <a:extLst>
              <a:ext uri="{FF2B5EF4-FFF2-40B4-BE49-F238E27FC236}">
                <a16:creationId xmlns:a16="http://schemas.microsoft.com/office/drawing/2014/main" id="{B74F7312-427E-426D-9FFA-71AFBAC4C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hu-HU"/>
              <a:t>Mintacím szerkesztése</a:t>
            </a:r>
          </a:p>
        </p:txBody>
      </p:sp>
      <p:sp>
        <p:nvSpPr>
          <p:cNvPr id="3" name="Szöveg helye 2">
            <a:extLst>
              <a:ext uri="{FF2B5EF4-FFF2-40B4-BE49-F238E27FC236}">
                <a16:creationId xmlns:a16="http://schemas.microsoft.com/office/drawing/2014/main" id="{1F4550D6-FE4C-49BE-9175-5BF7D5F6BF6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hu-HU"/>
              <a:t>Mintaszöveg szerkesztése</a:t>
            </a:r>
          </a:p>
          <a:p>
            <a:pPr lvl="1"/>
            <a:r>
              <a:rPr lang="hu-HU"/>
              <a:t>Második szint</a:t>
            </a:r>
          </a:p>
          <a:p>
            <a:pPr lvl="2"/>
            <a:r>
              <a:rPr lang="hu-HU"/>
              <a:t>Harmadik szint</a:t>
            </a:r>
          </a:p>
          <a:p>
            <a:pPr lvl="3"/>
            <a:r>
              <a:rPr lang="hu-HU"/>
              <a:t>Negyedik szint</a:t>
            </a:r>
          </a:p>
          <a:p>
            <a:pPr lvl="4"/>
            <a:r>
              <a:rPr lang="hu-HU"/>
              <a:t>Ötödik szint</a:t>
            </a:r>
          </a:p>
        </p:txBody>
      </p:sp>
      <p:sp>
        <p:nvSpPr>
          <p:cNvPr id="4" name="Dátum helye 3">
            <a:extLst>
              <a:ext uri="{FF2B5EF4-FFF2-40B4-BE49-F238E27FC236}">
                <a16:creationId xmlns:a16="http://schemas.microsoft.com/office/drawing/2014/main" id="{B9F40C42-7DAE-4CB5-8669-476FF04D31F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6C265F0-9B0B-43BF-8579-E8996E214BEE}" type="datetimeFigureOut">
              <a:rPr lang="hu-HU" smtClean="0"/>
              <a:t>2026. 05. 29.</a:t>
            </a:fld>
            <a:endParaRPr lang="hu-HU"/>
          </a:p>
        </p:txBody>
      </p:sp>
      <p:sp>
        <p:nvSpPr>
          <p:cNvPr id="5" name="Élőláb helye 4">
            <a:extLst>
              <a:ext uri="{FF2B5EF4-FFF2-40B4-BE49-F238E27FC236}">
                <a16:creationId xmlns:a16="http://schemas.microsoft.com/office/drawing/2014/main" id="{D01DAB7A-E1E0-4F9D-9F65-BECE3237394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hu-HU"/>
          </a:p>
        </p:txBody>
      </p:sp>
      <p:sp>
        <p:nvSpPr>
          <p:cNvPr id="6" name="Dia számának helye 5">
            <a:extLst>
              <a:ext uri="{FF2B5EF4-FFF2-40B4-BE49-F238E27FC236}">
                <a16:creationId xmlns:a16="http://schemas.microsoft.com/office/drawing/2014/main" id="{4396535E-F28D-49C9-990B-A5682C7A385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5B71BAE-1E04-4F19-ABDD-76D9870951CD}" type="slidenum">
              <a:rPr lang="hu-HU" smtClean="0"/>
              <a:t>‹#›</a:t>
            </a:fld>
            <a:endParaRPr lang="hu-HU"/>
          </a:p>
        </p:txBody>
      </p:sp>
    </p:spTree>
    <p:extLst>
      <p:ext uri="{BB962C8B-B14F-4D97-AF65-F5344CB8AC3E}">
        <p14:creationId xmlns:p14="http://schemas.microsoft.com/office/powerpoint/2010/main" val="40544509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u-H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8" Type="http://schemas.openxmlformats.org/officeDocument/2006/relationships/image" Target="../media/image1.png"/><Relationship Id="rId13" Type="http://schemas.openxmlformats.org/officeDocument/2006/relationships/image" Target="../media/image8.png"/><Relationship Id="rId3" Type="http://schemas.openxmlformats.org/officeDocument/2006/relationships/diagramData" Target="../diagrams/data1.xml"/><Relationship Id="rId7" Type="http://schemas.microsoft.com/office/2007/relationships/diagramDrawing" Target="../diagrams/drawing1.xml"/><Relationship Id="rId12"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1.xml"/><Relationship Id="rId11" Type="http://schemas.openxmlformats.org/officeDocument/2006/relationships/image" Target="../media/image6.png"/><Relationship Id="rId5" Type="http://schemas.openxmlformats.org/officeDocument/2006/relationships/diagramQuickStyle" Target="../diagrams/quickStyle1.xml"/><Relationship Id="rId15" Type="http://schemas.openxmlformats.org/officeDocument/2006/relationships/image" Target="../media/image10.jpeg"/><Relationship Id="rId10" Type="http://schemas.openxmlformats.org/officeDocument/2006/relationships/image" Target="../media/image5.png"/><Relationship Id="rId4" Type="http://schemas.openxmlformats.org/officeDocument/2006/relationships/diagramLayout" Target="../diagrams/layout1.xml"/><Relationship Id="rId9" Type="http://schemas.openxmlformats.org/officeDocument/2006/relationships/image" Target="../media/image3.png"/><Relationship Id="rId14" Type="http://schemas.openxmlformats.org/officeDocument/2006/relationships/image" Target="../media/image9.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 Id="rId9" Type="http://schemas.openxmlformats.org/officeDocument/2006/relationships/image" Target="../media/image1.png"/></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 Id="rId9" Type="http://schemas.openxmlformats.org/officeDocument/2006/relationships/image" Target="../media/image1.png"/></Relationships>
</file>

<file path=ppt/slides/_rels/slide8.xml.rels><?xml version="1.0" encoding="UTF-8" standalone="yes"?>
<Relationships xmlns="http://schemas.openxmlformats.org/package/2006/relationships"><Relationship Id="rId8" Type="http://schemas.microsoft.com/office/2007/relationships/diagramDrawing" Target="../diagrams/drawing4.xml"/><Relationship Id="rId3" Type="http://schemas.openxmlformats.org/officeDocument/2006/relationships/image" Target="../media/image11.jpeg"/><Relationship Id="rId7" Type="http://schemas.openxmlformats.org/officeDocument/2006/relationships/diagramColors" Target="../diagrams/colors4.xml"/><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diagramQuickStyle" Target="../diagrams/quickStyle4.xml"/><Relationship Id="rId5" Type="http://schemas.openxmlformats.org/officeDocument/2006/relationships/diagramLayout" Target="../diagrams/layout4.xml"/><Relationship Id="rId10" Type="http://schemas.openxmlformats.org/officeDocument/2006/relationships/image" Target="../media/image3.png"/><Relationship Id="rId4" Type="http://schemas.openxmlformats.org/officeDocument/2006/relationships/diagramData" Target="../diagrams/data4.xml"/><Relationship Id="rId9"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1.png"/></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3.png"/><Relationship Id="rId5" Type="http://schemas.openxmlformats.org/officeDocument/2006/relationships/image" Target="../media/image1.png"/><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13" Type="http://schemas.openxmlformats.org/officeDocument/2006/relationships/diagramColors" Target="../diagrams/colors6.xml"/><Relationship Id="rId3" Type="http://schemas.openxmlformats.org/officeDocument/2006/relationships/diagramData" Target="../diagrams/data5.xml"/><Relationship Id="rId7" Type="http://schemas.microsoft.com/office/2007/relationships/diagramDrawing" Target="../diagrams/drawing5.xml"/><Relationship Id="rId12" Type="http://schemas.openxmlformats.org/officeDocument/2006/relationships/diagramQuickStyle" Target="../diagrams/quickStyle6.xml"/><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diagramColors" Target="../diagrams/colors5.xml"/><Relationship Id="rId11" Type="http://schemas.openxmlformats.org/officeDocument/2006/relationships/diagramLayout" Target="../diagrams/layout6.xml"/><Relationship Id="rId5" Type="http://schemas.openxmlformats.org/officeDocument/2006/relationships/diagramQuickStyle" Target="../diagrams/quickStyle5.xml"/><Relationship Id="rId10" Type="http://schemas.openxmlformats.org/officeDocument/2006/relationships/diagramData" Target="../diagrams/data6.xml"/><Relationship Id="rId4" Type="http://schemas.openxmlformats.org/officeDocument/2006/relationships/diagramLayout" Target="../diagrams/layout5.xml"/><Relationship Id="rId9" Type="http://schemas.openxmlformats.org/officeDocument/2006/relationships/image" Target="../media/image1.png"/><Relationship Id="rId14" Type="http://schemas.microsoft.com/office/2007/relationships/diagramDrawing" Target="../diagrams/drawing6.xml"/></Relationships>
</file>

<file path=ppt/slides/_rels/slide1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 Id="rId9" Type="http://schemas.openxmlformats.org/officeDocument/2006/relationships/image" Target="../media/image1.pn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5.png"/><Relationship Id="rId4" Type="http://schemas.openxmlformats.org/officeDocument/2006/relationships/image" Target="../media/image1.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 Id="rId9" Type="http://schemas.openxmlformats.org/officeDocument/2006/relationships/image" Target="../media/image1.png"/></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2.xml"/><Relationship Id="rId5" Type="http://schemas.openxmlformats.org/officeDocument/2006/relationships/image" Target="../media/image1.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8" Type="http://schemas.microsoft.com/office/2007/relationships/diagramDrawing" Target="../diagrams/drawing9.xml"/><Relationship Id="rId3" Type="http://schemas.openxmlformats.org/officeDocument/2006/relationships/image" Target="../media/image17.jpeg"/><Relationship Id="rId7" Type="http://schemas.openxmlformats.org/officeDocument/2006/relationships/diagramColors" Target="../diagrams/colors9.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QuickStyle" Target="../diagrams/quickStyle9.xml"/><Relationship Id="rId5" Type="http://schemas.openxmlformats.org/officeDocument/2006/relationships/diagramLayout" Target="../diagrams/layout9.xml"/><Relationship Id="rId10" Type="http://schemas.openxmlformats.org/officeDocument/2006/relationships/image" Target="../media/image1.png"/><Relationship Id="rId4" Type="http://schemas.openxmlformats.org/officeDocument/2006/relationships/diagramData" Target="../diagrams/data9.xml"/><Relationship Id="rId9"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10">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CC43FE1C-8D2A-467E-9CCE-383090BA6B16}"/>
              </a:ext>
            </a:extLst>
          </p:cNvPr>
          <p:cNvPicPr>
            <a:picLocks noChangeAspect="1"/>
          </p:cNvPicPr>
          <p:nvPr/>
        </p:nvPicPr>
        <p:blipFill>
          <a:blip r:embed="rId3">
            <a:extLst>
              <a:ext uri="{28A0092B-C50C-407E-A947-70E740481C1C}">
                <a14:useLocalDpi xmlns:a14="http://schemas.microsoft.com/office/drawing/2010/main" val="0"/>
              </a:ext>
            </a:extLst>
          </a:blip>
          <a:srcRect t="12213" r="9089" b="15864"/>
          <a:stretch>
            <a:fillRect/>
          </a:stretch>
        </p:blipFill>
        <p:spPr>
          <a:xfrm>
            <a:off x="3523488" y="10"/>
            <a:ext cx="8668512" cy="6857990"/>
          </a:xfrm>
          <a:prstGeom prst="rect">
            <a:avLst/>
          </a:prstGeom>
        </p:spPr>
      </p:pic>
      <p:sp>
        <p:nvSpPr>
          <p:cNvPr id="18" name="Rectangle 12">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 y="0"/>
            <a:ext cx="9339206" cy="6858000"/>
          </a:xfrm>
          <a:prstGeom prst="rect">
            <a:avLst/>
          </a:prstGeom>
          <a:gradFill>
            <a:gsLst>
              <a:gs pos="58000">
                <a:schemeClr val="tx1"/>
              </a:gs>
              <a:gs pos="33000">
                <a:schemeClr val="tx1">
                  <a:alpha val="64000"/>
                </a:schemeClr>
              </a:gs>
              <a:gs pos="0">
                <a:schemeClr val="tx1">
                  <a:alpha val="0"/>
                </a:schemeClr>
              </a:gs>
              <a:gs pos="100000">
                <a:schemeClr val="tx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F7F4BBEA-F639-407A-9870-0CBE76807DC3}"/>
              </a:ext>
            </a:extLst>
          </p:cNvPr>
          <p:cNvSpPr>
            <a:spLocks noGrp="1"/>
          </p:cNvSpPr>
          <p:nvPr>
            <p:ph type="ctrTitle"/>
          </p:nvPr>
        </p:nvSpPr>
        <p:spPr>
          <a:xfrm>
            <a:off x="281197" y="3089882"/>
            <a:ext cx="4023360" cy="1189854"/>
          </a:xfrm>
        </p:spPr>
        <p:txBody>
          <a:bodyPr anchor="b">
            <a:normAutofit/>
          </a:bodyPr>
          <a:lstStyle/>
          <a:p>
            <a:pPr algn="l"/>
            <a:r>
              <a:rPr lang="hu-HU" sz="4800" dirty="0" err="1">
                <a:solidFill>
                  <a:schemeClr val="bg1"/>
                </a:solidFill>
              </a:rPr>
              <a:t>MakettMester</a:t>
            </a:r>
            <a:endParaRPr lang="hu-HU" sz="4800" dirty="0">
              <a:solidFill>
                <a:schemeClr val="bg1"/>
              </a:solidFill>
            </a:endParaRPr>
          </a:p>
        </p:txBody>
      </p:sp>
      <p:sp>
        <p:nvSpPr>
          <p:cNvPr id="3" name="Alcím 2">
            <a:extLst>
              <a:ext uri="{FF2B5EF4-FFF2-40B4-BE49-F238E27FC236}">
                <a16:creationId xmlns:a16="http://schemas.microsoft.com/office/drawing/2014/main" id="{D43602BE-5026-4683-913E-188D17BE8DF7}"/>
              </a:ext>
            </a:extLst>
          </p:cNvPr>
          <p:cNvSpPr>
            <a:spLocks noGrp="1"/>
          </p:cNvSpPr>
          <p:nvPr>
            <p:ph type="subTitle" idx="1"/>
          </p:nvPr>
        </p:nvSpPr>
        <p:spPr>
          <a:xfrm>
            <a:off x="281197" y="4868822"/>
            <a:ext cx="4220144" cy="1208141"/>
          </a:xfrm>
        </p:spPr>
        <p:txBody>
          <a:bodyPr>
            <a:normAutofit/>
          </a:bodyPr>
          <a:lstStyle/>
          <a:p>
            <a:pPr algn="l"/>
            <a:r>
              <a:rPr lang="hu-HU" sz="2000" dirty="0" err="1">
                <a:solidFill>
                  <a:schemeClr val="bg1"/>
                </a:solidFill>
              </a:rPr>
              <a:t>készitette</a:t>
            </a:r>
            <a:r>
              <a:rPr lang="hu-HU" sz="2000" dirty="0">
                <a:solidFill>
                  <a:schemeClr val="bg1"/>
                </a:solidFill>
              </a:rPr>
              <a:t>: Claus Patrik, Hohn Márton, Szabados Bendegúz Henrik</a:t>
            </a:r>
          </a:p>
        </p:txBody>
      </p:sp>
      <p:sp>
        <p:nvSpPr>
          <p:cNvPr id="15" name="Rectangle 14">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6">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68252426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CD657CA-252B-94AD-1FE7-A973F13B31F7}"/>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1192DA4A-7391-502A-8FD5-D9D28F8A17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Kép 5">
            <a:extLst>
              <a:ext uri="{FF2B5EF4-FFF2-40B4-BE49-F238E27FC236}">
                <a16:creationId xmlns:a16="http://schemas.microsoft.com/office/drawing/2014/main" id="{649F1D5B-2164-C02E-20A8-9C2709D5C675}"/>
              </a:ext>
            </a:extLst>
          </p:cNvPr>
          <p:cNvPicPr>
            <a:picLocks noChangeAspect="1"/>
          </p:cNvPicPr>
          <p:nvPr/>
        </p:nvPicPr>
        <p:blipFill>
          <a:blip r:embed="rId3"/>
          <a:stretch>
            <a:fillRect/>
          </a:stretch>
        </p:blipFill>
        <p:spPr>
          <a:xfrm>
            <a:off x="4037824" y="1534903"/>
            <a:ext cx="5650940" cy="3390564"/>
          </a:xfrm>
          <a:prstGeom prst="rect">
            <a:avLst/>
          </a:prstGeom>
        </p:spPr>
      </p:pic>
      <p:sp>
        <p:nvSpPr>
          <p:cNvPr id="21" name="Rectangle 11">
            <a:extLst>
              <a:ext uri="{FF2B5EF4-FFF2-40B4-BE49-F238E27FC236}">
                <a16:creationId xmlns:a16="http://schemas.microsoft.com/office/drawing/2014/main" id="{809E97CA-6A32-0416-BC72-0BDD6D1B12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88A4F777-9CBF-6927-13AD-2B7B740B42F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D9F1BC3E-92BE-7C1B-FF2D-1D860C8EAD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F270BB71-76A9-CC27-0CE0-9F994499EF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52484BC5-E283-EF66-6DC4-7DCF779C54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2C65A6-2A3B-3617-9AE1-F0EF2B6ECBAE}"/>
              </a:ext>
            </a:extLst>
          </p:cNvPr>
          <p:cNvSpPr>
            <a:spLocks noGrp="1"/>
          </p:cNvSpPr>
          <p:nvPr>
            <p:ph type="title"/>
          </p:nvPr>
        </p:nvSpPr>
        <p:spPr>
          <a:xfrm>
            <a:off x="-20" y="1683756"/>
            <a:ext cx="4028020" cy="2396359"/>
          </a:xfrm>
        </p:spPr>
        <p:txBody>
          <a:bodyPr anchor="b">
            <a:normAutofit/>
          </a:bodyPr>
          <a:lstStyle/>
          <a:p>
            <a:pPr algn="ctr"/>
            <a:r>
              <a:rPr lang="hu-HU" sz="4000" b="1" dirty="0" err="1">
                <a:solidFill>
                  <a:schemeClr val="bg1"/>
                </a:solidFill>
              </a:rPr>
              <a:t>Problem</a:t>
            </a:r>
            <a:r>
              <a:rPr lang="hu-HU" sz="4000" b="1" dirty="0">
                <a:solidFill>
                  <a:schemeClr val="bg1"/>
                </a:solidFill>
              </a:rPr>
              <a:t> &amp; </a:t>
            </a:r>
            <a:r>
              <a:rPr lang="hu-HU" sz="4000" b="1" dirty="0" err="1">
                <a:solidFill>
                  <a:schemeClr val="bg1"/>
                </a:solidFill>
              </a:rPr>
              <a:t>Solution</a:t>
            </a:r>
            <a:endParaRPr lang="hu-HU" sz="4000" b="1" dirty="0">
              <a:solidFill>
                <a:schemeClr val="bg1"/>
              </a:solidFill>
            </a:endParaRPr>
          </a:p>
        </p:txBody>
      </p:sp>
      <p:pic>
        <p:nvPicPr>
          <p:cNvPr id="7" name="Kép 6">
            <a:extLst>
              <a:ext uri="{FF2B5EF4-FFF2-40B4-BE49-F238E27FC236}">
                <a16:creationId xmlns:a16="http://schemas.microsoft.com/office/drawing/2014/main" id="{C09A2C0B-B511-3686-6235-66BA05CDD64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0" y="509789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E8B7CEC3-BCDA-6B80-AF65-2D4A4E4B640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260695" y="548295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8D2885BE-216D-1E76-909C-7C40347A5D8E}"/>
              </a:ext>
            </a:extLst>
          </p:cNvPr>
          <p:cNvSpPr txBox="1"/>
          <p:nvPr/>
        </p:nvSpPr>
        <p:spPr>
          <a:xfrm>
            <a:off x="4150937" y="195414"/>
            <a:ext cx="6144917" cy="1200329"/>
          </a:xfrm>
          <a:prstGeom prst="rect">
            <a:avLst/>
          </a:prstGeom>
          <a:noFill/>
        </p:spPr>
        <p:txBody>
          <a:bodyPr wrap="square">
            <a:spAutoFit/>
          </a:bodyPr>
          <a:lstStyle/>
          <a:p>
            <a:r>
              <a:rPr lang="en-US" b="1" dirty="0"/>
              <a:t>Problem:</a:t>
            </a:r>
            <a:endParaRPr lang="en-US" dirty="0"/>
          </a:p>
          <a:p>
            <a:pPr marL="285750" indent="-285750">
              <a:buFont typeface="Arial" panose="020B0604020202020204" pitchFamily="34" charset="0"/>
              <a:buChar char="•"/>
            </a:pPr>
            <a:r>
              <a:rPr lang="en-US" dirty="0"/>
              <a:t>There is no unified platform for scale modeling enthusiasts. </a:t>
            </a:r>
          </a:p>
          <a:p>
            <a:pPr marL="285750" indent="-285750">
              <a:buFont typeface="Arial" panose="020B0604020202020204" pitchFamily="34" charset="0"/>
              <a:buChar char="•"/>
            </a:pPr>
            <a:r>
              <a:rPr lang="en-US" dirty="0"/>
              <a:t>Existing websites offer limited community features. </a:t>
            </a:r>
          </a:p>
          <a:p>
            <a:pPr marL="285750" indent="-285750">
              <a:buFont typeface="Arial" panose="020B0604020202020204" pitchFamily="34" charset="0"/>
              <a:buChar char="•"/>
            </a:pPr>
            <a:r>
              <a:rPr lang="en-US" dirty="0"/>
              <a:t>It is difficult to track and share building projects.</a:t>
            </a:r>
          </a:p>
        </p:txBody>
      </p:sp>
      <p:sp>
        <p:nvSpPr>
          <p:cNvPr id="10" name="Szövegdoboz 9">
            <a:extLst>
              <a:ext uri="{FF2B5EF4-FFF2-40B4-BE49-F238E27FC236}">
                <a16:creationId xmlns:a16="http://schemas.microsoft.com/office/drawing/2014/main" id="{24A94027-36A6-32B8-AAE2-6979D14A2077}"/>
              </a:ext>
            </a:extLst>
          </p:cNvPr>
          <p:cNvSpPr txBox="1"/>
          <p:nvPr/>
        </p:nvSpPr>
        <p:spPr>
          <a:xfrm>
            <a:off x="4150937" y="4868341"/>
            <a:ext cx="6109748" cy="1477328"/>
          </a:xfrm>
          <a:prstGeom prst="rect">
            <a:avLst/>
          </a:prstGeom>
          <a:noFill/>
        </p:spPr>
        <p:txBody>
          <a:bodyPr wrap="square">
            <a:spAutoFit/>
          </a:bodyPr>
          <a:lstStyle/>
          <a:p>
            <a:r>
              <a:rPr lang="en-US" b="1" dirty="0"/>
              <a:t>Solution:</a:t>
            </a:r>
            <a:endParaRPr lang="en-US" dirty="0"/>
          </a:p>
          <a:p>
            <a:pPr marL="285750" indent="-285750">
              <a:buFont typeface="Arial" panose="020B0604020202020204" pitchFamily="34" charset="0"/>
              <a:buChar char="•"/>
            </a:pPr>
            <a:r>
              <a:rPr lang="en-US" dirty="0"/>
              <a:t>Create a centralized platform for scale modeling enthusiasts. </a:t>
            </a:r>
          </a:p>
          <a:p>
            <a:pPr marL="285750" indent="-285750">
              <a:buFont typeface="Arial" panose="020B0604020202020204" pitchFamily="34" charset="0"/>
              <a:buChar char="•"/>
            </a:pPr>
            <a:r>
              <a:rPr lang="en-US" dirty="0"/>
              <a:t>Enable model browsing, reviews, and forum discussions. </a:t>
            </a:r>
          </a:p>
          <a:p>
            <a:pPr marL="285750" indent="-285750">
              <a:buFont typeface="Arial" panose="020B0604020202020204" pitchFamily="34" charset="0"/>
              <a:buChar char="•"/>
            </a:pPr>
            <a:r>
              <a:rPr lang="en-US" dirty="0"/>
              <a:t>Provide build logs and model submission features. </a:t>
            </a:r>
          </a:p>
          <a:p>
            <a:pPr marL="285750" indent="-285750">
              <a:buFont typeface="Arial" panose="020B0604020202020204" pitchFamily="34" charset="0"/>
              <a:buChar char="•"/>
            </a:pPr>
            <a:r>
              <a:rPr lang="en-US" dirty="0"/>
              <a:t>Ensure role-based access control and a responsive design.</a:t>
            </a:r>
          </a:p>
        </p:txBody>
      </p:sp>
    </p:spTree>
    <p:extLst>
      <p:ext uri="{BB962C8B-B14F-4D97-AF65-F5344CB8AC3E}">
        <p14:creationId xmlns:p14="http://schemas.microsoft.com/office/powerpoint/2010/main" val="101854032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CC347B8-0C11-B5CF-F669-4870A3A4DF9F}"/>
            </a:ext>
          </a:extLst>
        </p:cNvPr>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31105B87-6589-6E16-6B54-8387C24635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AAF2A5BD-5DAF-9DEE-E365-2AEC91167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5A636532-C9EB-E0A5-9F76-D3FC48C060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C0480506-081D-6039-2249-CDFF4A2164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ECBFB1C8-E3C1-9756-F639-F5D000BDFF8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C653618C-E344-84E3-FC4D-7326258B84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C5C6987C-2773-7931-45C3-7153D148FB51}"/>
              </a:ext>
            </a:extLst>
          </p:cNvPr>
          <p:cNvSpPr>
            <a:spLocks noGrp="1"/>
          </p:cNvSpPr>
          <p:nvPr>
            <p:ph type="title"/>
          </p:nvPr>
        </p:nvSpPr>
        <p:spPr>
          <a:xfrm>
            <a:off x="209158" y="360506"/>
            <a:ext cx="3081628" cy="779867"/>
          </a:xfrm>
        </p:spPr>
        <p:txBody>
          <a:bodyPr anchor="b">
            <a:normAutofit/>
          </a:bodyPr>
          <a:lstStyle/>
          <a:p>
            <a:pPr algn="r"/>
            <a:r>
              <a:rPr lang="hu-HU" sz="4000" dirty="0">
                <a:solidFill>
                  <a:schemeClr val="bg1"/>
                </a:solidFill>
              </a:rPr>
              <a:t>Project </a:t>
            </a:r>
            <a:r>
              <a:rPr lang="hu-HU" sz="4000" dirty="0" err="1">
                <a:solidFill>
                  <a:schemeClr val="bg1"/>
                </a:solidFill>
              </a:rPr>
              <a:t>Goal</a:t>
            </a:r>
            <a:endParaRPr lang="hu-HU" sz="4000" dirty="0">
              <a:solidFill>
                <a:schemeClr val="bg1"/>
              </a:solidFill>
            </a:endParaRPr>
          </a:p>
        </p:txBody>
      </p:sp>
      <p:pic>
        <p:nvPicPr>
          <p:cNvPr id="7" name="Kép 6">
            <a:extLst>
              <a:ext uri="{FF2B5EF4-FFF2-40B4-BE49-F238E27FC236}">
                <a16:creationId xmlns:a16="http://schemas.microsoft.com/office/drawing/2014/main" id="{2635837D-12ED-ADC1-AC8E-D5A9A7F7B9D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5232573"/>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CEFBAB51-AC6E-89CA-BE73-777F481DCEE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232108"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sp>
        <p:nvSpPr>
          <p:cNvPr id="9" name="Szövegdoboz 8">
            <a:extLst>
              <a:ext uri="{FF2B5EF4-FFF2-40B4-BE49-F238E27FC236}">
                <a16:creationId xmlns:a16="http://schemas.microsoft.com/office/drawing/2014/main" id="{C8433ABF-516C-7C05-5C22-B91609475711}"/>
              </a:ext>
            </a:extLst>
          </p:cNvPr>
          <p:cNvSpPr txBox="1"/>
          <p:nvPr/>
        </p:nvSpPr>
        <p:spPr>
          <a:xfrm>
            <a:off x="9133490" y="1403946"/>
            <a:ext cx="184731" cy="369332"/>
          </a:xfrm>
          <a:prstGeom prst="rect">
            <a:avLst/>
          </a:prstGeom>
          <a:noFill/>
        </p:spPr>
        <p:txBody>
          <a:bodyPr wrap="none" rtlCol="0">
            <a:spAutoFit/>
          </a:bodyPr>
          <a:lstStyle/>
          <a:p>
            <a:endParaRPr lang="hu-HU" dirty="0"/>
          </a:p>
        </p:txBody>
      </p:sp>
      <p:sp>
        <p:nvSpPr>
          <p:cNvPr id="10" name="Szövegdoboz 9">
            <a:extLst>
              <a:ext uri="{FF2B5EF4-FFF2-40B4-BE49-F238E27FC236}">
                <a16:creationId xmlns:a16="http://schemas.microsoft.com/office/drawing/2014/main" id="{07B089F0-F69F-779F-0DAB-302ACC20A8AE}"/>
              </a:ext>
            </a:extLst>
          </p:cNvPr>
          <p:cNvSpPr txBox="1"/>
          <p:nvPr/>
        </p:nvSpPr>
        <p:spPr>
          <a:xfrm>
            <a:off x="124603" y="2960881"/>
            <a:ext cx="3913226" cy="1384995"/>
          </a:xfrm>
          <a:prstGeom prst="rect">
            <a:avLst/>
          </a:prstGeom>
          <a:noFill/>
        </p:spPr>
        <p:txBody>
          <a:bodyPr wrap="square" rtlCol="0">
            <a:spAutoFit/>
          </a:bodyPr>
          <a:lstStyle/>
          <a:p>
            <a:r>
              <a:rPr lang="en-US" sz="2400" b="1" dirty="0">
                <a:solidFill>
                  <a:schemeClr val="bg1"/>
                </a:solidFill>
              </a:rPr>
              <a:t>Creating a Unified Scale Modeling Platform</a:t>
            </a:r>
          </a:p>
          <a:p>
            <a:br>
              <a:rPr lang="en-GB" dirty="0">
                <a:solidFill>
                  <a:schemeClr val="bg1"/>
                </a:solidFill>
              </a:rPr>
            </a:br>
            <a:endParaRPr lang="hu-HU" dirty="0">
              <a:solidFill>
                <a:schemeClr val="bg1"/>
              </a:solidFill>
            </a:endParaRPr>
          </a:p>
        </p:txBody>
      </p:sp>
      <p:sp>
        <p:nvSpPr>
          <p:cNvPr id="11" name="Szövegdoboz 10">
            <a:extLst>
              <a:ext uri="{FF2B5EF4-FFF2-40B4-BE49-F238E27FC236}">
                <a16:creationId xmlns:a16="http://schemas.microsoft.com/office/drawing/2014/main" id="{465BEC07-7844-DEE6-3C7B-2912A182E498}"/>
              </a:ext>
            </a:extLst>
          </p:cNvPr>
          <p:cNvSpPr txBox="1"/>
          <p:nvPr/>
        </p:nvSpPr>
        <p:spPr>
          <a:xfrm>
            <a:off x="8557869" y="708258"/>
            <a:ext cx="3348478" cy="4524315"/>
          </a:xfrm>
          <a:prstGeom prst="rect">
            <a:avLst/>
          </a:prstGeom>
          <a:noFill/>
        </p:spPr>
        <p:txBody>
          <a:bodyPr wrap="square" rtlCol="0">
            <a:spAutoFit/>
          </a:bodyPr>
          <a:lstStyle/>
          <a:p>
            <a:r>
              <a:rPr lang="en-US" b="1" u="sng" dirty="0"/>
              <a:t>Platform</a:t>
            </a:r>
            <a:endParaRPr lang="en-US" u="sng" dirty="0"/>
          </a:p>
          <a:p>
            <a:r>
              <a:rPr lang="en-US" dirty="0"/>
              <a:t>Browse models </a:t>
            </a:r>
          </a:p>
          <a:p>
            <a:r>
              <a:rPr lang="en-US" dirty="0"/>
              <a:t>Upload your own models </a:t>
            </a:r>
            <a:endParaRPr lang="hu-HU" dirty="0"/>
          </a:p>
          <a:p>
            <a:endParaRPr lang="en-US" dirty="0"/>
          </a:p>
          <a:p>
            <a:r>
              <a:rPr lang="en-US" b="1" u="sng" dirty="0"/>
              <a:t>Community</a:t>
            </a:r>
            <a:endParaRPr lang="en-US" u="sng" dirty="0"/>
          </a:p>
          <a:p>
            <a:r>
              <a:rPr lang="en-US" dirty="0"/>
              <a:t>Forum and comments </a:t>
            </a:r>
          </a:p>
          <a:p>
            <a:r>
              <a:rPr lang="en-US" dirty="0"/>
              <a:t>Ratings and favorites </a:t>
            </a:r>
            <a:endParaRPr lang="hu-HU" dirty="0"/>
          </a:p>
          <a:p>
            <a:endParaRPr lang="en-US" dirty="0"/>
          </a:p>
          <a:p>
            <a:r>
              <a:rPr lang="en-US" b="1" u="sng" dirty="0"/>
              <a:t>Features</a:t>
            </a:r>
            <a:endParaRPr lang="en-US" u="sng" dirty="0"/>
          </a:p>
          <a:p>
            <a:r>
              <a:rPr lang="en-US" dirty="0"/>
              <a:t>Build log management </a:t>
            </a:r>
          </a:p>
          <a:p>
            <a:r>
              <a:rPr lang="en-US" dirty="0"/>
              <a:t>Role-based access control </a:t>
            </a:r>
            <a:endParaRPr lang="hu-HU" dirty="0"/>
          </a:p>
          <a:p>
            <a:endParaRPr lang="en-US" dirty="0"/>
          </a:p>
          <a:p>
            <a:r>
              <a:rPr lang="en-US" b="1" u="sng" dirty="0"/>
              <a:t>Design</a:t>
            </a:r>
            <a:endParaRPr lang="en-US" u="sng" dirty="0"/>
          </a:p>
          <a:p>
            <a:r>
              <a:rPr lang="en-US" dirty="0"/>
              <a:t>Modern appearance </a:t>
            </a:r>
          </a:p>
          <a:p>
            <a:r>
              <a:rPr lang="en-US" dirty="0"/>
              <a:t>Responsive interface for mobile devices as well</a:t>
            </a:r>
          </a:p>
        </p:txBody>
      </p:sp>
      <p:pic>
        <p:nvPicPr>
          <p:cNvPr id="2054" name="Picture 6">
            <a:extLst>
              <a:ext uri="{FF2B5EF4-FFF2-40B4-BE49-F238E27FC236}">
                <a16:creationId xmlns:a16="http://schemas.microsoft.com/office/drawing/2014/main" id="{AD9D74E5-2850-BA12-900A-B26EDCCC43F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499944" y="-1"/>
            <a:ext cx="4907858" cy="68681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2543872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21A2965-105D-4BDA-ADFB-DC6880593396}"/>
              </a:ext>
            </a:extLst>
          </p:cNvPr>
          <p:cNvSpPr>
            <a:spLocks noGrp="1"/>
          </p:cNvSpPr>
          <p:nvPr>
            <p:ph type="title"/>
          </p:nvPr>
        </p:nvSpPr>
        <p:spPr>
          <a:xfrm>
            <a:off x="160211" y="1765927"/>
            <a:ext cx="3740762" cy="834300"/>
          </a:xfrm>
        </p:spPr>
        <p:txBody>
          <a:bodyPr anchor="b">
            <a:normAutofit fontScale="90000"/>
          </a:bodyPr>
          <a:lstStyle/>
          <a:p>
            <a:pPr algn="ctr"/>
            <a:r>
              <a:rPr lang="hu-HU" sz="4000" dirty="0">
                <a:solidFill>
                  <a:srgbClr val="FFFFFF"/>
                </a:solidFill>
              </a:rPr>
              <a:t>Használt alkalmazások</a:t>
            </a:r>
          </a:p>
        </p:txBody>
      </p:sp>
      <p:graphicFrame>
        <p:nvGraphicFramePr>
          <p:cNvPr id="24" name="Rectangle 1">
            <a:extLst>
              <a:ext uri="{FF2B5EF4-FFF2-40B4-BE49-F238E27FC236}">
                <a16:creationId xmlns:a16="http://schemas.microsoft.com/office/drawing/2014/main" id="{ACFA7781-63C5-52A0-339C-AE08F22D2519}"/>
              </a:ext>
            </a:extLst>
          </p:cNvPr>
          <p:cNvGraphicFramePr>
            <a:graphicFrameLocks noGrp="1"/>
          </p:cNvGraphicFramePr>
          <p:nvPr>
            <p:ph idx="1"/>
            <p:extLst>
              <p:ext uri="{D42A27DB-BD31-4B8C-83A1-F6EECF244321}">
                <p14:modId xmlns:p14="http://schemas.microsoft.com/office/powerpoint/2010/main" val="3800329157"/>
              </p:ext>
            </p:extLst>
          </p:nvPr>
        </p:nvGraphicFramePr>
        <p:xfrm>
          <a:off x="4047533" y="529093"/>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7" name="Kép 6">
            <a:extLst>
              <a:ext uri="{FF2B5EF4-FFF2-40B4-BE49-F238E27FC236}">
                <a16:creationId xmlns:a16="http://schemas.microsoft.com/office/drawing/2014/main" id="{BF7019F0-F156-6E7C-3B14-9AC1410D8879}"/>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10" y="5058910"/>
            <a:ext cx="1749972" cy="1749972"/>
          </a:xfrm>
          <a:prstGeom prst="rect">
            <a:avLst/>
          </a:prstGeom>
        </p:spPr>
      </p:pic>
      <p:pic>
        <p:nvPicPr>
          <p:cNvPr id="8" name="Picture 2" descr="Budapesti Gazdasági Szakképzési Centrum Pestszentlőrinci Technikum | EDIR">
            <a:extLst>
              <a:ext uri="{FF2B5EF4-FFF2-40B4-BE49-F238E27FC236}">
                <a16:creationId xmlns:a16="http://schemas.microsoft.com/office/drawing/2014/main" id="{7C374FA8-21A9-926A-86B5-C000259E9AB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45492" y="5607005"/>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4" name="Kép 3">
            <a:extLst>
              <a:ext uri="{FF2B5EF4-FFF2-40B4-BE49-F238E27FC236}">
                <a16:creationId xmlns:a16="http://schemas.microsoft.com/office/drawing/2014/main" id="{0C4DEBAB-A33A-B282-B3FF-6561D690B40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65031" y="2883463"/>
            <a:ext cx="1080433" cy="1080433"/>
          </a:xfrm>
          <a:prstGeom prst="rect">
            <a:avLst/>
          </a:prstGeom>
        </p:spPr>
      </p:pic>
      <p:pic>
        <p:nvPicPr>
          <p:cNvPr id="10" name="Kép 9">
            <a:extLst>
              <a:ext uri="{FF2B5EF4-FFF2-40B4-BE49-F238E27FC236}">
                <a16:creationId xmlns:a16="http://schemas.microsoft.com/office/drawing/2014/main" id="{61DC89A3-8E36-377F-BA25-53ADC89A74DC}"/>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885759" y="5227030"/>
            <a:ext cx="820410" cy="820410"/>
          </a:xfrm>
          <a:prstGeom prst="rect">
            <a:avLst/>
          </a:prstGeom>
        </p:spPr>
      </p:pic>
      <p:pic>
        <p:nvPicPr>
          <p:cNvPr id="12" name="Kép 11">
            <a:extLst>
              <a:ext uri="{FF2B5EF4-FFF2-40B4-BE49-F238E27FC236}">
                <a16:creationId xmlns:a16="http://schemas.microsoft.com/office/drawing/2014/main" id="{3F286CBD-3303-4FCF-7493-CD71D354496F}"/>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9224921" y="4176082"/>
            <a:ext cx="1277624" cy="718663"/>
          </a:xfrm>
          <a:prstGeom prst="rect">
            <a:avLst/>
          </a:prstGeom>
        </p:spPr>
      </p:pic>
      <p:pic>
        <p:nvPicPr>
          <p:cNvPr id="14" name="Kép 13">
            <a:extLst>
              <a:ext uri="{FF2B5EF4-FFF2-40B4-BE49-F238E27FC236}">
                <a16:creationId xmlns:a16="http://schemas.microsoft.com/office/drawing/2014/main" id="{CD3DE525-DC96-768B-713E-0BA4C0652BC5}"/>
              </a:ext>
            </a:extLst>
          </p:cNvPr>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9381975" y="1870829"/>
            <a:ext cx="963517" cy="963517"/>
          </a:xfrm>
          <a:prstGeom prst="rect">
            <a:avLst/>
          </a:prstGeom>
        </p:spPr>
      </p:pic>
      <p:pic>
        <p:nvPicPr>
          <p:cNvPr id="25" name="Kép 24">
            <a:extLst>
              <a:ext uri="{FF2B5EF4-FFF2-40B4-BE49-F238E27FC236}">
                <a16:creationId xmlns:a16="http://schemas.microsoft.com/office/drawing/2014/main" id="{B4A69E92-129E-744B-41D0-FF9FEFD93A33}"/>
              </a:ext>
            </a:extLst>
          </p:cNvPr>
          <p:cNvPicPr>
            <a:picLocks noChangeAspect="1"/>
          </p:cNvPicPr>
          <p:nvPr/>
        </p:nvPicPr>
        <p:blipFill>
          <a:blip r:embed="rId14"/>
          <a:stretch>
            <a:fillRect/>
          </a:stretch>
        </p:blipFill>
        <p:spPr>
          <a:xfrm>
            <a:off x="9381975" y="948689"/>
            <a:ext cx="846546" cy="671640"/>
          </a:xfrm>
          <a:prstGeom prst="rect">
            <a:avLst/>
          </a:prstGeom>
        </p:spPr>
      </p:pic>
      <p:pic>
        <p:nvPicPr>
          <p:cNvPr id="3" name="Kép 2" descr="Microsoft PowerPoint – Wikipédia">
            <a:extLst>
              <a:ext uri="{FF2B5EF4-FFF2-40B4-BE49-F238E27FC236}">
                <a16:creationId xmlns:a16="http://schemas.microsoft.com/office/drawing/2014/main" id="{3E8BA14E-9794-52C7-8619-0190F6D99028}"/>
              </a:ext>
            </a:extLst>
          </p:cNvPr>
          <p:cNvPicPr>
            <a:picLocks noChangeAspect="1"/>
          </p:cNvPicPr>
          <p:nvPr/>
        </p:nvPicPr>
        <p:blipFill>
          <a:blip r:embed="rId15"/>
          <a:stretch>
            <a:fillRect/>
          </a:stretch>
        </p:blipFill>
        <p:spPr>
          <a:xfrm>
            <a:off x="9052297" y="5247673"/>
            <a:ext cx="741426" cy="718663"/>
          </a:xfrm>
          <a:prstGeom prst="rect">
            <a:avLst/>
          </a:prstGeom>
        </p:spPr>
      </p:pic>
    </p:spTree>
    <p:extLst>
      <p:ext uri="{BB962C8B-B14F-4D97-AF65-F5344CB8AC3E}">
        <p14:creationId xmlns:p14="http://schemas.microsoft.com/office/powerpoint/2010/main" val="21841576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BAEE82AC-5D8C-7DC9-0922-A056D09E537F}"/>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dirty="0">
                <a:solidFill>
                  <a:srgbClr val="FFFFFF"/>
                </a:solidFill>
                <a:latin typeface="+mj-lt"/>
                <a:ea typeface="+mj-ea"/>
                <a:cs typeface="+mj-cs"/>
              </a:rPr>
              <a:t>Frontend</a:t>
            </a:r>
          </a:p>
        </p:txBody>
      </p:sp>
      <p:sp>
        <p:nvSpPr>
          <p:cNvPr id="3" name="Tartalom helye 2">
            <a:extLst>
              <a:ext uri="{FF2B5EF4-FFF2-40B4-BE49-F238E27FC236}">
                <a16:creationId xmlns:a16="http://schemas.microsoft.com/office/drawing/2014/main" id="{62A25CAF-C4BE-9EF0-E87A-3248E4EF7886}"/>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a:solidFill>
                  <a:srgbClr val="FFFFFF"/>
                </a:solidFill>
                <a:latin typeface="+mn-lt"/>
                <a:ea typeface="+mn-ea"/>
                <a:cs typeface="+mn-cs"/>
              </a:rPr>
              <a:t>Bemutatja:Hohn Márton</a:t>
            </a:r>
          </a:p>
        </p:txBody>
      </p:sp>
    </p:spTree>
    <p:extLst>
      <p:ext uri="{BB962C8B-B14F-4D97-AF65-F5344CB8AC3E}">
        <p14:creationId xmlns:p14="http://schemas.microsoft.com/office/powerpoint/2010/main" val="40984893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Rectangle 16">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Oval 18">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Cím 1">
            <a:extLst>
              <a:ext uri="{FF2B5EF4-FFF2-40B4-BE49-F238E27FC236}">
                <a16:creationId xmlns:a16="http://schemas.microsoft.com/office/drawing/2014/main" id="{AB3178A5-1042-42B3-8ABD-3054DA77646E}"/>
              </a:ext>
            </a:extLst>
          </p:cNvPr>
          <p:cNvSpPr>
            <a:spLocks noGrp="1"/>
          </p:cNvSpPr>
          <p:nvPr>
            <p:ph type="title"/>
          </p:nvPr>
        </p:nvSpPr>
        <p:spPr>
          <a:xfrm>
            <a:off x="826396" y="586855"/>
            <a:ext cx="4230100" cy="3387497"/>
          </a:xfrm>
        </p:spPr>
        <p:txBody>
          <a:bodyPr anchor="b">
            <a:normAutofit/>
          </a:bodyPr>
          <a:lstStyle/>
          <a:p>
            <a:pPr algn="r"/>
            <a:r>
              <a:rPr lang="hu-HU" sz="4000" dirty="0">
                <a:solidFill>
                  <a:srgbClr val="FFFFFF"/>
                </a:solidFill>
              </a:rPr>
              <a:t>Frontend felépítése</a:t>
            </a:r>
          </a:p>
        </p:txBody>
      </p:sp>
      <p:graphicFrame>
        <p:nvGraphicFramePr>
          <p:cNvPr id="5" name="Tartalom helye 4">
            <a:extLst>
              <a:ext uri="{FF2B5EF4-FFF2-40B4-BE49-F238E27FC236}">
                <a16:creationId xmlns:a16="http://schemas.microsoft.com/office/drawing/2014/main" id="{F5BEC5D3-71DA-3A44-DA6E-48940EB99A4F}"/>
              </a:ext>
            </a:extLst>
          </p:cNvPr>
          <p:cNvGraphicFramePr>
            <a:graphicFrameLocks noGrp="1"/>
          </p:cNvGraphicFramePr>
          <p:nvPr>
            <p:ph idx="1"/>
            <p:extLst>
              <p:ext uri="{D42A27DB-BD31-4B8C-83A1-F6EECF244321}">
                <p14:modId xmlns:p14="http://schemas.microsoft.com/office/powerpoint/2010/main" val="2520784248"/>
              </p:ext>
            </p:extLst>
          </p:nvPr>
        </p:nvGraphicFramePr>
        <p:xfrm>
          <a:off x="5683753" y="265117"/>
          <a:ext cx="5247819" cy="557264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668E0D92-EAAB-337A-22A1-4DC658CD8D72}"/>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510344" y="5744162"/>
            <a:ext cx="1590801" cy="1044284"/>
          </a:xfrm>
          <a:prstGeom prst="rect">
            <a:avLst/>
          </a:prstGeom>
          <a:noFill/>
          <a:extLst>
            <a:ext uri="{909E8E84-426E-40DD-AFC4-6F175D3DCCD1}">
              <a14:hiddenFill xmlns:a14="http://schemas.microsoft.com/office/drawing/2010/main">
                <a:solidFill>
                  <a:srgbClr val="FFFFFF"/>
                </a:solidFill>
              </a14:hiddenFill>
            </a:ext>
          </a:extLst>
        </p:spPr>
      </p:pic>
      <p:pic>
        <p:nvPicPr>
          <p:cNvPr id="6" name="Kép 5">
            <a:extLst>
              <a:ext uri="{FF2B5EF4-FFF2-40B4-BE49-F238E27FC236}">
                <a16:creationId xmlns:a16="http://schemas.microsoft.com/office/drawing/2014/main" id="{26BC7514-2576-6173-36D1-2893A08B8BB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138739"/>
            <a:ext cx="1749972" cy="1749972"/>
          </a:xfrm>
          <a:prstGeom prst="rect">
            <a:avLst/>
          </a:prstGeom>
        </p:spPr>
      </p:pic>
    </p:spTree>
    <p:extLst>
      <p:ext uri="{BB962C8B-B14F-4D97-AF65-F5344CB8AC3E}">
        <p14:creationId xmlns:p14="http://schemas.microsoft.com/office/powerpoint/2010/main" val="3102947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0261417-5FF9-4AC4-BBE8-4F4A2BB6693D}"/>
              </a:ext>
            </a:extLst>
          </p:cNvPr>
          <p:cNvSpPr>
            <a:spLocks noGrp="1"/>
          </p:cNvSpPr>
          <p:nvPr>
            <p:ph type="title"/>
          </p:nvPr>
        </p:nvSpPr>
        <p:spPr>
          <a:xfrm>
            <a:off x="461273" y="2270131"/>
            <a:ext cx="3115265" cy="1578131"/>
          </a:xfrm>
        </p:spPr>
        <p:txBody>
          <a:bodyPr anchor="b">
            <a:normAutofit/>
          </a:bodyPr>
          <a:lstStyle/>
          <a:p>
            <a:pPr algn="r"/>
            <a:r>
              <a:rPr lang="hu-HU" sz="4000" dirty="0">
                <a:solidFill>
                  <a:srgbClr val="FFFFFF"/>
                </a:solidFill>
              </a:rPr>
              <a:t>Profil, fórum, építési napló,</a:t>
            </a:r>
          </a:p>
        </p:txBody>
      </p:sp>
      <p:graphicFrame>
        <p:nvGraphicFramePr>
          <p:cNvPr id="6" name="Rectangle 1">
            <a:extLst>
              <a:ext uri="{FF2B5EF4-FFF2-40B4-BE49-F238E27FC236}">
                <a16:creationId xmlns:a16="http://schemas.microsoft.com/office/drawing/2014/main" id="{6E65DC1D-4394-C564-DF9D-7C27C633F5F6}"/>
              </a:ext>
            </a:extLst>
          </p:cNvPr>
          <p:cNvGraphicFramePr>
            <a:graphicFrameLocks noGrp="1"/>
          </p:cNvGraphicFramePr>
          <p:nvPr>
            <p:ph idx="1"/>
            <p:extLst>
              <p:ext uri="{D42A27DB-BD31-4B8C-83A1-F6EECF244321}">
                <p14:modId xmlns:p14="http://schemas.microsoft.com/office/powerpoint/2010/main" val="3485121920"/>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8A60D6D2-9384-1CE2-83CB-2A23538A852F}"/>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13246"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D1B4AE9-ACD4-9C7D-BAA0-47E43A98C5D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21" y="5232573"/>
            <a:ext cx="1749972" cy="1749972"/>
          </a:xfrm>
          <a:prstGeom prst="rect">
            <a:avLst/>
          </a:prstGeom>
        </p:spPr>
      </p:pic>
    </p:spTree>
    <p:extLst>
      <p:ext uri="{BB962C8B-B14F-4D97-AF65-F5344CB8AC3E}">
        <p14:creationId xmlns:p14="http://schemas.microsoft.com/office/powerpoint/2010/main" val="10244400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3" name="Picture 22">
            <a:extLst>
              <a:ext uri="{FF2B5EF4-FFF2-40B4-BE49-F238E27FC236}">
                <a16:creationId xmlns:a16="http://schemas.microsoft.com/office/drawing/2014/main" id="{72E48AA3-2861-04F2-4DB4-64F44F57DA3A}"/>
              </a:ext>
            </a:extLst>
          </p:cNvPr>
          <p:cNvPicPr>
            <a:picLocks noChangeAspect="1"/>
          </p:cNvPicPr>
          <p:nvPr/>
        </p:nvPicPr>
        <p:blipFill>
          <a:blip r:embed="rId3">
            <a:duotone>
              <a:schemeClr val="bg2">
                <a:shade val="45000"/>
                <a:satMod val="135000"/>
              </a:schemeClr>
              <a:prstClr val="white"/>
            </a:duotone>
          </a:blip>
          <a:srcRect t="6250"/>
          <a:stretch>
            <a:fillRect/>
          </a:stretch>
        </p:blipFill>
        <p:spPr>
          <a:xfrm>
            <a:off x="20" y="10"/>
            <a:ext cx="12191980" cy="6857990"/>
          </a:xfrm>
          <a:prstGeom prst="rect">
            <a:avLst/>
          </a:prstGeom>
        </p:spPr>
      </p:pic>
      <p:sp>
        <p:nvSpPr>
          <p:cNvPr id="27" name="Rectangle 26">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28AC334C-391E-4020-930B-6C0BC96A764F}"/>
              </a:ext>
            </a:extLst>
          </p:cNvPr>
          <p:cNvSpPr>
            <a:spLocks noGrp="1"/>
          </p:cNvSpPr>
          <p:nvPr>
            <p:ph type="title"/>
          </p:nvPr>
        </p:nvSpPr>
        <p:spPr>
          <a:xfrm>
            <a:off x="838200" y="365125"/>
            <a:ext cx="10515600" cy="1325563"/>
          </a:xfrm>
        </p:spPr>
        <p:txBody>
          <a:bodyPr>
            <a:normAutofit/>
          </a:bodyPr>
          <a:lstStyle/>
          <a:p>
            <a:r>
              <a:rPr lang="hu-HU"/>
              <a:t>Dizájn és reszponzivitás</a:t>
            </a:r>
          </a:p>
        </p:txBody>
      </p:sp>
      <p:graphicFrame>
        <p:nvGraphicFramePr>
          <p:cNvPr id="22" name="Rectangle 1">
            <a:extLst>
              <a:ext uri="{FF2B5EF4-FFF2-40B4-BE49-F238E27FC236}">
                <a16:creationId xmlns:a16="http://schemas.microsoft.com/office/drawing/2014/main" id="{F95FEA2D-351E-400F-FB34-CA944BB783A3}"/>
              </a:ext>
            </a:extLst>
          </p:cNvPr>
          <p:cNvGraphicFramePr>
            <a:graphicFrameLocks noGrp="1"/>
          </p:cNvGraphicFramePr>
          <p:nvPr>
            <p:ph idx="1"/>
            <p:extLst>
              <p:ext uri="{D42A27DB-BD31-4B8C-83A1-F6EECF244321}">
                <p14:modId xmlns:p14="http://schemas.microsoft.com/office/powerpoint/2010/main" val="2437404894"/>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Kép 2">
            <a:extLst>
              <a:ext uri="{FF2B5EF4-FFF2-40B4-BE49-F238E27FC236}">
                <a16:creationId xmlns:a16="http://schemas.microsoft.com/office/drawing/2014/main" id="{8C0BFCB8-D2E6-BC27-69ED-19A699F52474}"/>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4981905"/>
            <a:ext cx="1749972" cy="1749972"/>
          </a:xfrm>
          <a:prstGeom prst="rect">
            <a:avLst/>
          </a:prstGeom>
        </p:spPr>
      </p:pic>
      <p:pic>
        <p:nvPicPr>
          <p:cNvPr id="6" name="Picture 2" descr="Budapesti Gazdasági Szakképzési Centrum Pestszentlőrinci Technikum | EDIR">
            <a:extLst>
              <a:ext uri="{FF2B5EF4-FFF2-40B4-BE49-F238E27FC236}">
                <a16:creationId xmlns:a16="http://schemas.microsoft.com/office/drawing/2014/main" id="{03ED1A53-BA7B-DEA0-ABDA-CBE0DF0D1F66}"/>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38647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5" name="Rectangle 84">
            <a:extLst>
              <a:ext uri="{FF2B5EF4-FFF2-40B4-BE49-F238E27FC236}">
                <a16:creationId xmlns:a16="http://schemas.microsoft.com/office/drawing/2014/main" id="{AB8C311F-7253-4AED-9701-7FC0708C41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E2384209-CB15-4CDF-9D31-C44FD9A3F2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2666617" y="-2666188"/>
            <a:ext cx="6858000" cy="12191233"/>
          </a:xfrm>
          <a:prstGeom prst="rect">
            <a:avLst/>
          </a:prstGeom>
          <a:gradFill>
            <a:gsLst>
              <a:gs pos="8000">
                <a:schemeClr val="accent1"/>
              </a:gs>
              <a:gs pos="100000">
                <a:schemeClr val="accent1">
                  <a:lumMod val="5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633B3B5-CC90-43F0-8714-D31D1F3F02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311" y="0"/>
            <a:ext cx="9070846" cy="6857572"/>
          </a:xfrm>
          <a:prstGeom prst="rect">
            <a:avLst/>
          </a:prstGeom>
          <a:gradFill>
            <a:gsLst>
              <a:gs pos="8000">
                <a:srgbClr val="000000">
                  <a:alpha val="52000"/>
                </a:srgbClr>
              </a:gs>
              <a:gs pos="100000">
                <a:schemeClr val="accent1"/>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1" name="Rectangle 90">
            <a:extLst>
              <a:ext uri="{FF2B5EF4-FFF2-40B4-BE49-F238E27FC236}">
                <a16:creationId xmlns:a16="http://schemas.microsoft.com/office/drawing/2014/main" id="{A8D57A06-A426-446D-B02C-A2DC6B62E45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3649491" y="-1685840"/>
            <a:ext cx="4894564" cy="12193546"/>
          </a:xfrm>
          <a:prstGeom prst="rect">
            <a:avLst/>
          </a:prstGeom>
          <a:gradFill>
            <a:gsLst>
              <a:gs pos="0">
                <a:schemeClr val="accent5">
                  <a:lumMod val="60000"/>
                  <a:lumOff val="40000"/>
                  <a:alpha val="0"/>
                </a:schemeClr>
              </a:gs>
              <a:gs pos="100000">
                <a:srgbClr val="000000">
                  <a:alpha val="46000"/>
                </a:srgbClr>
              </a:gs>
            </a:gsLst>
            <a:lin ang="1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Tartalom helye 9">
            <a:extLst>
              <a:ext uri="{FF2B5EF4-FFF2-40B4-BE49-F238E27FC236}">
                <a16:creationId xmlns:a16="http://schemas.microsoft.com/office/drawing/2014/main" id="{03AFD9A8-C762-1E2D-7612-CFEBB1756042}"/>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l="10671" r="3763" b="-1"/>
          <a:stretch>
            <a:fillRect/>
          </a:stretch>
        </p:blipFill>
        <p:spPr>
          <a:xfrm>
            <a:off x="1590006" y="341587"/>
            <a:ext cx="9375160" cy="5286632"/>
          </a:xfrm>
          <a:prstGeom prst="rect">
            <a:avLst/>
          </a:prstGeom>
        </p:spPr>
      </p:pic>
      <p:sp>
        <p:nvSpPr>
          <p:cNvPr id="7" name="AutoShape 6" descr="Kép">
            <a:extLst>
              <a:ext uri="{FF2B5EF4-FFF2-40B4-BE49-F238E27FC236}">
                <a16:creationId xmlns:a16="http://schemas.microsoft.com/office/drawing/2014/main" id="{81D4F5C9-2924-8966-01CF-9A51D1CCD099}"/>
              </a:ext>
            </a:extLst>
          </p:cNvPr>
          <p:cNvSpPr>
            <a:spLocks noChangeAspect="1" noChangeArrowheads="1"/>
          </p:cNvSpPr>
          <p:nvPr/>
        </p:nvSpPr>
        <p:spPr bwMode="auto">
          <a:xfrm>
            <a:off x="5943600" y="811924"/>
            <a:ext cx="2769476" cy="2769476"/>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hu-HU"/>
          </a:p>
        </p:txBody>
      </p:sp>
      <p:pic>
        <p:nvPicPr>
          <p:cNvPr id="12" name="Kép 11">
            <a:extLst>
              <a:ext uri="{FF2B5EF4-FFF2-40B4-BE49-F238E27FC236}">
                <a16:creationId xmlns:a16="http://schemas.microsoft.com/office/drawing/2014/main" id="{07381791-7D67-F656-C63D-F7FBBED60B0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202" y="5265255"/>
            <a:ext cx="1592317" cy="1592317"/>
          </a:xfrm>
          <a:prstGeom prst="rect">
            <a:avLst/>
          </a:prstGeom>
        </p:spPr>
      </p:pic>
      <p:pic>
        <p:nvPicPr>
          <p:cNvPr id="14" name="Picture 2" descr="Budapesti Gazdasági Szakképzési Centrum Pestszentlőrinci Technikum | EDIR">
            <a:extLst>
              <a:ext uri="{FF2B5EF4-FFF2-40B4-BE49-F238E27FC236}">
                <a16:creationId xmlns:a16="http://schemas.microsoft.com/office/drawing/2014/main" id="{2B637864-FCD5-42B2-AB37-A6D35645D88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0301741" y="5600314"/>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8252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7" name="Rectangle 56">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59" name="Rectangle 58">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5" name="Rectangle 64">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4F9A16B3-E2B4-2BAE-CCC6-3BC4CA5CDCB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lang="en-US" sz="4800">
                <a:solidFill>
                  <a:srgbClr val="FFFFFF"/>
                </a:solidFill>
              </a:rPr>
              <a:t>újra hasznosított komponensek</a:t>
            </a:r>
          </a:p>
        </p:txBody>
      </p:sp>
      <p:sp>
        <p:nvSpPr>
          <p:cNvPr id="67" name="Rectangle 66">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Kép 12">
            <a:extLst>
              <a:ext uri="{FF2B5EF4-FFF2-40B4-BE49-F238E27FC236}">
                <a16:creationId xmlns:a16="http://schemas.microsoft.com/office/drawing/2014/main" id="{9F5158E8-5CA5-C564-C76A-57345B1B8956}"/>
              </a:ext>
            </a:extLst>
          </p:cNvPr>
          <p:cNvPicPr>
            <a:picLocks noChangeAspect="1"/>
          </p:cNvPicPr>
          <p:nvPr/>
        </p:nvPicPr>
        <p:blipFill>
          <a:blip r:embed="rId3"/>
          <a:stretch>
            <a:fillRect/>
          </a:stretch>
        </p:blipFill>
        <p:spPr>
          <a:xfrm>
            <a:off x="2510599" y="2133758"/>
            <a:ext cx="2224538" cy="3235692"/>
          </a:xfrm>
          <a:prstGeom prst="rect">
            <a:avLst/>
          </a:prstGeom>
        </p:spPr>
      </p:pic>
      <p:pic>
        <p:nvPicPr>
          <p:cNvPr id="11" name="Tartalom helye 10">
            <a:extLst>
              <a:ext uri="{FF2B5EF4-FFF2-40B4-BE49-F238E27FC236}">
                <a16:creationId xmlns:a16="http://schemas.microsoft.com/office/drawing/2014/main" id="{60033F82-4545-FE57-976B-E645B34A82E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65668" y="2133600"/>
            <a:ext cx="3656326" cy="3235849"/>
          </a:xfrm>
          <a:prstGeom prst="rect">
            <a:avLst/>
          </a:prstGeom>
        </p:spPr>
      </p:pic>
      <p:pic>
        <p:nvPicPr>
          <p:cNvPr id="14" name="Kép 13">
            <a:extLst>
              <a:ext uri="{FF2B5EF4-FFF2-40B4-BE49-F238E27FC236}">
                <a16:creationId xmlns:a16="http://schemas.microsoft.com/office/drawing/2014/main" id="{52325094-E3A7-B42F-2A9C-A6E654B6E29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034" y="5032956"/>
            <a:ext cx="1749972" cy="1749972"/>
          </a:xfrm>
          <a:prstGeom prst="rect">
            <a:avLst/>
          </a:prstGeom>
        </p:spPr>
      </p:pic>
      <p:pic>
        <p:nvPicPr>
          <p:cNvPr id="15" name="Picture 2" descr="Budapesti Gazdasági Szakképzési Centrum Pestszentlőrinci Technikum | EDIR">
            <a:extLst>
              <a:ext uri="{FF2B5EF4-FFF2-40B4-BE49-F238E27FC236}">
                <a16:creationId xmlns:a16="http://schemas.microsoft.com/office/drawing/2014/main" id="{0AADDF03-C93B-B2B1-178D-D041B59B55A1}"/>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10186127" y="5552246"/>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6506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C790BE2-4E4F-4AAF-81A2-4A6F4885EB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D28B54C3-B57B-472A-B96E-1FCB67093D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DB3C429-F8DA-49B9-AF84-21996FCF78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E12088DD-B1AD-40E0-8B86-1D87A2CCD9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4C9F2B0-1044-46EB-8AEB-C3BFFDE6C2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0C395952-4E26-45A2-8756-2ADFD6E53C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4734BADF-9461-4621-B112-2D7BABEA7D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3F25B080-4B0F-AEDF-0CF8-75531AFCF444}"/>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en-US" sz="4800" kern="1200">
                <a:solidFill>
                  <a:srgbClr val="FFFFFF"/>
                </a:solidFill>
                <a:latin typeface="+mj-lt"/>
                <a:ea typeface="+mj-ea"/>
                <a:cs typeface="+mj-cs"/>
              </a:rPr>
              <a:t>Backend</a:t>
            </a:r>
          </a:p>
        </p:txBody>
      </p:sp>
      <p:sp>
        <p:nvSpPr>
          <p:cNvPr id="3" name="Tartalom helye 2">
            <a:extLst>
              <a:ext uri="{FF2B5EF4-FFF2-40B4-BE49-F238E27FC236}">
                <a16:creationId xmlns:a16="http://schemas.microsoft.com/office/drawing/2014/main" id="{3DC6D9A9-AD7C-CC00-B8D5-E097112414F5}"/>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en-US" sz="2400" kern="1200" dirty="0" err="1">
                <a:solidFill>
                  <a:srgbClr val="FFFFFF"/>
                </a:solidFill>
                <a:latin typeface="+mn-lt"/>
                <a:ea typeface="+mn-ea"/>
                <a:cs typeface="+mn-cs"/>
              </a:rPr>
              <a:t>Bemutatja:Claus</a:t>
            </a:r>
            <a:r>
              <a:rPr lang="en-US" sz="2400" kern="1200" dirty="0">
                <a:solidFill>
                  <a:srgbClr val="FFFFFF"/>
                </a:solidFill>
                <a:latin typeface="+mn-lt"/>
                <a:ea typeface="+mn-ea"/>
                <a:cs typeface="+mn-cs"/>
              </a:rPr>
              <a:t> Patrik</a:t>
            </a:r>
          </a:p>
        </p:txBody>
      </p:sp>
    </p:spTree>
    <p:extLst>
      <p:ext uri="{BB962C8B-B14F-4D97-AF65-F5344CB8AC3E}">
        <p14:creationId xmlns:p14="http://schemas.microsoft.com/office/powerpoint/2010/main" val="41394346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713CED2E-8263-4A50-BD76-202E6B337145}"/>
              </a:ext>
            </a:extLst>
          </p:cNvPr>
          <p:cNvSpPr>
            <a:spLocks noGrp="1"/>
          </p:cNvSpPr>
          <p:nvPr>
            <p:ph type="title"/>
          </p:nvPr>
        </p:nvSpPr>
        <p:spPr>
          <a:xfrm>
            <a:off x="1371599" y="294538"/>
            <a:ext cx="9895951" cy="1033669"/>
          </a:xfrm>
        </p:spPr>
        <p:txBody>
          <a:bodyPr>
            <a:normAutofit/>
          </a:bodyPr>
          <a:lstStyle/>
          <a:p>
            <a:r>
              <a:rPr lang="hu-HU" sz="4000">
                <a:solidFill>
                  <a:srgbClr val="FFFFFF"/>
                </a:solidFill>
              </a:rPr>
              <a:t>Backend architektúra</a:t>
            </a:r>
          </a:p>
        </p:txBody>
      </p:sp>
      <p:graphicFrame>
        <p:nvGraphicFramePr>
          <p:cNvPr id="10" name="Tartalom helye 9">
            <a:extLst>
              <a:ext uri="{FF2B5EF4-FFF2-40B4-BE49-F238E27FC236}">
                <a16:creationId xmlns:a16="http://schemas.microsoft.com/office/drawing/2014/main" id="{3E06DDA6-45E6-5D6B-9314-FC9B69CCFEE3}"/>
              </a:ext>
            </a:extLst>
          </p:cNvPr>
          <p:cNvGraphicFramePr>
            <a:graphicFrameLocks noGrp="1"/>
          </p:cNvGraphicFramePr>
          <p:nvPr>
            <p:ph idx="1"/>
            <p:extLst>
              <p:ext uri="{D42A27DB-BD31-4B8C-83A1-F6EECF244321}">
                <p14:modId xmlns:p14="http://schemas.microsoft.com/office/powerpoint/2010/main" val="4010909803"/>
              </p:ext>
            </p:extLst>
          </p:nvPr>
        </p:nvGraphicFramePr>
        <p:xfrm>
          <a:off x="935549" y="1814273"/>
          <a:ext cx="4509083" cy="322945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1681253C-DDC2-D61A-ED85-C998B650CCE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78ADC8A-1A28-9CC5-D7D3-8245BF34FCE6}"/>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graphicFrame>
        <p:nvGraphicFramePr>
          <p:cNvPr id="3" name="Diagram 2">
            <a:extLst>
              <a:ext uri="{FF2B5EF4-FFF2-40B4-BE49-F238E27FC236}">
                <a16:creationId xmlns:a16="http://schemas.microsoft.com/office/drawing/2014/main" id="{D1291519-0819-4C97-E96F-CB4D7AE74D68}"/>
              </a:ext>
            </a:extLst>
          </p:cNvPr>
          <p:cNvGraphicFramePr/>
          <p:nvPr>
            <p:extLst>
              <p:ext uri="{D42A27DB-BD31-4B8C-83A1-F6EECF244321}">
                <p14:modId xmlns:p14="http://schemas.microsoft.com/office/powerpoint/2010/main" val="1979301611"/>
              </p:ext>
            </p:extLst>
          </p:nvPr>
        </p:nvGraphicFramePr>
        <p:xfrm>
          <a:off x="6516414" y="2249214"/>
          <a:ext cx="4225619" cy="4314248"/>
        </p:xfrm>
        <a:graphic>
          <a:graphicData uri="http://schemas.openxmlformats.org/drawingml/2006/diagram">
            <dgm:relIds xmlns:dgm="http://schemas.openxmlformats.org/drawingml/2006/diagram" xmlns:r="http://schemas.openxmlformats.org/officeDocument/2006/relationships" r:dm="rId10" r:lo="rId11" r:qs="rId12" r:cs="rId13"/>
          </a:graphicData>
        </a:graphic>
      </p:graphicFrame>
      <p:sp>
        <p:nvSpPr>
          <p:cNvPr id="8" name="Szövegdoboz 7">
            <a:extLst>
              <a:ext uri="{FF2B5EF4-FFF2-40B4-BE49-F238E27FC236}">
                <a16:creationId xmlns:a16="http://schemas.microsoft.com/office/drawing/2014/main" id="{CE9D10F2-9424-B2EF-20FA-81045559F8FA}"/>
              </a:ext>
            </a:extLst>
          </p:cNvPr>
          <p:cNvSpPr txBox="1"/>
          <p:nvPr/>
        </p:nvSpPr>
        <p:spPr>
          <a:xfrm>
            <a:off x="7020911" y="1861341"/>
            <a:ext cx="1902316" cy="369332"/>
          </a:xfrm>
          <a:prstGeom prst="rect">
            <a:avLst/>
          </a:prstGeom>
          <a:noFill/>
        </p:spPr>
        <p:txBody>
          <a:bodyPr wrap="none" rtlCol="0">
            <a:spAutoFit/>
          </a:bodyPr>
          <a:lstStyle/>
          <a:p>
            <a:r>
              <a:rPr lang="en-GB" dirty="0"/>
              <a:t>API </a:t>
            </a:r>
            <a:r>
              <a:rPr lang="en-GB" dirty="0" err="1"/>
              <a:t>folyamat</a:t>
            </a:r>
            <a:r>
              <a:rPr lang="en-GB" dirty="0"/>
              <a:t> </a:t>
            </a:r>
            <a:r>
              <a:rPr lang="en-GB" dirty="0" err="1"/>
              <a:t>ábr</a:t>
            </a:r>
            <a:r>
              <a:rPr lang="hu-HU" dirty="0"/>
              <a:t>a:</a:t>
            </a:r>
          </a:p>
        </p:txBody>
      </p:sp>
    </p:spTree>
    <p:extLst>
      <p:ext uri="{BB962C8B-B14F-4D97-AF65-F5344CB8AC3E}">
        <p14:creationId xmlns:p14="http://schemas.microsoft.com/office/powerpoint/2010/main" val="254444670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256B2C21-A230-48C0-8DF1-C46611373C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3847E18C-932D-4C95-AABA-FEC7C9499A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3150CB11-0C61-439E-910F-5787759E72A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43F8A58B-5155-44CE-A5FF-7647B47D0A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443F2ACA-E6D6-4028-82DD-F03C262D5DE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5" y="1410079"/>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FCBDB15-0752-4DAB-8ED8-E057DF2B006B}"/>
              </a:ext>
            </a:extLst>
          </p:cNvPr>
          <p:cNvSpPr>
            <a:spLocks noGrp="1"/>
          </p:cNvSpPr>
          <p:nvPr>
            <p:ph type="title"/>
          </p:nvPr>
        </p:nvSpPr>
        <p:spPr>
          <a:xfrm>
            <a:off x="586478" y="1683756"/>
            <a:ext cx="3115265" cy="2396359"/>
          </a:xfrm>
        </p:spPr>
        <p:txBody>
          <a:bodyPr anchor="b">
            <a:normAutofit/>
          </a:bodyPr>
          <a:lstStyle/>
          <a:p>
            <a:pPr algn="r"/>
            <a:r>
              <a:rPr lang="hu-HU" sz="4000">
                <a:solidFill>
                  <a:srgbClr val="FFFFFF"/>
                </a:solidFill>
              </a:rPr>
              <a:t>API funkciók</a:t>
            </a:r>
          </a:p>
        </p:txBody>
      </p:sp>
      <p:graphicFrame>
        <p:nvGraphicFramePr>
          <p:cNvPr id="6" name="Rectangle 1">
            <a:extLst>
              <a:ext uri="{FF2B5EF4-FFF2-40B4-BE49-F238E27FC236}">
                <a16:creationId xmlns:a16="http://schemas.microsoft.com/office/drawing/2014/main" id="{121EFFAC-AB95-9080-4015-5811F2F7CBCC}"/>
              </a:ext>
            </a:extLst>
          </p:cNvPr>
          <p:cNvGraphicFramePr>
            <a:graphicFrameLocks noGrp="1"/>
          </p:cNvGraphicFramePr>
          <p:nvPr>
            <p:ph idx="1"/>
            <p:extLst>
              <p:ext uri="{D42A27DB-BD31-4B8C-83A1-F6EECF244321}">
                <p14:modId xmlns:p14="http://schemas.microsoft.com/office/powerpoint/2010/main" val="661073459"/>
              </p:ext>
            </p:extLst>
          </p:nvPr>
        </p:nvGraphicFramePr>
        <p:xfrm>
          <a:off x="4905052" y="750440"/>
          <a:ext cx="6666833" cy="545392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3" name="Picture 2" descr="Budapesti Gazdasági Szakképzési Centrum Pestszentlőrinci Technikum | EDIR">
            <a:extLst>
              <a:ext uri="{FF2B5EF4-FFF2-40B4-BE49-F238E27FC236}">
                <a16:creationId xmlns:a16="http://schemas.microsoft.com/office/drawing/2014/main" id="{92AE254A-8FBB-45E3-7B09-81603F8F85A8}"/>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92317" y="5678364"/>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546B645C-0E33-63BB-E3A4-7118E8068DF0}"/>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0" y="5575536"/>
            <a:ext cx="1282459" cy="1282459"/>
          </a:xfrm>
          <a:prstGeom prst="rect">
            <a:avLst/>
          </a:prstGeom>
        </p:spPr>
      </p:pic>
    </p:spTree>
    <p:extLst>
      <p:ext uri="{BB962C8B-B14F-4D97-AF65-F5344CB8AC3E}">
        <p14:creationId xmlns:p14="http://schemas.microsoft.com/office/powerpoint/2010/main" val="17476246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8AEDB19-16E2-1205-830D-ACC1CAF16AEB}"/>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C8B856F-21BC-01DB-6CBE-C3F8F70699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DA2BF90-A449-5AC7-D4D3-BC236436D6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B0B914D7-59BD-E34B-8AF7-F05717625D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3787FEBE-FF95-88A4-3DC8-5EC99E44E4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77E46BBD-7982-6C48-0E41-0EDC545A29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F72BD985-B3B4-ECF2-461E-D2337F810AAA}"/>
              </a:ext>
            </a:extLst>
          </p:cNvPr>
          <p:cNvSpPr>
            <a:spLocks noGrp="1"/>
          </p:cNvSpPr>
          <p:nvPr>
            <p:ph type="title"/>
          </p:nvPr>
        </p:nvSpPr>
        <p:spPr>
          <a:xfrm>
            <a:off x="257697" y="278535"/>
            <a:ext cx="9895951" cy="1033669"/>
          </a:xfrm>
        </p:spPr>
        <p:txBody>
          <a:bodyPr>
            <a:normAutofit/>
          </a:bodyPr>
          <a:lstStyle/>
          <a:p>
            <a:r>
              <a:rPr lang="hu-HU" sz="4000" dirty="0">
                <a:solidFill>
                  <a:schemeClr val="bg1"/>
                </a:solidFill>
              </a:rPr>
              <a:t>Saját makettek listázása backend oldalon</a:t>
            </a:r>
          </a:p>
        </p:txBody>
      </p:sp>
      <p:pic>
        <p:nvPicPr>
          <p:cNvPr id="6" name="Picture 2" descr="Budapesti Gazdasági Szakképzési Centrum Pestszentlőrinci Technikum | EDIR">
            <a:extLst>
              <a:ext uri="{FF2B5EF4-FFF2-40B4-BE49-F238E27FC236}">
                <a16:creationId xmlns:a16="http://schemas.microsoft.com/office/drawing/2014/main" id="{E3CACAFF-9A03-F1FF-51CD-261049A7B8D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369060" y="5696910"/>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64AF0A7D-5C16-07D3-B27A-A17BBE2F0C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 y="5126569"/>
            <a:ext cx="1749972" cy="1749972"/>
          </a:xfrm>
          <a:prstGeom prst="rect">
            <a:avLst/>
          </a:prstGeom>
        </p:spPr>
      </p:pic>
      <p:pic>
        <p:nvPicPr>
          <p:cNvPr id="14" name="Kép 13">
            <a:extLst>
              <a:ext uri="{FF2B5EF4-FFF2-40B4-BE49-F238E27FC236}">
                <a16:creationId xmlns:a16="http://schemas.microsoft.com/office/drawing/2014/main" id="{F69B24A5-1DF8-7127-EF58-5E46CC676929}"/>
              </a:ext>
            </a:extLst>
          </p:cNvPr>
          <p:cNvPicPr>
            <a:picLocks noChangeAspect="1"/>
          </p:cNvPicPr>
          <p:nvPr/>
        </p:nvPicPr>
        <p:blipFill>
          <a:blip r:embed="rId5"/>
          <a:stretch>
            <a:fillRect/>
          </a:stretch>
        </p:blipFill>
        <p:spPr>
          <a:xfrm>
            <a:off x="1749969" y="1725127"/>
            <a:ext cx="9103026" cy="3939781"/>
          </a:xfrm>
          <a:prstGeom prst="rect">
            <a:avLst/>
          </a:prstGeom>
        </p:spPr>
      </p:pic>
    </p:spTree>
    <p:extLst>
      <p:ext uri="{BB962C8B-B14F-4D97-AF65-F5344CB8AC3E}">
        <p14:creationId xmlns:p14="http://schemas.microsoft.com/office/powerpoint/2010/main" val="32387227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4D6C96F-7D3B-908F-D463-14F1C88E0A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8640E5C-6D16-3ADB-27E8-87FBBFD623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0318E622-736F-9842-4B75-122434BED1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0"/>
            <a:ext cx="12191999" cy="6858000"/>
          </a:xfrm>
          <a:prstGeom prst="rect">
            <a:avLst/>
          </a:prstGeom>
          <a:gradFill>
            <a:gsLst>
              <a:gs pos="0">
                <a:schemeClr val="accent1">
                  <a:lumMod val="50000"/>
                </a:schemeClr>
              </a:gs>
              <a:gs pos="100000">
                <a:srgbClr val="000000"/>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68F0C8D-41BC-C632-E36D-4336FAA58E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0" y="-4"/>
            <a:ext cx="12192000" cy="6402581"/>
          </a:xfrm>
          <a:prstGeom prst="rect">
            <a:avLst/>
          </a:prstGeom>
          <a:gradFill>
            <a:gsLst>
              <a:gs pos="1000">
                <a:schemeClr val="accent1">
                  <a:lumMod val="75000"/>
                  <a:alpha val="59000"/>
                </a:schemeClr>
              </a:gs>
              <a:gs pos="100000">
                <a:srgbClr val="000000"/>
              </a:gs>
            </a:gsLst>
            <a:lin ang="15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C63EAE37-5420-CE0D-EE00-7B65D3C261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2663054" y="-2653923"/>
            <a:ext cx="6858001" cy="12165846"/>
          </a:xfrm>
          <a:prstGeom prst="rect">
            <a:avLst/>
          </a:prstGeom>
          <a:gradFill>
            <a:gsLst>
              <a:gs pos="13000">
                <a:schemeClr val="accent1">
                  <a:lumMod val="50000"/>
                  <a:alpha val="0"/>
                </a:schemeClr>
              </a:gs>
              <a:gs pos="99000">
                <a:srgbClr val="000000">
                  <a:alpha val="28000"/>
                </a:srgb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Rectangle 15">
            <a:extLst>
              <a:ext uri="{FF2B5EF4-FFF2-40B4-BE49-F238E27FC236}">
                <a16:creationId xmlns:a16="http://schemas.microsoft.com/office/drawing/2014/main" id="{CA3B4487-3261-D7DE-DED2-CCF7814438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094763" y="0"/>
            <a:ext cx="6096001" cy="6858000"/>
          </a:xfrm>
          <a:prstGeom prst="rect">
            <a:avLst/>
          </a:prstGeom>
          <a:gradFill>
            <a:gsLst>
              <a:gs pos="13000">
                <a:schemeClr val="accent1">
                  <a:lumMod val="50000"/>
                  <a:alpha val="0"/>
                </a:schemeClr>
              </a:gs>
              <a:gs pos="99000">
                <a:schemeClr val="accent1">
                  <a:lumMod val="75000"/>
                  <a:alpha val="50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Rectangle 17">
            <a:extLst>
              <a:ext uri="{FF2B5EF4-FFF2-40B4-BE49-F238E27FC236}">
                <a16:creationId xmlns:a16="http://schemas.microsoft.com/office/drawing/2014/main" id="{FAC6D6F3-E9A8-BC42-A65B-B0CFBCD622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3"/>
            <a:ext cx="12182871" cy="6871922"/>
          </a:xfrm>
          <a:prstGeom prst="rect">
            <a:avLst/>
          </a:prstGeom>
          <a:gradFill>
            <a:gsLst>
              <a:gs pos="13000">
                <a:srgbClr val="000000">
                  <a:alpha val="35000"/>
                </a:srgbClr>
              </a:gs>
              <a:gs pos="99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0" name="Freeform: Shape 19">
            <a:extLst>
              <a:ext uri="{FF2B5EF4-FFF2-40B4-BE49-F238E27FC236}">
                <a16:creationId xmlns:a16="http://schemas.microsoft.com/office/drawing/2014/main" id="{72CCDB46-1A87-F837-CA9D-D2DD45AD21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87713" y="4049"/>
            <a:ext cx="10216576" cy="4729040"/>
          </a:xfrm>
          <a:custGeom>
            <a:avLst/>
            <a:gdLst>
              <a:gd name="connsiteX0" fmla="*/ 0 w 10216576"/>
              <a:gd name="connsiteY0" fmla="*/ 0 h 4729040"/>
              <a:gd name="connsiteX1" fmla="*/ 10216576 w 10216576"/>
              <a:gd name="connsiteY1" fmla="*/ 0 h 4729040"/>
              <a:gd name="connsiteX2" fmla="*/ 10210268 w 10216576"/>
              <a:gd name="connsiteY2" fmla="*/ 124944 h 4729040"/>
              <a:gd name="connsiteX3" fmla="*/ 5108288 w 10216576"/>
              <a:gd name="connsiteY3" fmla="*/ 4729040 h 4729040"/>
              <a:gd name="connsiteX4" fmla="*/ 6309 w 10216576"/>
              <a:gd name="connsiteY4" fmla="*/ 124944 h 47290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216576" h="4729040">
                <a:moveTo>
                  <a:pt x="0" y="0"/>
                </a:moveTo>
                <a:lnTo>
                  <a:pt x="10216576" y="0"/>
                </a:lnTo>
                <a:lnTo>
                  <a:pt x="10210268" y="124944"/>
                </a:lnTo>
                <a:cubicBezTo>
                  <a:pt x="9947637" y="2710997"/>
                  <a:pt x="7763635" y="4729040"/>
                  <a:pt x="5108288" y="4729040"/>
                </a:cubicBezTo>
                <a:cubicBezTo>
                  <a:pt x="2452942" y="4729040"/>
                  <a:pt x="268937" y="2710997"/>
                  <a:pt x="6309" y="124944"/>
                </a:cubicBezTo>
                <a:close/>
              </a:path>
            </a:pathLst>
          </a:custGeom>
          <a:gradFill>
            <a:gsLst>
              <a:gs pos="7000">
                <a:schemeClr val="accent1">
                  <a:lumMod val="50000"/>
                  <a:alpha val="4000"/>
                </a:schemeClr>
              </a:gs>
              <a:gs pos="99000">
                <a:schemeClr val="accent1">
                  <a:alpha val="24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Cím 1">
            <a:extLst>
              <a:ext uri="{FF2B5EF4-FFF2-40B4-BE49-F238E27FC236}">
                <a16:creationId xmlns:a16="http://schemas.microsoft.com/office/drawing/2014/main" id="{2C4652A1-9370-882A-4A4D-1F01EB74B929}"/>
              </a:ext>
            </a:extLst>
          </p:cNvPr>
          <p:cNvSpPr>
            <a:spLocks noGrp="1"/>
          </p:cNvSpPr>
          <p:nvPr>
            <p:ph type="title"/>
          </p:nvPr>
        </p:nvSpPr>
        <p:spPr>
          <a:xfrm>
            <a:off x="2026693" y="1030406"/>
            <a:ext cx="8147713" cy="3081242"/>
          </a:xfrm>
        </p:spPr>
        <p:txBody>
          <a:bodyPr vert="horz" lIns="91440" tIns="45720" rIns="91440" bIns="45720" rtlCol="0" anchor="ctr">
            <a:normAutofit/>
          </a:bodyPr>
          <a:lstStyle/>
          <a:p>
            <a:pPr algn="ctr"/>
            <a:r>
              <a:rPr lang="hu-HU" sz="4800" dirty="0">
                <a:solidFill>
                  <a:srgbClr val="FFFFFF"/>
                </a:solidFill>
              </a:rPr>
              <a:t>A</a:t>
            </a:r>
            <a:r>
              <a:rPr lang="hu-HU" sz="4800" kern="1200" dirty="0">
                <a:solidFill>
                  <a:srgbClr val="FFFFFF"/>
                </a:solidFill>
                <a:latin typeface="+mj-lt"/>
                <a:ea typeface="+mj-ea"/>
                <a:cs typeface="+mj-cs"/>
              </a:rPr>
              <a:t>datbázis</a:t>
            </a:r>
            <a:endParaRPr lang="en-US" sz="4800" kern="1200" dirty="0">
              <a:solidFill>
                <a:srgbClr val="FFFFFF"/>
              </a:solidFill>
              <a:latin typeface="+mj-lt"/>
              <a:ea typeface="+mj-ea"/>
              <a:cs typeface="+mj-cs"/>
            </a:endParaRPr>
          </a:p>
        </p:txBody>
      </p:sp>
      <p:sp>
        <p:nvSpPr>
          <p:cNvPr id="3" name="Tartalom helye 2">
            <a:extLst>
              <a:ext uri="{FF2B5EF4-FFF2-40B4-BE49-F238E27FC236}">
                <a16:creationId xmlns:a16="http://schemas.microsoft.com/office/drawing/2014/main" id="{3F0B4F00-2B65-8EEE-7092-CE36DFCF2884}"/>
              </a:ext>
            </a:extLst>
          </p:cNvPr>
          <p:cNvSpPr>
            <a:spLocks noGrp="1"/>
          </p:cNvSpPr>
          <p:nvPr>
            <p:ph idx="1"/>
          </p:nvPr>
        </p:nvSpPr>
        <p:spPr>
          <a:xfrm>
            <a:off x="1559943" y="5171093"/>
            <a:ext cx="9078628" cy="860620"/>
          </a:xfrm>
        </p:spPr>
        <p:txBody>
          <a:bodyPr vert="horz" lIns="91440" tIns="45720" rIns="91440" bIns="45720" rtlCol="0" anchor="ctr">
            <a:normAutofit/>
          </a:bodyPr>
          <a:lstStyle/>
          <a:p>
            <a:pPr marL="0" indent="0" algn="ctr">
              <a:buNone/>
            </a:pPr>
            <a:r>
              <a:rPr lang="hu-HU" sz="2400" kern="1200" noProof="0" dirty="0">
                <a:solidFill>
                  <a:srgbClr val="FFFFFF"/>
                </a:solidFill>
                <a:latin typeface="+mn-lt"/>
                <a:ea typeface="+mn-ea"/>
                <a:cs typeface="+mn-cs"/>
              </a:rPr>
              <a:t>Bemutatja</a:t>
            </a:r>
            <a:r>
              <a:rPr lang="en-US" sz="2400" kern="1200" dirty="0">
                <a:solidFill>
                  <a:srgbClr val="FFFFFF"/>
                </a:solidFill>
                <a:latin typeface="+mn-lt"/>
                <a:ea typeface="+mn-ea"/>
                <a:cs typeface="+mn-cs"/>
              </a:rPr>
              <a:t>:</a:t>
            </a:r>
            <a:r>
              <a:rPr lang="hu-HU" sz="2400" kern="1200" dirty="0">
                <a:solidFill>
                  <a:srgbClr val="FFFFFF"/>
                </a:solidFill>
                <a:latin typeface="+mn-lt"/>
                <a:ea typeface="+mn-ea"/>
                <a:cs typeface="+mn-cs"/>
              </a:rPr>
              <a:t>Szabados Bendegúz Henrik</a:t>
            </a:r>
            <a:endParaRPr lang="en-US" sz="2400" kern="1200" dirty="0">
              <a:solidFill>
                <a:srgbClr val="FFFFFF"/>
              </a:solidFill>
              <a:latin typeface="+mn-lt"/>
              <a:ea typeface="+mn-ea"/>
              <a:cs typeface="+mn-cs"/>
            </a:endParaRPr>
          </a:p>
        </p:txBody>
      </p:sp>
    </p:spTree>
    <p:extLst>
      <p:ext uri="{BB962C8B-B14F-4D97-AF65-F5344CB8AC3E}">
        <p14:creationId xmlns:p14="http://schemas.microsoft.com/office/powerpoint/2010/main" val="4367218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0">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2">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Freeform: Shape 18">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1" name="Rectangle 20">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9655ECCE-1ACE-490F-92E6-2567A34886FC}"/>
              </a:ext>
            </a:extLst>
          </p:cNvPr>
          <p:cNvSpPr>
            <a:spLocks noGrp="1"/>
          </p:cNvSpPr>
          <p:nvPr>
            <p:ph type="title"/>
          </p:nvPr>
        </p:nvSpPr>
        <p:spPr>
          <a:xfrm>
            <a:off x="466722" y="586855"/>
            <a:ext cx="3201366" cy="3387497"/>
          </a:xfrm>
        </p:spPr>
        <p:txBody>
          <a:bodyPr anchor="b">
            <a:normAutofit/>
          </a:bodyPr>
          <a:lstStyle/>
          <a:p>
            <a:pPr algn="r"/>
            <a:r>
              <a:rPr lang="hu-HU" sz="4000">
                <a:solidFill>
                  <a:srgbClr val="FFFFFF"/>
                </a:solidFill>
              </a:rPr>
              <a:t>Adatbázis-tervezés</a:t>
            </a:r>
          </a:p>
        </p:txBody>
      </p:sp>
      <p:graphicFrame>
        <p:nvGraphicFramePr>
          <p:cNvPr id="3" name="Tartalom helye 2">
            <a:extLst>
              <a:ext uri="{FF2B5EF4-FFF2-40B4-BE49-F238E27FC236}">
                <a16:creationId xmlns:a16="http://schemas.microsoft.com/office/drawing/2014/main" id="{7BF9ECFF-91E8-F3D0-80C7-285E5092495C}"/>
              </a:ext>
            </a:extLst>
          </p:cNvPr>
          <p:cNvGraphicFramePr>
            <a:graphicFrameLocks noGrp="1"/>
          </p:cNvGraphicFramePr>
          <p:nvPr>
            <p:ph idx="1"/>
            <p:extLst>
              <p:ext uri="{D42A27DB-BD31-4B8C-83A1-F6EECF244321}">
                <p14:modId xmlns:p14="http://schemas.microsoft.com/office/powerpoint/2010/main" val="2388429562"/>
              </p:ext>
            </p:extLst>
          </p:nvPr>
        </p:nvGraphicFramePr>
        <p:xfrm>
          <a:off x="4810259" y="649480"/>
          <a:ext cx="6555347" cy="554604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6" name="Picture 2" descr="Budapesti Gazdasági Szakképzési Centrum Pestszentlőrinci Technikum | EDIR">
            <a:extLst>
              <a:ext uri="{FF2B5EF4-FFF2-40B4-BE49-F238E27FC236}">
                <a16:creationId xmlns:a16="http://schemas.microsoft.com/office/drawing/2014/main" id="{92433329-9DD4-8840-15B0-A8BC9DF2B65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10341051" y="5650988"/>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8A0F27EB-5C29-796D-04AE-656DB6D16F85}"/>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8592" y="5193633"/>
            <a:ext cx="1749972" cy="1749972"/>
          </a:xfrm>
          <a:prstGeom prst="rect">
            <a:avLst/>
          </a:prstGeom>
        </p:spPr>
      </p:pic>
    </p:spTree>
    <p:extLst>
      <p:ext uri="{BB962C8B-B14F-4D97-AF65-F5344CB8AC3E}">
        <p14:creationId xmlns:p14="http://schemas.microsoft.com/office/powerpoint/2010/main" val="25859812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2">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Rectangle 14">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6">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18">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Cím 1">
            <a:extLst>
              <a:ext uri="{FF2B5EF4-FFF2-40B4-BE49-F238E27FC236}">
                <a16:creationId xmlns:a16="http://schemas.microsoft.com/office/drawing/2014/main" id="{338A9F8F-C102-4DBC-A04D-EDDE8BDDB353}"/>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Fő táblák</a:t>
            </a:r>
          </a:p>
        </p:txBody>
      </p:sp>
      <p:pic>
        <p:nvPicPr>
          <p:cNvPr id="6" name="Kép 5">
            <a:extLst>
              <a:ext uri="{FF2B5EF4-FFF2-40B4-BE49-F238E27FC236}">
                <a16:creationId xmlns:a16="http://schemas.microsoft.com/office/drawing/2014/main" id="{5BBEA526-C9A5-4879-9269-78CF34379595}"/>
              </a:ext>
            </a:extLst>
          </p:cNvPr>
          <p:cNvPicPr>
            <a:picLocks noChangeAspect="1"/>
          </p:cNvPicPr>
          <p:nvPr/>
        </p:nvPicPr>
        <p:blipFill>
          <a:blip r:embed="rId3"/>
          <a:stretch>
            <a:fillRect/>
          </a:stretch>
        </p:blipFill>
        <p:spPr>
          <a:xfrm>
            <a:off x="4502428" y="764506"/>
            <a:ext cx="7225748" cy="5328988"/>
          </a:xfrm>
          <a:prstGeom prst="rect">
            <a:avLst/>
          </a:prstGeom>
        </p:spPr>
      </p:pic>
      <p:pic>
        <p:nvPicPr>
          <p:cNvPr id="5" name="Picture 2" descr="Budapesti Gazdasági Szakképzési Centrum Pestszentlőrinci Technikum | EDIR">
            <a:extLst>
              <a:ext uri="{FF2B5EF4-FFF2-40B4-BE49-F238E27FC236}">
                <a16:creationId xmlns:a16="http://schemas.microsoft.com/office/drawing/2014/main" id="{D8DB5095-E400-F5AA-491D-E9127285C42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2882" y="5677941"/>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7" name="Kép 6">
            <a:extLst>
              <a:ext uri="{FF2B5EF4-FFF2-40B4-BE49-F238E27FC236}">
                <a16:creationId xmlns:a16="http://schemas.microsoft.com/office/drawing/2014/main" id="{2C8DF5F2-0CCB-B666-6766-4AA447F4FF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0" y="5496252"/>
            <a:ext cx="1445169" cy="1445169"/>
          </a:xfrm>
          <a:prstGeom prst="rect">
            <a:avLst/>
          </a:prstGeom>
        </p:spPr>
      </p:pic>
    </p:spTree>
    <p:extLst>
      <p:ext uri="{BB962C8B-B14F-4D97-AF65-F5344CB8AC3E}">
        <p14:creationId xmlns:p14="http://schemas.microsoft.com/office/powerpoint/2010/main" val="56632012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61E7EDE-CB4A-402F-B0FB-8640C35891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6C2BBEB8-4077-499F-80FD-AA9827A8D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58395" y="608243"/>
            <a:ext cx="3380205" cy="5445075"/>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57D8C6D9-7496-48C7-A28D-CF19A7502634}"/>
              </a:ext>
            </a:extLst>
          </p:cNvPr>
          <p:cNvSpPr>
            <a:spLocks noGrp="1"/>
          </p:cNvSpPr>
          <p:nvPr>
            <p:ph type="title"/>
          </p:nvPr>
        </p:nvSpPr>
        <p:spPr>
          <a:xfrm>
            <a:off x="1316791" y="1005303"/>
            <a:ext cx="2032490" cy="4427309"/>
          </a:xfrm>
        </p:spPr>
        <p:txBody>
          <a:bodyPr>
            <a:normAutofit/>
          </a:bodyPr>
          <a:lstStyle/>
          <a:p>
            <a:r>
              <a:rPr lang="hu-HU" sz="2800">
                <a:solidFill>
                  <a:schemeClr val="bg1"/>
                </a:solidFill>
              </a:rPr>
              <a:t>Miért így terveztük az adatbázist?</a:t>
            </a:r>
          </a:p>
        </p:txBody>
      </p:sp>
      <p:sp>
        <p:nvSpPr>
          <p:cNvPr id="4" name="Rectangle 1">
            <a:extLst>
              <a:ext uri="{FF2B5EF4-FFF2-40B4-BE49-F238E27FC236}">
                <a16:creationId xmlns:a16="http://schemas.microsoft.com/office/drawing/2014/main" id="{712F3397-1552-4A30-BFC9-5533FDE01A7F}"/>
              </a:ext>
            </a:extLst>
          </p:cNvPr>
          <p:cNvSpPr>
            <a:spLocks noGrp="1" noChangeArrowheads="1"/>
          </p:cNvSpPr>
          <p:nvPr>
            <p:ph idx="1"/>
          </p:nvPr>
        </p:nvSpPr>
        <p:spPr bwMode="auto">
          <a:xfrm>
            <a:off x="5336498" y="1288934"/>
            <a:ext cx="5801194" cy="4280132"/>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 anchorCtr="0" compatLnSpc="1">
            <a:prstTxWarp prst="textNoShape">
              <a:avLst/>
            </a:prstTxWarp>
            <a:normAutofit/>
          </a:bodyPr>
          <a:lstStyle/>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Redundancia csökkentése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Egyszerűbb lekérdezések</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Jogosultságok és állapotok kezelése</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Bővíthetőség</a:t>
            </a:r>
          </a:p>
          <a:p>
            <a:pPr marL="0" marR="0" lvl="0" indent="0" defTabSz="914400" rtl="0" eaLnBrk="0" fontAlgn="base" latinLnBrk="0" hangingPunct="0">
              <a:spcBef>
                <a:spcPct val="0"/>
              </a:spcBef>
              <a:spcAft>
                <a:spcPts val="600"/>
              </a:spcAft>
              <a:buClrTx/>
              <a:buSzTx/>
              <a:buFontTx/>
              <a:buChar char="•"/>
              <a:tabLst/>
            </a:pPr>
            <a:r>
              <a:rPr kumimoji="0" lang="hu-HU" altLang="hu-HU" sz="2000" b="0" i="0" u="none" strike="noStrike" cap="none" normalizeH="0" baseline="0">
                <a:ln>
                  <a:noFill/>
                </a:ln>
                <a:effectLst/>
                <a:latin typeface="Arial" panose="020B0604020202020204" pitchFamily="34" charset="0"/>
              </a:rPr>
              <a:t>Közösségi funkciók támogatása</a:t>
            </a:r>
          </a:p>
        </p:txBody>
      </p:sp>
      <p:sp>
        <p:nvSpPr>
          <p:cNvPr id="13" name="Rectangle 12">
            <a:extLst>
              <a:ext uri="{FF2B5EF4-FFF2-40B4-BE49-F238E27FC236}">
                <a16:creationId xmlns:a16="http://schemas.microsoft.com/office/drawing/2014/main" id="{6F3B7728-0C26-4662-B285-85C645523C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053319"/>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 name="Rectangle 14">
            <a:extLst>
              <a:ext uri="{FF2B5EF4-FFF2-40B4-BE49-F238E27FC236}">
                <a16:creationId xmlns:a16="http://schemas.microsoft.com/office/drawing/2014/main" id="{28C367AD-9838-470A-87EF-678609CC86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770606" y="3396997"/>
            <a:ext cx="6858002"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B0CF1642-4E76-4223-A010-6334380A22E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44236"/>
            <a:ext cx="12192000" cy="64008"/>
          </a:xfrm>
          <a:prstGeom prst="rect">
            <a:avLst/>
          </a:prstGeom>
          <a:solidFill>
            <a:schemeClr val="tx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6" name="Kép 5">
            <a:extLst>
              <a:ext uri="{FF2B5EF4-FFF2-40B4-BE49-F238E27FC236}">
                <a16:creationId xmlns:a16="http://schemas.microsoft.com/office/drawing/2014/main" id="{89859A2F-F052-6CD9-84A4-217E3AA8477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062" y="5306558"/>
            <a:ext cx="1749972" cy="1749972"/>
          </a:xfrm>
          <a:prstGeom prst="rect">
            <a:avLst/>
          </a:prstGeom>
        </p:spPr>
      </p:pic>
      <p:pic>
        <p:nvPicPr>
          <p:cNvPr id="7" name="Picture 2" descr="Budapesti Gazdasági Szakképzési Centrum Pestszentlőrinci Technikum | EDIR">
            <a:extLst>
              <a:ext uri="{FF2B5EF4-FFF2-40B4-BE49-F238E27FC236}">
                <a16:creationId xmlns:a16="http://schemas.microsoft.com/office/drawing/2014/main" id="{01A56FBC-DF23-DAA2-1198-340A78F38FE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391972" y="5723948"/>
            <a:ext cx="1796980" cy="117963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3074779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53DE34D-54B9-0F0E-CFF6-62AB7BA0F1F9}"/>
              </a:ext>
            </a:extLst>
          </p:cNvPr>
          <p:cNvPicPr>
            <a:picLocks noChangeAspect="1"/>
          </p:cNvPicPr>
          <p:nvPr/>
        </p:nvPicPr>
        <p:blipFill>
          <a:blip r:embed="rId3">
            <a:duotone>
              <a:schemeClr val="bg2">
                <a:shade val="45000"/>
                <a:satMod val="135000"/>
              </a:schemeClr>
              <a:prstClr val="white"/>
            </a:duotone>
          </a:blip>
          <a:srcRect t="5055" b="10675"/>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Cím 1">
            <a:extLst>
              <a:ext uri="{FF2B5EF4-FFF2-40B4-BE49-F238E27FC236}">
                <a16:creationId xmlns:a16="http://schemas.microsoft.com/office/drawing/2014/main" id="{BF82E039-7C8F-44F2-97A1-7B28A8959866}"/>
              </a:ext>
            </a:extLst>
          </p:cNvPr>
          <p:cNvSpPr>
            <a:spLocks noGrp="1"/>
          </p:cNvSpPr>
          <p:nvPr>
            <p:ph type="title"/>
          </p:nvPr>
        </p:nvSpPr>
        <p:spPr>
          <a:xfrm>
            <a:off x="838200" y="365125"/>
            <a:ext cx="10515600" cy="1325563"/>
          </a:xfrm>
        </p:spPr>
        <p:txBody>
          <a:bodyPr>
            <a:normAutofit/>
          </a:bodyPr>
          <a:lstStyle/>
          <a:p>
            <a:r>
              <a:rPr lang="hu-HU" dirty="0"/>
              <a:t>Összegzés és továbbfejlesztés</a:t>
            </a:r>
          </a:p>
        </p:txBody>
      </p:sp>
      <p:graphicFrame>
        <p:nvGraphicFramePr>
          <p:cNvPr id="6" name="Rectangle 1">
            <a:extLst>
              <a:ext uri="{FF2B5EF4-FFF2-40B4-BE49-F238E27FC236}">
                <a16:creationId xmlns:a16="http://schemas.microsoft.com/office/drawing/2014/main" id="{ED3C2EA8-9573-C5BD-2AFD-B2307349EF2A}"/>
              </a:ext>
            </a:extLst>
          </p:cNvPr>
          <p:cNvGraphicFramePr>
            <a:graphicFrameLocks noGrp="1"/>
          </p:cNvGraphicFramePr>
          <p:nvPr>
            <p:ph idx="1"/>
            <p:extLst>
              <p:ext uri="{D42A27DB-BD31-4B8C-83A1-F6EECF244321}">
                <p14:modId xmlns:p14="http://schemas.microsoft.com/office/powerpoint/2010/main" val="4113088503"/>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pic>
        <p:nvPicPr>
          <p:cNvPr id="3" name="Picture 2" descr="Budapesti Gazdasági Szakképzési Centrum Pestszentlőrinci Technikum | EDIR">
            <a:extLst>
              <a:ext uri="{FF2B5EF4-FFF2-40B4-BE49-F238E27FC236}">
                <a16:creationId xmlns:a16="http://schemas.microsoft.com/office/drawing/2014/main" id="{73C18238-D6FF-5E43-C49B-2C199BDA05C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395000" y="5587146"/>
            <a:ext cx="1796980" cy="1179631"/>
          </a:xfrm>
          <a:prstGeom prst="rect">
            <a:avLst/>
          </a:prstGeom>
          <a:noFill/>
          <a:extLst>
            <a:ext uri="{909E8E84-426E-40DD-AFC4-6F175D3DCCD1}">
              <a14:hiddenFill xmlns:a14="http://schemas.microsoft.com/office/drawing/2010/main">
                <a:solidFill>
                  <a:srgbClr val="FFFFFF"/>
                </a:solidFill>
              </a14:hiddenFill>
            </a:ext>
          </a:extLst>
        </p:spPr>
      </p:pic>
      <p:pic>
        <p:nvPicPr>
          <p:cNvPr id="8" name="Kép 7">
            <a:extLst>
              <a:ext uri="{FF2B5EF4-FFF2-40B4-BE49-F238E27FC236}">
                <a16:creationId xmlns:a16="http://schemas.microsoft.com/office/drawing/2014/main" id="{6099188D-A973-3E9C-B6F4-3CC452C642B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6796" y="5301976"/>
            <a:ext cx="1749972" cy="1749972"/>
          </a:xfrm>
          <a:prstGeom prst="rect">
            <a:avLst/>
          </a:prstGeom>
        </p:spPr>
      </p:pic>
    </p:spTree>
    <p:extLst>
      <p:ext uri="{BB962C8B-B14F-4D97-AF65-F5344CB8AC3E}">
        <p14:creationId xmlns:p14="http://schemas.microsoft.com/office/powerpoint/2010/main" val="2063393909"/>
      </p:ext>
    </p:extLst>
  </p:cSld>
  <p:clrMapOvr>
    <a:masterClrMapping/>
  </p:clrMapOvr>
</p:sld>
</file>

<file path=ppt/theme/theme1.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té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1954</TotalTime>
  <Words>1443</Words>
  <Application>Microsoft Office PowerPoint</Application>
  <PresentationFormat>Szélesvásznú</PresentationFormat>
  <Paragraphs>141</Paragraphs>
  <Slides>19</Slides>
  <Notes>19</Notes>
  <HiddenSlides>0</HiddenSlides>
  <MMClips>0</MMClips>
  <ScaleCrop>false</ScaleCrop>
  <HeadingPairs>
    <vt:vector size="6" baseType="variant">
      <vt:variant>
        <vt:lpstr>Használt betűtípusok</vt:lpstr>
      </vt:variant>
      <vt:variant>
        <vt:i4>3</vt:i4>
      </vt:variant>
      <vt:variant>
        <vt:lpstr>Téma</vt:lpstr>
      </vt:variant>
      <vt:variant>
        <vt:i4>1</vt:i4>
      </vt:variant>
      <vt:variant>
        <vt:lpstr>Diacímek</vt:lpstr>
      </vt:variant>
      <vt:variant>
        <vt:i4>19</vt:i4>
      </vt:variant>
    </vt:vector>
  </HeadingPairs>
  <TitlesOfParts>
    <vt:vector size="23" baseType="lpstr">
      <vt:lpstr>Arial</vt:lpstr>
      <vt:lpstr>Calibri</vt:lpstr>
      <vt:lpstr>Calibri Light</vt:lpstr>
      <vt:lpstr>Office-téma</vt:lpstr>
      <vt:lpstr>MakettMester</vt:lpstr>
      <vt:lpstr>Problem &amp; Solution</vt:lpstr>
      <vt:lpstr>Project Goal</vt:lpstr>
      <vt:lpstr>Használt alkalmazások</vt:lpstr>
      <vt:lpstr>Frontend</vt:lpstr>
      <vt:lpstr>Frontend felépítése</vt:lpstr>
      <vt:lpstr>Profil, fórum, építési napló,</vt:lpstr>
      <vt:lpstr>Dizájn és reszponzivitás</vt:lpstr>
      <vt:lpstr>PowerPoint-bemutató</vt:lpstr>
      <vt:lpstr>újra hasznosított komponensek</vt:lpstr>
      <vt:lpstr>Backend</vt:lpstr>
      <vt:lpstr>Backend architektúra</vt:lpstr>
      <vt:lpstr>API funkciók</vt:lpstr>
      <vt:lpstr>Saját makettek listázása backend oldalon</vt:lpstr>
      <vt:lpstr>Adatbázis</vt:lpstr>
      <vt:lpstr>Adatbázis-tervezés</vt:lpstr>
      <vt:lpstr>Fő táblák</vt:lpstr>
      <vt:lpstr>Miért így terveztük az adatbázist?</vt:lpstr>
      <vt:lpstr>Összegzés és továbbfejlesztés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MakettMester</dc:title>
  <dc:creator>Claus Patrik 420</dc:creator>
  <cp:lastModifiedBy>O365 felhasználó</cp:lastModifiedBy>
  <cp:revision>38</cp:revision>
  <dcterms:created xsi:type="dcterms:W3CDTF">2026-03-18T07:19:38Z</dcterms:created>
  <dcterms:modified xsi:type="dcterms:W3CDTF">2026-05-29T09:46:21Z</dcterms:modified>
</cp:coreProperties>
</file>