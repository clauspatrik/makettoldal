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2"/>
  </p:notesMasterIdLst>
  <p:sldIdLst>
    <p:sldId id="256" r:id="rId2"/>
    <p:sldId id="276" r:id="rId3"/>
    <p:sldId id="277" r:id="rId4"/>
    <p:sldId id="274" r:id="rId5"/>
    <p:sldId id="278" r:id="rId6"/>
    <p:sldId id="269" r:id="rId7"/>
    <p:sldId id="271" r:id="rId8"/>
    <p:sldId id="272" r:id="rId9"/>
    <p:sldId id="279" r:id="rId10"/>
    <p:sldId id="280" r:id="rId11"/>
    <p:sldId id="282" r:id="rId12"/>
    <p:sldId id="264" r:id="rId13"/>
    <p:sldId id="266" r:id="rId14"/>
    <p:sldId id="284" r:id="rId15"/>
    <p:sldId id="283" r:id="rId16"/>
    <p:sldId id="260" r:id="rId17"/>
    <p:sldId id="261" r:id="rId18"/>
    <p:sldId id="285" r:id="rId19"/>
    <p:sldId id="263" r:id="rId20"/>
    <p:sldId id="273" r:id="rId21"/>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4939" autoAdjust="0"/>
  </p:normalViewPr>
  <p:slideViewPr>
    <p:cSldViewPr snapToGrid="0">
      <p:cViewPr varScale="1">
        <p:scale>
          <a:sx n="83" d="100"/>
          <a:sy n="83" d="100"/>
        </p:scale>
        <p:origin x="167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gradFill>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a:gradFill rotWithShape="0">
          <a:gsLst>
            <a:gs pos="0">
              <a:srgbClr val="7030A0"/>
            </a:gs>
            <a:gs pos="25000">
              <a:srgbClr val="7030A0"/>
            </a:gs>
            <a:gs pos="50000">
              <a:srgbClr val="7030A0"/>
            </a:gs>
            <a:gs pos="100000">
              <a:srgbClr val="7030A0"/>
            </a:gs>
          </a:gsLst>
        </a:gradFill>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CB3BEE5-53F2-4733-B4AF-B2CAC857105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CF957ABA-D878-4670-AB50-3A277AB58C5C}">
      <dgm:prSet/>
      <dgm:spPr/>
      <dgm:t>
        <a:bodyPr/>
        <a:lstStyle/>
        <a:p>
          <a:r>
            <a:rPr lang="hu-HU" b="0" i="0" baseline="0"/>
            <a:t>React komponens alapú rendszer</a:t>
          </a:r>
          <a:endParaRPr lang="en-GB"/>
        </a:p>
      </dgm:t>
    </dgm:pt>
    <dgm:pt modelId="{B0342562-3044-493C-8E62-CE1625F916D8}" type="parTrans" cxnId="{E434D1B0-A2B7-41AB-91EF-6F619858E5D6}">
      <dgm:prSet/>
      <dgm:spPr/>
      <dgm:t>
        <a:bodyPr/>
        <a:lstStyle/>
        <a:p>
          <a:endParaRPr lang="hu-HU"/>
        </a:p>
      </dgm:t>
    </dgm:pt>
    <dgm:pt modelId="{92661573-7E06-4A2E-A3D0-237A24A503D8}" type="sibTrans" cxnId="{E434D1B0-A2B7-41AB-91EF-6F619858E5D6}">
      <dgm:prSet/>
      <dgm:spPr/>
      <dgm:t>
        <a:bodyPr/>
        <a:lstStyle/>
        <a:p>
          <a:endParaRPr lang="hu-HU"/>
        </a:p>
      </dgm:t>
    </dgm:pt>
    <dgm:pt modelId="{A1BEBE5E-90E8-415F-A2F0-1984A708A76F}">
      <dgm:prSet/>
      <dgm:spPr/>
      <dgm:t>
        <a:bodyPr/>
        <a:lstStyle/>
        <a:p>
          <a:r>
            <a:rPr lang="hu-HU" b="0" i="0" baseline="0"/>
            <a:t>Külön oldalak és újrahasznosítható komponensek</a:t>
          </a:r>
          <a:endParaRPr lang="en-GB"/>
        </a:p>
      </dgm:t>
    </dgm:pt>
    <dgm:pt modelId="{715E3240-8B96-4902-8A86-B33FC1C69494}" type="parTrans" cxnId="{008DA436-6DA8-40AA-90E3-A2F54DEE44B6}">
      <dgm:prSet/>
      <dgm:spPr/>
      <dgm:t>
        <a:bodyPr/>
        <a:lstStyle/>
        <a:p>
          <a:endParaRPr lang="hu-HU"/>
        </a:p>
      </dgm:t>
    </dgm:pt>
    <dgm:pt modelId="{6BD6AEBA-C6CE-47A8-8EA0-EAC33B1401F5}" type="sibTrans" cxnId="{008DA436-6DA8-40AA-90E3-A2F54DEE44B6}">
      <dgm:prSet/>
      <dgm:spPr/>
      <dgm:t>
        <a:bodyPr/>
        <a:lstStyle/>
        <a:p>
          <a:endParaRPr lang="hu-HU"/>
        </a:p>
      </dgm:t>
    </dgm:pt>
    <dgm:pt modelId="{054285D3-1323-4198-81AE-76C254D53D25}">
      <dgm:prSet/>
      <dgm:spPr/>
      <dgm:t>
        <a:bodyPr/>
        <a:lstStyle/>
        <a:p>
          <a:r>
            <a:rPr lang="hu-HU" b="0" i="0" baseline="0"/>
            <a:t>useAuth és useAdat context</a:t>
          </a:r>
          <a:endParaRPr lang="en-GB"/>
        </a:p>
      </dgm:t>
    </dgm:pt>
    <dgm:pt modelId="{B627CDD9-9DB7-477A-9FA4-B5161F7427E9}" type="parTrans" cxnId="{AEDF1D93-F54B-4AA1-9A68-C1BF3E8C0FAF}">
      <dgm:prSet/>
      <dgm:spPr/>
      <dgm:t>
        <a:bodyPr/>
        <a:lstStyle/>
        <a:p>
          <a:endParaRPr lang="hu-HU"/>
        </a:p>
      </dgm:t>
    </dgm:pt>
    <dgm:pt modelId="{1EF085F3-F55A-4C88-8CBA-8E419DF7B8FD}" type="sibTrans" cxnId="{AEDF1D93-F54B-4AA1-9A68-C1BF3E8C0FAF}">
      <dgm:prSet/>
      <dgm:spPr/>
      <dgm:t>
        <a:bodyPr/>
        <a:lstStyle/>
        <a:p>
          <a:endParaRPr lang="hu-HU"/>
        </a:p>
      </dgm:t>
    </dgm:pt>
    <dgm:pt modelId="{A3CA9B6F-2AAB-444A-926E-BBBA1E11CF59}">
      <dgm:prSet/>
      <dgm:spPr/>
      <dgm:t>
        <a:bodyPr/>
        <a:lstStyle/>
        <a:p>
          <a:r>
            <a:rPr lang="hu-HU" b="0" i="0" baseline="0"/>
            <a:t>Modalok, kártyák, csillagos értékelés</a:t>
          </a:r>
          <a:endParaRPr lang="en-GB"/>
        </a:p>
      </dgm:t>
    </dgm:pt>
    <dgm:pt modelId="{026617B2-EE89-497D-A5B3-CD4CBE3E7FF9}" type="parTrans" cxnId="{9E70F1F0-AA04-4BCF-ABB9-5FAEA98EAC2E}">
      <dgm:prSet/>
      <dgm:spPr/>
      <dgm:t>
        <a:bodyPr/>
        <a:lstStyle/>
        <a:p>
          <a:endParaRPr lang="hu-HU"/>
        </a:p>
      </dgm:t>
    </dgm:pt>
    <dgm:pt modelId="{6F9A6C88-188E-41A5-95E2-4EB7F2AD6F7F}" type="sibTrans" cxnId="{9E70F1F0-AA04-4BCF-ABB9-5FAEA98EAC2E}">
      <dgm:prSet/>
      <dgm:spPr/>
      <dgm:t>
        <a:bodyPr/>
        <a:lstStyle/>
        <a:p>
          <a:endParaRPr lang="hu-HU"/>
        </a:p>
      </dgm:t>
    </dgm:pt>
    <dgm:pt modelId="{80EF74F3-59D4-43BF-8A97-34565ACEB7CE}">
      <dgm:prSet/>
      <dgm:spPr/>
      <dgm:t>
        <a:bodyPr/>
        <a:lstStyle/>
        <a:p>
          <a:r>
            <a:rPr lang="hu-HU" b="0" i="0" baseline="0"/>
            <a:t>Reszponzív navbar és mobil menü</a:t>
          </a:r>
          <a:endParaRPr lang="en-GB"/>
        </a:p>
      </dgm:t>
    </dgm:pt>
    <dgm:pt modelId="{49242A45-3F28-479D-B8C8-4611B24F051B}" type="parTrans" cxnId="{75C7F158-FD9F-41E7-A0C7-FDEC3C35395C}">
      <dgm:prSet/>
      <dgm:spPr/>
      <dgm:t>
        <a:bodyPr/>
        <a:lstStyle/>
        <a:p>
          <a:endParaRPr lang="hu-HU"/>
        </a:p>
      </dgm:t>
    </dgm:pt>
    <dgm:pt modelId="{3BC46CC8-5F5D-45C1-B398-01A052AA9EF7}" type="sibTrans" cxnId="{75C7F158-FD9F-41E7-A0C7-FDEC3C35395C}">
      <dgm:prSet/>
      <dgm:spPr/>
      <dgm:t>
        <a:bodyPr/>
        <a:lstStyle/>
        <a:p>
          <a:endParaRPr lang="hu-HU"/>
        </a:p>
      </dgm:t>
    </dgm:pt>
    <dgm:pt modelId="{16DF29DD-CA70-49E3-81F8-ECBCB0FEB18C}" type="pres">
      <dgm:prSet presAssocID="{CCB3BEE5-53F2-4733-B4AF-B2CAC857105A}" presName="linear" presStyleCnt="0">
        <dgm:presLayoutVars>
          <dgm:animLvl val="lvl"/>
          <dgm:resizeHandles val="exact"/>
        </dgm:presLayoutVars>
      </dgm:prSet>
      <dgm:spPr/>
    </dgm:pt>
    <dgm:pt modelId="{FA63A55D-D5E9-41D4-9E9F-A8D23D86AFB5}" type="pres">
      <dgm:prSet presAssocID="{CF957ABA-D878-4670-AB50-3A277AB58C5C}" presName="parentText" presStyleLbl="node1" presStyleIdx="0" presStyleCnt="5">
        <dgm:presLayoutVars>
          <dgm:chMax val="0"/>
          <dgm:bulletEnabled val="1"/>
        </dgm:presLayoutVars>
      </dgm:prSet>
      <dgm:spPr/>
    </dgm:pt>
    <dgm:pt modelId="{8521F394-74A5-4812-BD9A-65F6BB343BA1}" type="pres">
      <dgm:prSet presAssocID="{92661573-7E06-4A2E-A3D0-237A24A503D8}" presName="spacer" presStyleCnt="0"/>
      <dgm:spPr/>
    </dgm:pt>
    <dgm:pt modelId="{0C24B4B2-55E4-47D7-B555-E1BE3942DF8C}" type="pres">
      <dgm:prSet presAssocID="{A1BEBE5E-90E8-415F-A2F0-1984A708A76F}" presName="parentText" presStyleLbl="node1" presStyleIdx="1" presStyleCnt="5">
        <dgm:presLayoutVars>
          <dgm:chMax val="0"/>
          <dgm:bulletEnabled val="1"/>
        </dgm:presLayoutVars>
      </dgm:prSet>
      <dgm:spPr/>
    </dgm:pt>
    <dgm:pt modelId="{F48B6C3A-6254-4941-A14D-C068B53397CB}" type="pres">
      <dgm:prSet presAssocID="{6BD6AEBA-C6CE-47A8-8EA0-EAC33B1401F5}" presName="spacer" presStyleCnt="0"/>
      <dgm:spPr/>
    </dgm:pt>
    <dgm:pt modelId="{E025151C-BA1C-4389-A021-3A6D2A1C6510}" type="pres">
      <dgm:prSet presAssocID="{054285D3-1323-4198-81AE-76C254D53D25}" presName="parentText" presStyleLbl="node1" presStyleIdx="2" presStyleCnt="5">
        <dgm:presLayoutVars>
          <dgm:chMax val="0"/>
          <dgm:bulletEnabled val="1"/>
        </dgm:presLayoutVars>
      </dgm:prSet>
      <dgm:spPr/>
    </dgm:pt>
    <dgm:pt modelId="{1C6C74FC-21E4-41E7-82F4-4C047A3BA786}" type="pres">
      <dgm:prSet presAssocID="{1EF085F3-F55A-4C88-8CBA-8E419DF7B8FD}" presName="spacer" presStyleCnt="0"/>
      <dgm:spPr/>
    </dgm:pt>
    <dgm:pt modelId="{6BA20413-FAF6-4E8C-B93B-D247D2EEE0A2}" type="pres">
      <dgm:prSet presAssocID="{A3CA9B6F-2AAB-444A-926E-BBBA1E11CF59}" presName="parentText" presStyleLbl="node1" presStyleIdx="3" presStyleCnt="5">
        <dgm:presLayoutVars>
          <dgm:chMax val="0"/>
          <dgm:bulletEnabled val="1"/>
        </dgm:presLayoutVars>
      </dgm:prSet>
      <dgm:spPr/>
    </dgm:pt>
    <dgm:pt modelId="{D854944E-F877-4C2D-B217-FB171A720E00}" type="pres">
      <dgm:prSet presAssocID="{6F9A6C88-188E-41A5-95E2-4EB7F2AD6F7F}" presName="spacer" presStyleCnt="0"/>
      <dgm:spPr/>
    </dgm:pt>
    <dgm:pt modelId="{8B78EE90-8BE8-46D5-B614-5DFF2A0DB5FA}" type="pres">
      <dgm:prSet presAssocID="{80EF74F3-59D4-43BF-8A97-34565ACEB7CE}" presName="parentText" presStyleLbl="node1" presStyleIdx="4" presStyleCnt="5">
        <dgm:presLayoutVars>
          <dgm:chMax val="0"/>
          <dgm:bulletEnabled val="1"/>
        </dgm:presLayoutVars>
      </dgm:prSet>
      <dgm:spPr/>
    </dgm:pt>
  </dgm:ptLst>
  <dgm:cxnLst>
    <dgm:cxn modelId="{008DA436-6DA8-40AA-90E3-A2F54DEE44B6}" srcId="{CCB3BEE5-53F2-4733-B4AF-B2CAC857105A}" destId="{A1BEBE5E-90E8-415F-A2F0-1984A708A76F}" srcOrd="1" destOrd="0" parTransId="{715E3240-8B96-4902-8A86-B33FC1C69494}" sibTransId="{6BD6AEBA-C6CE-47A8-8EA0-EAC33B1401F5}"/>
    <dgm:cxn modelId="{96386A3F-85DF-4C03-BBDF-4A45D9F920A2}" type="presOf" srcId="{CF957ABA-D878-4670-AB50-3A277AB58C5C}" destId="{FA63A55D-D5E9-41D4-9E9F-A8D23D86AFB5}" srcOrd="0" destOrd="0" presId="urn:microsoft.com/office/officeart/2005/8/layout/vList2"/>
    <dgm:cxn modelId="{1B727A66-3B57-4C3D-8FD7-00D207B84C58}" type="presOf" srcId="{A1BEBE5E-90E8-415F-A2F0-1984A708A76F}" destId="{0C24B4B2-55E4-47D7-B555-E1BE3942DF8C}" srcOrd="0" destOrd="0" presId="urn:microsoft.com/office/officeart/2005/8/layout/vList2"/>
    <dgm:cxn modelId="{FA652147-8290-4CD6-BB5F-020F8FC9B598}" type="presOf" srcId="{CCB3BEE5-53F2-4733-B4AF-B2CAC857105A}" destId="{16DF29DD-CA70-49E3-81F8-ECBCB0FEB18C}" srcOrd="0" destOrd="0" presId="urn:microsoft.com/office/officeart/2005/8/layout/vList2"/>
    <dgm:cxn modelId="{75C7F158-FD9F-41E7-A0C7-FDEC3C35395C}" srcId="{CCB3BEE5-53F2-4733-B4AF-B2CAC857105A}" destId="{80EF74F3-59D4-43BF-8A97-34565ACEB7CE}" srcOrd="4" destOrd="0" parTransId="{49242A45-3F28-479D-B8C8-4611B24F051B}" sibTransId="{3BC46CC8-5F5D-45C1-B398-01A052AA9EF7}"/>
    <dgm:cxn modelId="{95C3407E-AD44-4892-BDAB-FF394446A4AF}" type="presOf" srcId="{054285D3-1323-4198-81AE-76C254D53D25}" destId="{E025151C-BA1C-4389-A021-3A6D2A1C6510}" srcOrd="0" destOrd="0" presId="urn:microsoft.com/office/officeart/2005/8/layout/vList2"/>
    <dgm:cxn modelId="{AEDF1D93-F54B-4AA1-9A68-C1BF3E8C0FAF}" srcId="{CCB3BEE5-53F2-4733-B4AF-B2CAC857105A}" destId="{054285D3-1323-4198-81AE-76C254D53D25}" srcOrd="2" destOrd="0" parTransId="{B627CDD9-9DB7-477A-9FA4-B5161F7427E9}" sibTransId="{1EF085F3-F55A-4C88-8CBA-8E419DF7B8FD}"/>
    <dgm:cxn modelId="{8E3291AF-4523-4D62-9B8F-E8559E03A9E5}" type="presOf" srcId="{A3CA9B6F-2AAB-444A-926E-BBBA1E11CF59}" destId="{6BA20413-FAF6-4E8C-B93B-D247D2EEE0A2}" srcOrd="0" destOrd="0" presId="urn:microsoft.com/office/officeart/2005/8/layout/vList2"/>
    <dgm:cxn modelId="{E434D1B0-A2B7-41AB-91EF-6F619858E5D6}" srcId="{CCB3BEE5-53F2-4733-B4AF-B2CAC857105A}" destId="{CF957ABA-D878-4670-AB50-3A277AB58C5C}" srcOrd="0" destOrd="0" parTransId="{B0342562-3044-493C-8E62-CE1625F916D8}" sibTransId="{92661573-7E06-4A2E-A3D0-237A24A503D8}"/>
    <dgm:cxn modelId="{834EABD9-6DA5-4348-9D96-D8172D1F2496}" type="presOf" srcId="{80EF74F3-59D4-43BF-8A97-34565ACEB7CE}" destId="{8B78EE90-8BE8-46D5-B614-5DFF2A0DB5FA}" srcOrd="0" destOrd="0" presId="urn:microsoft.com/office/officeart/2005/8/layout/vList2"/>
    <dgm:cxn modelId="{9E70F1F0-AA04-4BCF-ABB9-5FAEA98EAC2E}" srcId="{CCB3BEE5-53F2-4733-B4AF-B2CAC857105A}" destId="{A3CA9B6F-2AAB-444A-926E-BBBA1E11CF59}" srcOrd="3" destOrd="0" parTransId="{026617B2-EE89-497D-A5B3-CD4CBE3E7FF9}" sibTransId="{6F9A6C88-188E-41A5-95E2-4EB7F2AD6F7F}"/>
    <dgm:cxn modelId="{4878ACC2-52B3-4831-85AF-0499CF172DED}" type="presParOf" srcId="{16DF29DD-CA70-49E3-81F8-ECBCB0FEB18C}" destId="{FA63A55D-D5E9-41D4-9E9F-A8D23D86AFB5}" srcOrd="0" destOrd="0" presId="urn:microsoft.com/office/officeart/2005/8/layout/vList2"/>
    <dgm:cxn modelId="{03C1B2FF-B44A-472E-9F89-0A27651C4EDD}" type="presParOf" srcId="{16DF29DD-CA70-49E3-81F8-ECBCB0FEB18C}" destId="{8521F394-74A5-4812-BD9A-65F6BB343BA1}" srcOrd="1" destOrd="0" presId="urn:microsoft.com/office/officeart/2005/8/layout/vList2"/>
    <dgm:cxn modelId="{B4281472-F069-40DD-A4DF-A0CB3280B983}" type="presParOf" srcId="{16DF29DD-CA70-49E3-81F8-ECBCB0FEB18C}" destId="{0C24B4B2-55E4-47D7-B555-E1BE3942DF8C}" srcOrd="2" destOrd="0" presId="urn:microsoft.com/office/officeart/2005/8/layout/vList2"/>
    <dgm:cxn modelId="{227AF530-8DC7-47E8-8719-EBA8E8AB48A4}" type="presParOf" srcId="{16DF29DD-CA70-49E3-81F8-ECBCB0FEB18C}" destId="{F48B6C3A-6254-4941-A14D-C068B53397CB}" srcOrd="3" destOrd="0" presId="urn:microsoft.com/office/officeart/2005/8/layout/vList2"/>
    <dgm:cxn modelId="{6BD907AC-7D29-4EA6-9FC5-D74D1D9CE947}" type="presParOf" srcId="{16DF29DD-CA70-49E3-81F8-ECBCB0FEB18C}" destId="{E025151C-BA1C-4389-A021-3A6D2A1C6510}" srcOrd="4" destOrd="0" presId="urn:microsoft.com/office/officeart/2005/8/layout/vList2"/>
    <dgm:cxn modelId="{25B30424-EE1D-4AEE-8AB8-E66FDD4DB880}" type="presParOf" srcId="{16DF29DD-CA70-49E3-81F8-ECBCB0FEB18C}" destId="{1C6C74FC-21E4-41E7-82F4-4C047A3BA786}" srcOrd="5" destOrd="0" presId="urn:microsoft.com/office/officeart/2005/8/layout/vList2"/>
    <dgm:cxn modelId="{19294981-273F-43A7-A66B-938F471C81F3}" type="presParOf" srcId="{16DF29DD-CA70-49E3-81F8-ECBCB0FEB18C}" destId="{6BA20413-FAF6-4E8C-B93B-D247D2EEE0A2}" srcOrd="6" destOrd="0" presId="urn:microsoft.com/office/officeart/2005/8/layout/vList2"/>
    <dgm:cxn modelId="{DC85FE21-AE8F-4054-B9AC-5130455E3A3B}" type="presParOf" srcId="{16DF29DD-CA70-49E3-81F8-ECBCB0FEB18C}" destId="{D854944E-F877-4C2D-B217-FB171A720E00}" srcOrd="7" destOrd="0" presId="urn:microsoft.com/office/officeart/2005/8/layout/vList2"/>
    <dgm:cxn modelId="{1CE1A2D3-54D5-4F56-8F44-4AE23BAC05CD}" type="presParOf" srcId="{16DF29DD-CA70-49E3-81F8-ECBCB0FEB18C}" destId="{8B78EE90-8BE8-46D5-B614-5DFF2A0DB5FA}"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phldr="1"/>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dirty="0"/>
            <a:t>Építési napló blokkokkal</a:t>
          </a:r>
          <a:endParaRPr lang="en-US" dirty="0"/>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917FC7DB-D486-458A-817B-84E3A870357F}">
      <dgm:prSet/>
      <dgm:spPr/>
      <dgm:t>
        <a:bodyPr/>
        <a:lstStyle/>
        <a:p>
          <a:r>
            <a:rPr lang="hu-HU" b="0" i="0" baseline="0" dirty="0"/>
            <a:t>Szerepkörfüggő felület</a:t>
          </a:r>
          <a:endParaRPr lang="en-US" dirty="0"/>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4"/>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4"/>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4"/>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4"/>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4"/>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4"/>
      <dgm:spPr/>
    </dgm:pt>
    <dgm:pt modelId="{119096B8-D1A2-497B-B1B9-BCBF2B4CFEB2}" type="pres">
      <dgm:prSet presAssocID="{DABA18E9-65A8-4135-ABF1-38E0E56D984A}" presName="vert1" presStyleCnt="0"/>
      <dgm:spPr/>
    </dgm:pt>
    <dgm:pt modelId="{66BA995A-CE44-47CB-A678-E0717990EE34}" type="pres">
      <dgm:prSet presAssocID="{917FC7DB-D486-458A-817B-84E3A870357F}" presName="thickLine" presStyleLbl="alignNode1" presStyleIdx="3" presStyleCnt="4"/>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3" presStyleCnt="4"/>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A61983-FEDF-49B8-A9D3-72275EBC3460}" srcId="{BD66A3C7-0730-4FB5-91CA-E3A557183C84}" destId="{917FC7DB-D486-458A-817B-84E3A870357F}" srcOrd="3"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C90AA2C3-CC13-4C5F-B9E3-BF1D03AB8ACE}" type="presParOf" srcId="{FCA085A0-6BAD-4230-8142-127EE3D39B58}" destId="{66BA995A-CE44-47CB-A678-E0717990EE34}" srcOrd="6" destOrd="0" presId="urn:microsoft.com/office/officeart/2008/layout/LinedList"/>
    <dgm:cxn modelId="{9F85EEE9-5B2B-4BBE-9681-056CF181FCD4}" type="presParOf" srcId="{FCA085A0-6BAD-4230-8142-127EE3D39B58}" destId="{231605AC-A63D-4113-A81D-EE74118410D1}" srcOrd="7"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3E0797-90F8-476B-A533-B31EBAE2EB7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0BD27C50-11DD-4EEC-8A9E-E7D50EF3AAE1}">
      <dgm:prSet/>
      <dgm:spPr/>
      <dgm:t>
        <a:bodyPr/>
        <a:lstStyle/>
        <a:p>
          <a:r>
            <a:rPr lang="hu-HU" b="0" i="0" baseline="0"/>
            <a:t>Express szerver</a:t>
          </a:r>
          <a:endParaRPr lang="en-GB"/>
        </a:p>
      </dgm:t>
    </dgm:pt>
    <dgm:pt modelId="{E13319F1-6D04-4178-8B46-E5D846B9DDFE}" type="parTrans" cxnId="{AAB1BC26-11BF-48C8-B50D-1512AC545737}">
      <dgm:prSet/>
      <dgm:spPr/>
      <dgm:t>
        <a:bodyPr/>
        <a:lstStyle/>
        <a:p>
          <a:endParaRPr lang="hu-HU"/>
        </a:p>
      </dgm:t>
    </dgm:pt>
    <dgm:pt modelId="{D5EA8F84-C993-403A-A0A8-61AA61B452D6}" type="sibTrans" cxnId="{AAB1BC26-11BF-48C8-B50D-1512AC545737}">
      <dgm:prSet/>
      <dgm:spPr/>
      <dgm:t>
        <a:bodyPr/>
        <a:lstStyle/>
        <a:p>
          <a:endParaRPr lang="hu-HU"/>
        </a:p>
      </dgm:t>
    </dgm:pt>
    <dgm:pt modelId="{C1286B13-6C2B-4A4C-87BA-8DCDC62CE9F5}">
      <dgm:prSet/>
      <dgm:spPr/>
      <dgm:t>
        <a:bodyPr/>
        <a:lstStyle/>
        <a:p>
          <a:r>
            <a:rPr lang="hu-HU" b="0" i="0" baseline="0"/>
            <a:t>Route-modulokra bontott felépítés</a:t>
          </a:r>
          <a:endParaRPr lang="en-GB"/>
        </a:p>
      </dgm:t>
    </dgm:pt>
    <dgm:pt modelId="{03001AD4-E3DF-43B6-8D8D-931C5ACC5579}" type="parTrans" cxnId="{0BD6E8C9-C494-41B0-98CC-D955B995438A}">
      <dgm:prSet/>
      <dgm:spPr/>
      <dgm:t>
        <a:bodyPr/>
        <a:lstStyle/>
        <a:p>
          <a:endParaRPr lang="hu-HU"/>
        </a:p>
      </dgm:t>
    </dgm:pt>
    <dgm:pt modelId="{5D612AF5-2BA5-41C1-B9EC-DECBAEEEDAD5}" type="sibTrans" cxnId="{0BD6E8C9-C494-41B0-98CC-D955B995438A}">
      <dgm:prSet/>
      <dgm:spPr/>
      <dgm:t>
        <a:bodyPr/>
        <a:lstStyle/>
        <a:p>
          <a:endParaRPr lang="hu-HU"/>
        </a:p>
      </dgm:t>
    </dgm:pt>
    <dgm:pt modelId="{813FDB3F-1DA6-4E16-80DA-D4FA857950B4}">
      <dgm:prSet/>
      <dgm:spPr/>
      <dgm:t>
        <a:bodyPr/>
        <a:lstStyle/>
        <a:p>
          <a:r>
            <a:rPr lang="hu-HU" b="0" i="0" baseline="0"/>
            <a:t>Middleware-ek</a:t>
          </a:r>
          <a:endParaRPr lang="en-GB"/>
        </a:p>
      </dgm:t>
    </dgm:pt>
    <dgm:pt modelId="{13B9A600-270A-4EDF-A168-8202A61C5EAB}" type="parTrans" cxnId="{DFF53A46-D1B6-4D01-9769-4E213B81738E}">
      <dgm:prSet/>
      <dgm:spPr/>
      <dgm:t>
        <a:bodyPr/>
        <a:lstStyle/>
        <a:p>
          <a:endParaRPr lang="hu-HU"/>
        </a:p>
      </dgm:t>
    </dgm:pt>
    <dgm:pt modelId="{12B67B44-C011-489D-85B3-245EE6915859}" type="sibTrans" cxnId="{DFF53A46-D1B6-4D01-9769-4E213B81738E}">
      <dgm:prSet/>
      <dgm:spPr/>
      <dgm:t>
        <a:bodyPr/>
        <a:lstStyle/>
        <a:p>
          <a:endParaRPr lang="hu-HU"/>
        </a:p>
      </dgm:t>
    </dgm:pt>
    <dgm:pt modelId="{58C7C2F8-5171-4D19-B6FD-E30D332F6145}">
      <dgm:prSet/>
      <dgm:spPr/>
      <dgm:t>
        <a:bodyPr/>
        <a:lstStyle/>
        <a:p>
          <a:r>
            <a:rPr lang="hu-HU" b="0" i="0" baseline="0"/>
            <a:t>MySQL kapcsolat poolon keresztül</a:t>
          </a:r>
          <a:endParaRPr lang="en-GB"/>
        </a:p>
      </dgm:t>
    </dgm:pt>
    <dgm:pt modelId="{DCADF330-2FE7-42CB-9326-732628915AB5}" type="parTrans" cxnId="{39A88664-7F0B-4F11-9D80-840911C7927A}">
      <dgm:prSet/>
      <dgm:spPr/>
      <dgm:t>
        <a:bodyPr/>
        <a:lstStyle/>
        <a:p>
          <a:endParaRPr lang="hu-HU"/>
        </a:p>
      </dgm:t>
    </dgm:pt>
    <dgm:pt modelId="{92CD9DC8-45CC-4253-B715-7CC02F90FE7B}" type="sibTrans" cxnId="{39A88664-7F0B-4F11-9D80-840911C7927A}">
      <dgm:prSet/>
      <dgm:spPr/>
      <dgm:t>
        <a:bodyPr/>
        <a:lstStyle/>
        <a:p>
          <a:endParaRPr lang="hu-HU"/>
        </a:p>
      </dgm:t>
    </dgm:pt>
    <dgm:pt modelId="{C90443B0-7A26-4155-BC7A-9E0E89861AA9}" type="pres">
      <dgm:prSet presAssocID="{A73E0797-90F8-476B-A533-B31EBAE2EB77}" presName="linear" presStyleCnt="0">
        <dgm:presLayoutVars>
          <dgm:animLvl val="lvl"/>
          <dgm:resizeHandles val="exact"/>
        </dgm:presLayoutVars>
      </dgm:prSet>
      <dgm:spPr/>
    </dgm:pt>
    <dgm:pt modelId="{5C932149-50F7-4FDB-BD0A-5E05542D756E}" type="pres">
      <dgm:prSet presAssocID="{0BD27C50-11DD-4EEC-8A9E-E7D50EF3AAE1}" presName="parentText" presStyleLbl="node1" presStyleIdx="0" presStyleCnt="4">
        <dgm:presLayoutVars>
          <dgm:chMax val="0"/>
          <dgm:bulletEnabled val="1"/>
        </dgm:presLayoutVars>
      </dgm:prSet>
      <dgm:spPr/>
    </dgm:pt>
    <dgm:pt modelId="{111D9101-C8CB-435F-AAE4-6B85BE5AF70E}" type="pres">
      <dgm:prSet presAssocID="{D5EA8F84-C993-403A-A0A8-61AA61B452D6}" presName="spacer" presStyleCnt="0"/>
      <dgm:spPr/>
    </dgm:pt>
    <dgm:pt modelId="{5AE6CF0C-6AC3-4892-B134-81AD10534013}" type="pres">
      <dgm:prSet presAssocID="{C1286B13-6C2B-4A4C-87BA-8DCDC62CE9F5}" presName="parentText" presStyleLbl="node1" presStyleIdx="1" presStyleCnt="4">
        <dgm:presLayoutVars>
          <dgm:chMax val="0"/>
          <dgm:bulletEnabled val="1"/>
        </dgm:presLayoutVars>
      </dgm:prSet>
      <dgm:spPr/>
    </dgm:pt>
    <dgm:pt modelId="{4D660587-1DFF-43F1-A596-C303158FA3F0}" type="pres">
      <dgm:prSet presAssocID="{5D612AF5-2BA5-41C1-B9EC-DECBAEEEDAD5}" presName="spacer" presStyleCnt="0"/>
      <dgm:spPr/>
    </dgm:pt>
    <dgm:pt modelId="{C32CE5AD-E374-4172-8002-DA81C3CEC611}" type="pres">
      <dgm:prSet presAssocID="{813FDB3F-1DA6-4E16-80DA-D4FA857950B4}" presName="parentText" presStyleLbl="node1" presStyleIdx="2" presStyleCnt="4">
        <dgm:presLayoutVars>
          <dgm:chMax val="0"/>
          <dgm:bulletEnabled val="1"/>
        </dgm:presLayoutVars>
      </dgm:prSet>
      <dgm:spPr/>
    </dgm:pt>
    <dgm:pt modelId="{125F598D-4724-41FB-B0F4-DDEC00173DDD}" type="pres">
      <dgm:prSet presAssocID="{12B67B44-C011-489D-85B3-245EE6915859}" presName="spacer" presStyleCnt="0"/>
      <dgm:spPr/>
    </dgm:pt>
    <dgm:pt modelId="{82D3D2B0-92B2-437B-BF49-6B63146E128D}" type="pres">
      <dgm:prSet presAssocID="{58C7C2F8-5171-4D19-B6FD-E30D332F6145}" presName="parentText" presStyleLbl="node1" presStyleIdx="3" presStyleCnt="4">
        <dgm:presLayoutVars>
          <dgm:chMax val="0"/>
          <dgm:bulletEnabled val="1"/>
        </dgm:presLayoutVars>
      </dgm:prSet>
      <dgm:spPr/>
    </dgm:pt>
  </dgm:ptLst>
  <dgm:cxnLst>
    <dgm:cxn modelId="{AAB1BC26-11BF-48C8-B50D-1512AC545737}" srcId="{A73E0797-90F8-476B-A533-B31EBAE2EB77}" destId="{0BD27C50-11DD-4EEC-8A9E-E7D50EF3AAE1}" srcOrd="0" destOrd="0" parTransId="{E13319F1-6D04-4178-8B46-E5D846B9DDFE}" sibTransId="{D5EA8F84-C993-403A-A0A8-61AA61B452D6}"/>
    <dgm:cxn modelId="{3034652D-FAE0-45A9-936C-F288FFB05288}" type="presOf" srcId="{C1286B13-6C2B-4A4C-87BA-8DCDC62CE9F5}" destId="{5AE6CF0C-6AC3-4892-B134-81AD10534013}" srcOrd="0" destOrd="0" presId="urn:microsoft.com/office/officeart/2005/8/layout/vList2"/>
    <dgm:cxn modelId="{035A2633-C305-441D-974E-41DDF16FD496}" type="presOf" srcId="{A73E0797-90F8-476B-A533-B31EBAE2EB77}" destId="{C90443B0-7A26-4155-BC7A-9E0E89861AA9}" srcOrd="0" destOrd="0" presId="urn:microsoft.com/office/officeart/2005/8/layout/vList2"/>
    <dgm:cxn modelId="{39A88664-7F0B-4F11-9D80-840911C7927A}" srcId="{A73E0797-90F8-476B-A533-B31EBAE2EB77}" destId="{58C7C2F8-5171-4D19-B6FD-E30D332F6145}" srcOrd="3" destOrd="0" parTransId="{DCADF330-2FE7-42CB-9326-732628915AB5}" sibTransId="{92CD9DC8-45CC-4253-B715-7CC02F90FE7B}"/>
    <dgm:cxn modelId="{DFF53A46-D1B6-4D01-9769-4E213B81738E}" srcId="{A73E0797-90F8-476B-A533-B31EBAE2EB77}" destId="{813FDB3F-1DA6-4E16-80DA-D4FA857950B4}" srcOrd="2" destOrd="0" parTransId="{13B9A600-270A-4EDF-A168-8202A61C5EAB}" sibTransId="{12B67B44-C011-489D-85B3-245EE6915859}"/>
    <dgm:cxn modelId="{47C226C0-1861-4FB9-84A8-D36908EC6CA8}" type="presOf" srcId="{813FDB3F-1DA6-4E16-80DA-D4FA857950B4}" destId="{C32CE5AD-E374-4172-8002-DA81C3CEC611}" srcOrd="0" destOrd="0" presId="urn:microsoft.com/office/officeart/2005/8/layout/vList2"/>
    <dgm:cxn modelId="{0BD6E8C9-C494-41B0-98CC-D955B995438A}" srcId="{A73E0797-90F8-476B-A533-B31EBAE2EB77}" destId="{C1286B13-6C2B-4A4C-87BA-8DCDC62CE9F5}" srcOrd="1" destOrd="0" parTransId="{03001AD4-E3DF-43B6-8D8D-931C5ACC5579}" sibTransId="{5D612AF5-2BA5-41C1-B9EC-DECBAEEEDAD5}"/>
    <dgm:cxn modelId="{9FF605D7-887D-47A0-B8A6-96FCBFD54DD8}" type="presOf" srcId="{58C7C2F8-5171-4D19-B6FD-E30D332F6145}" destId="{82D3D2B0-92B2-437B-BF49-6B63146E128D}" srcOrd="0" destOrd="0" presId="urn:microsoft.com/office/officeart/2005/8/layout/vList2"/>
    <dgm:cxn modelId="{B8DE61E9-3A40-4BAD-A79D-FABECF25D451}" type="presOf" srcId="{0BD27C50-11DD-4EEC-8A9E-E7D50EF3AAE1}" destId="{5C932149-50F7-4FDB-BD0A-5E05542D756E}" srcOrd="0" destOrd="0" presId="urn:microsoft.com/office/officeart/2005/8/layout/vList2"/>
    <dgm:cxn modelId="{CC1EE1D3-2DE0-44D4-9FE9-579406C84578}" type="presParOf" srcId="{C90443B0-7A26-4155-BC7A-9E0E89861AA9}" destId="{5C932149-50F7-4FDB-BD0A-5E05542D756E}" srcOrd="0" destOrd="0" presId="urn:microsoft.com/office/officeart/2005/8/layout/vList2"/>
    <dgm:cxn modelId="{94F64909-7879-409C-BD42-C068790906F6}" type="presParOf" srcId="{C90443B0-7A26-4155-BC7A-9E0E89861AA9}" destId="{111D9101-C8CB-435F-AAE4-6B85BE5AF70E}" srcOrd="1" destOrd="0" presId="urn:microsoft.com/office/officeart/2005/8/layout/vList2"/>
    <dgm:cxn modelId="{B079B681-B6B1-4E8A-826F-2A931FB22499}" type="presParOf" srcId="{C90443B0-7A26-4155-BC7A-9E0E89861AA9}" destId="{5AE6CF0C-6AC3-4892-B134-81AD10534013}" srcOrd="2" destOrd="0" presId="urn:microsoft.com/office/officeart/2005/8/layout/vList2"/>
    <dgm:cxn modelId="{54A720B0-44A5-47B8-AFEB-DE179B0DE032}" type="presParOf" srcId="{C90443B0-7A26-4155-BC7A-9E0E89861AA9}" destId="{4D660587-1DFF-43F1-A596-C303158FA3F0}" srcOrd="3" destOrd="0" presId="urn:microsoft.com/office/officeart/2005/8/layout/vList2"/>
    <dgm:cxn modelId="{CCE9739C-F150-4766-9F4B-C23D86149819}" type="presParOf" srcId="{C90443B0-7A26-4155-BC7A-9E0E89861AA9}" destId="{C32CE5AD-E374-4172-8002-DA81C3CEC611}" srcOrd="4" destOrd="0" presId="urn:microsoft.com/office/officeart/2005/8/layout/vList2"/>
    <dgm:cxn modelId="{A02A6CAD-9347-4EE3-B7D1-A07EA1A322B8}" type="presParOf" srcId="{C90443B0-7A26-4155-BC7A-9E0E89861AA9}" destId="{125F598D-4724-41FB-B0F4-DDEC00173DDD}" srcOrd="5" destOrd="0" presId="urn:microsoft.com/office/officeart/2005/8/layout/vList2"/>
    <dgm:cxn modelId="{7A80D55C-6728-45E6-9053-1B7431B7D2F7}" type="presParOf" srcId="{C90443B0-7A26-4155-BC7A-9E0E89861AA9}" destId="{82D3D2B0-92B2-437B-BF49-6B63146E12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00B1231-FAFA-4900-B27F-13383F3A9163}"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hu-HU"/>
        </a:p>
      </dgm:t>
    </dgm:pt>
    <dgm:pt modelId="{2C404D09-B903-4C62-8449-E2467C9D9857}">
      <dgm:prSet phldrT="[Szöveg]"/>
      <dgm:spPr/>
      <dgm:t>
        <a:bodyPr/>
        <a:lstStyle/>
        <a:p>
          <a:pPr>
            <a:buNone/>
          </a:pPr>
          <a:r>
            <a:rPr lang="en-GB" dirty="0"/>
            <a:t>React Frontend</a:t>
          </a:r>
          <a:endParaRPr lang="hu-HU" dirty="0"/>
        </a:p>
      </dgm:t>
    </dgm:pt>
    <dgm:pt modelId="{44E2B6BA-0982-4D74-9A8E-7C73EEEC3C10}" type="parTrans" cxnId="{84F9DEEE-4EBA-406D-9D77-037ACC8E53F1}">
      <dgm:prSet/>
      <dgm:spPr/>
      <dgm:t>
        <a:bodyPr/>
        <a:lstStyle/>
        <a:p>
          <a:endParaRPr lang="hu-HU"/>
        </a:p>
      </dgm:t>
    </dgm:pt>
    <dgm:pt modelId="{FDF0D4AE-8323-49BD-8E1F-0440568CBFFB}" type="sibTrans" cxnId="{84F9DEEE-4EBA-406D-9D77-037ACC8E53F1}">
      <dgm:prSet/>
      <dgm:spPr/>
      <dgm:t>
        <a:bodyPr/>
        <a:lstStyle/>
        <a:p>
          <a:endParaRPr lang="hu-HU"/>
        </a:p>
      </dgm:t>
    </dgm:pt>
    <dgm:pt modelId="{C4ADB6AC-F7EB-4EF5-A60A-5AF1EC4F1B55}">
      <dgm:prSet phldrT="[Szöveg]"/>
      <dgm:spPr/>
      <dgm:t>
        <a:bodyPr/>
        <a:lstStyle/>
        <a:p>
          <a:pPr>
            <a:buNone/>
          </a:pPr>
          <a:r>
            <a:rPr lang="en-GB" dirty="0"/>
            <a:t>Express API</a:t>
          </a:r>
          <a:endParaRPr lang="hu-HU" dirty="0"/>
        </a:p>
      </dgm:t>
    </dgm:pt>
    <dgm:pt modelId="{403041A7-AD79-44F2-91CA-1FF407F13739}" type="parTrans" cxnId="{106DF44E-4B92-4259-87D2-F8CE8664489F}">
      <dgm:prSet/>
      <dgm:spPr/>
      <dgm:t>
        <a:bodyPr/>
        <a:lstStyle/>
        <a:p>
          <a:endParaRPr lang="hu-HU"/>
        </a:p>
      </dgm:t>
    </dgm:pt>
    <dgm:pt modelId="{DEA2CC0C-734F-4777-ACFF-E851200A0DAD}" type="sibTrans" cxnId="{106DF44E-4B92-4259-87D2-F8CE8664489F}">
      <dgm:prSet/>
      <dgm:spPr/>
      <dgm:t>
        <a:bodyPr/>
        <a:lstStyle/>
        <a:p>
          <a:endParaRPr lang="hu-HU"/>
        </a:p>
      </dgm:t>
    </dgm:pt>
    <dgm:pt modelId="{6C9DCF39-C1E7-4CA7-BB25-E015E3E59FA9}">
      <dgm:prSet phldrT="[Szöveg]"/>
      <dgm:spPr/>
      <dgm:t>
        <a:bodyPr/>
        <a:lstStyle/>
        <a:p>
          <a:pPr>
            <a:buNone/>
          </a:pPr>
          <a:r>
            <a:rPr lang="en-GB" dirty="0"/>
            <a:t>Middleware</a:t>
          </a:r>
          <a:r>
            <a:rPr lang="hu-HU" dirty="0"/>
            <a:t>-e</a:t>
          </a:r>
          <a:r>
            <a:rPr lang="en-GB" dirty="0"/>
            <a:t>k</a:t>
          </a:r>
          <a:endParaRPr lang="hu-HU" dirty="0"/>
        </a:p>
      </dgm:t>
    </dgm:pt>
    <dgm:pt modelId="{8D89669E-DC83-4A85-BFE8-F184768E0868}" type="parTrans" cxnId="{D97EBDDB-BA5D-4AAA-A781-7CBB1CFBA925}">
      <dgm:prSet/>
      <dgm:spPr/>
      <dgm:t>
        <a:bodyPr/>
        <a:lstStyle/>
        <a:p>
          <a:endParaRPr lang="hu-HU"/>
        </a:p>
      </dgm:t>
    </dgm:pt>
    <dgm:pt modelId="{3DB75886-BA86-4742-8CF3-9D1EFFE6F089}" type="sibTrans" cxnId="{D97EBDDB-BA5D-4AAA-A781-7CBB1CFBA925}">
      <dgm:prSet/>
      <dgm:spPr/>
      <dgm:t>
        <a:bodyPr/>
        <a:lstStyle/>
        <a:p>
          <a:endParaRPr lang="hu-HU"/>
        </a:p>
      </dgm:t>
    </dgm:pt>
    <dgm:pt modelId="{ECC72004-A7F5-4A17-86E9-ABD18F8B5088}">
      <dgm:prSet/>
      <dgm:spPr/>
      <dgm:t>
        <a:bodyPr/>
        <a:lstStyle/>
        <a:p>
          <a:pPr>
            <a:buNone/>
          </a:pPr>
          <a:r>
            <a:rPr lang="en-GB" dirty="0"/>
            <a:t>MySQL</a:t>
          </a:r>
          <a:r>
            <a:rPr lang="hu-HU" dirty="0"/>
            <a:t> </a:t>
          </a:r>
          <a:r>
            <a:rPr lang="en-GB" dirty="0"/>
            <a:t>Database</a:t>
          </a:r>
        </a:p>
      </dgm:t>
    </dgm:pt>
    <dgm:pt modelId="{2D1573BA-99DF-41BC-92CF-ED06C9A20A1C}" type="parTrans" cxnId="{3CF2AA61-8FB9-4221-8FA1-6E8F08EA6917}">
      <dgm:prSet/>
      <dgm:spPr/>
      <dgm:t>
        <a:bodyPr/>
        <a:lstStyle/>
        <a:p>
          <a:endParaRPr lang="hu-HU"/>
        </a:p>
      </dgm:t>
    </dgm:pt>
    <dgm:pt modelId="{5FBBD74B-1D65-4CB1-B101-1F077B04C1F8}" type="sibTrans" cxnId="{3CF2AA61-8FB9-4221-8FA1-6E8F08EA6917}">
      <dgm:prSet/>
      <dgm:spPr/>
      <dgm:t>
        <a:bodyPr/>
        <a:lstStyle/>
        <a:p>
          <a:endParaRPr lang="hu-HU"/>
        </a:p>
      </dgm:t>
    </dgm:pt>
    <dgm:pt modelId="{D75387F6-F55D-47C3-9357-D424C6B5EC5C}" type="pres">
      <dgm:prSet presAssocID="{D00B1231-FAFA-4900-B27F-13383F3A9163}" presName="Name0" presStyleCnt="0">
        <dgm:presLayoutVars>
          <dgm:chMax/>
          <dgm:chPref/>
          <dgm:dir/>
          <dgm:animLvl val="lvl"/>
        </dgm:presLayoutVars>
      </dgm:prSet>
      <dgm:spPr/>
    </dgm:pt>
    <dgm:pt modelId="{F5C7A090-502D-44DA-9BF4-4AB01617C20D}" type="pres">
      <dgm:prSet presAssocID="{2C404D09-B903-4C62-8449-E2467C9D9857}" presName="composite" presStyleCnt="0"/>
      <dgm:spPr/>
    </dgm:pt>
    <dgm:pt modelId="{2CF84EED-9F3D-4520-B128-DA6D8BC0165D}" type="pres">
      <dgm:prSet presAssocID="{2C404D09-B903-4C62-8449-E2467C9D9857}" presName="Parent1" presStyleLbl="node1" presStyleIdx="0" presStyleCnt="8">
        <dgm:presLayoutVars>
          <dgm:chMax val="1"/>
          <dgm:chPref val="1"/>
          <dgm:bulletEnabled val="1"/>
        </dgm:presLayoutVars>
      </dgm:prSet>
      <dgm:spPr/>
    </dgm:pt>
    <dgm:pt modelId="{B1D1935E-4B1E-445F-85EF-44A8179CA621}" type="pres">
      <dgm:prSet presAssocID="{2C404D09-B903-4C62-8449-E2467C9D9857}" presName="Childtext1" presStyleLbl="revTx" presStyleIdx="0" presStyleCnt="4">
        <dgm:presLayoutVars>
          <dgm:chMax val="0"/>
          <dgm:chPref val="0"/>
          <dgm:bulletEnabled val="1"/>
        </dgm:presLayoutVars>
      </dgm:prSet>
      <dgm:spPr/>
    </dgm:pt>
    <dgm:pt modelId="{71916C9A-26F9-47EA-ADAA-F9184409629B}" type="pres">
      <dgm:prSet presAssocID="{2C404D09-B903-4C62-8449-E2467C9D9857}" presName="BalanceSpacing" presStyleCnt="0"/>
      <dgm:spPr/>
    </dgm:pt>
    <dgm:pt modelId="{EA0E3174-C14D-4A5E-9B08-5398D1512840}" type="pres">
      <dgm:prSet presAssocID="{2C404D09-B903-4C62-8449-E2467C9D9857}" presName="BalanceSpacing1" presStyleCnt="0"/>
      <dgm:spPr/>
    </dgm:pt>
    <dgm:pt modelId="{CA78DFA5-CB2E-40F3-898E-8B9E6AFACFB5}" type="pres">
      <dgm:prSet presAssocID="{FDF0D4AE-8323-49BD-8E1F-0440568CBFFB}" presName="Accent1Text" presStyleLbl="node1" presStyleIdx="1" presStyleCnt="8"/>
      <dgm:spPr/>
    </dgm:pt>
    <dgm:pt modelId="{7ADBD2BC-51E2-4C76-ABD6-83E65A0C2724}" type="pres">
      <dgm:prSet presAssocID="{FDF0D4AE-8323-49BD-8E1F-0440568CBFFB}" presName="spaceBetweenRectangles" presStyleCnt="0"/>
      <dgm:spPr/>
    </dgm:pt>
    <dgm:pt modelId="{FDE85EDA-C903-47D6-80D0-043F056D3C87}" type="pres">
      <dgm:prSet presAssocID="{C4ADB6AC-F7EB-4EF5-A60A-5AF1EC4F1B55}" presName="composite" presStyleCnt="0"/>
      <dgm:spPr/>
    </dgm:pt>
    <dgm:pt modelId="{81F4390A-11DA-41F2-A9C1-12049F98EC41}" type="pres">
      <dgm:prSet presAssocID="{C4ADB6AC-F7EB-4EF5-A60A-5AF1EC4F1B55}" presName="Parent1" presStyleLbl="node1" presStyleIdx="2" presStyleCnt="8">
        <dgm:presLayoutVars>
          <dgm:chMax val="1"/>
          <dgm:chPref val="1"/>
          <dgm:bulletEnabled val="1"/>
        </dgm:presLayoutVars>
      </dgm:prSet>
      <dgm:spPr/>
    </dgm:pt>
    <dgm:pt modelId="{F8293779-AED2-4153-9BCA-6768C8CB9DD7}" type="pres">
      <dgm:prSet presAssocID="{C4ADB6AC-F7EB-4EF5-A60A-5AF1EC4F1B55}" presName="Childtext1" presStyleLbl="revTx" presStyleIdx="1" presStyleCnt="4">
        <dgm:presLayoutVars>
          <dgm:chMax val="0"/>
          <dgm:chPref val="0"/>
          <dgm:bulletEnabled val="1"/>
        </dgm:presLayoutVars>
      </dgm:prSet>
      <dgm:spPr/>
    </dgm:pt>
    <dgm:pt modelId="{6A7DC808-1A6A-4393-BD2C-8F37EA4D95C1}" type="pres">
      <dgm:prSet presAssocID="{C4ADB6AC-F7EB-4EF5-A60A-5AF1EC4F1B55}" presName="BalanceSpacing" presStyleCnt="0"/>
      <dgm:spPr/>
    </dgm:pt>
    <dgm:pt modelId="{08C2C5A8-1905-4A05-A0FE-8795D8A2394B}" type="pres">
      <dgm:prSet presAssocID="{C4ADB6AC-F7EB-4EF5-A60A-5AF1EC4F1B55}" presName="BalanceSpacing1" presStyleCnt="0"/>
      <dgm:spPr/>
    </dgm:pt>
    <dgm:pt modelId="{323785A1-6929-4D4D-A944-E3922EAC644D}" type="pres">
      <dgm:prSet presAssocID="{DEA2CC0C-734F-4777-ACFF-E851200A0DAD}" presName="Accent1Text" presStyleLbl="node1" presStyleIdx="3" presStyleCnt="8"/>
      <dgm:spPr/>
    </dgm:pt>
    <dgm:pt modelId="{8AB1C4AF-4CBC-4242-A2B9-77D3FCF7520C}" type="pres">
      <dgm:prSet presAssocID="{DEA2CC0C-734F-4777-ACFF-E851200A0DAD}" presName="spaceBetweenRectangles" presStyleCnt="0"/>
      <dgm:spPr/>
    </dgm:pt>
    <dgm:pt modelId="{8C52090B-7ABA-41FA-85EA-4112825AFDCE}" type="pres">
      <dgm:prSet presAssocID="{6C9DCF39-C1E7-4CA7-BB25-E015E3E59FA9}" presName="composite" presStyleCnt="0"/>
      <dgm:spPr/>
    </dgm:pt>
    <dgm:pt modelId="{CF7D9BD9-06FA-4ACC-9146-5AF2EADE151F}" type="pres">
      <dgm:prSet presAssocID="{6C9DCF39-C1E7-4CA7-BB25-E015E3E59FA9}" presName="Parent1" presStyleLbl="node1" presStyleIdx="4" presStyleCnt="8">
        <dgm:presLayoutVars>
          <dgm:chMax val="1"/>
          <dgm:chPref val="1"/>
          <dgm:bulletEnabled val="1"/>
        </dgm:presLayoutVars>
      </dgm:prSet>
      <dgm:spPr/>
    </dgm:pt>
    <dgm:pt modelId="{62451480-7831-4EE9-AA8B-177B3F9CF715}" type="pres">
      <dgm:prSet presAssocID="{6C9DCF39-C1E7-4CA7-BB25-E015E3E59FA9}" presName="Childtext1" presStyleLbl="revTx" presStyleIdx="2" presStyleCnt="4">
        <dgm:presLayoutVars>
          <dgm:chMax val="0"/>
          <dgm:chPref val="0"/>
          <dgm:bulletEnabled val="1"/>
        </dgm:presLayoutVars>
      </dgm:prSet>
      <dgm:spPr/>
    </dgm:pt>
    <dgm:pt modelId="{E8375FBA-9B18-4BE0-AFB4-84FA0196C76E}" type="pres">
      <dgm:prSet presAssocID="{6C9DCF39-C1E7-4CA7-BB25-E015E3E59FA9}" presName="BalanceSpacing" presStyleCnt="0"/>
      <dgm:spPr/>
    </dgm:pt>
    <dgm:pt modelId="{81D9DD5A-661C-4793-8F46-4E605FFA648B}" type="pres">
      <dgm:prSet presAssocID="{6C9DCF39-C1E7-4CA7-BB25-E015E3E59FA9}" presName="BalanceSpacing1" presStyleCnt="0"/>
      <dgm:spPr/>
    </dgm:pt>
    <dgm:pt modelId="{793CD173-C04D-4FB5-9874-F7014763E953}" type="pres">
      <dgm:prSet presAssocID="{3DB75886-BA86-4742-8CF3-9D1EFFE6F089}" presName="Accent1Text" presStyleLbl="node1" presStyleIdx="5" presStyleCnt="8"/>
      <dgm:spPr/>
    </dgm:pt>
    <dgm:pt modelId="{69C8B52B-49B2-41D0-90AE-3C4AC8920400}" type="pres">
      <dgm:prSet presAssocID="{3DB75886-BA86-4742-8CF3-9D1EFFE6F089}" presName="spaceBetweenRectangles" presStyleCnt="0"/>
      <dgm:spPr/>
    </dgm:pt>
    <dgm:pt modelId="{AEE84ADB-1845-47AD-849D-F811EEEACF6F}" type="pres">
      <dgm:prSet presAssocID="{ECC72004-A7F5-4A17-86E9-ABD18F8B5088}" presName="composite" presStyleCnt="0"/>
      <dgm:spPr/>
    </dgm:pt>
    <dgm:pt modelId="{D3513035-6545-469B-B9E3-59676FBD8D09}" type="pres">
      <dgm:prSet presAssocID="{ECC72004-A7F5-4A17-86E9-ABD18F8B5088}" presName="Parent1" presStyleLbl="node1" presStyleIdx="6" presStyleCnt="8">
        <dgm:presLayoutVars>
          <dgm:chMax val="1"/>
          <dgm:chPref val="1"/>
          <dgm:bulletEnabled val="1"/>
        </dgm:presLayoutVars>
      </dgm:prSet>
      <dgm:spPr/>
    </dgm:pt>
    <dgm:pt modelId="{426C39B2-F966-4C8B-9F87-FEE903167C65}" type="pres">
      <dgm:prSet presAssocID="{ECC72004-A7F5-4A17-86E9-ABD18F8B5088}" presName="Childtext1" presStyleLbl="revTx" presStyleIdx="3" presStyleCnt="4">
        <dgm:presLayoutVars>
          <dgm:chMax val="0"/>
          <dgm:chPref val="0"/>
          <dgm:bulletEnabled val="1"/>
        </dgm:presLayoutVars>
      </dgm:prSet>
      <dgm:spPr/>
    </dgm:pt>
    <dgm:pt modelId="{3AACF49D-5AB5-4918-98D0-A25B0611A46F}" type="pres">
      <dgm:prSet presAssocID="{ECC72004-A7F5-4A17-86E9-ABD18F8B5088}" presName="BalanceSpacing" presStyleCnt="0"/>
      <dgm:spPr/>
    </dgm:pt>
    <dgm:pt modelId="{BD2FE9D9-8E6E-4C0B-BB71-C0DFA57B05C6}" type="pres">
      <dgm:prSet presAssocID="{ECC72004-A7F5-4A17-86E9-ABD18F8B5088}" presName="BalanceSpacing1" presStyleCnt="0"/>
      <dgm:spPr/>
    </dgm:pt>
    <dgm:pt modelId="{EEAF5C81-36CE-4EB2-BB2E-666B1AB8B831}" type="pres">
      <dgm:prSet presAssocID="{5FBBD74B-1D65-4CB1-B101-1F077B04C1F8}" presName="Accent1Text" presStyleLbl="node1" presStyleIdx="7" presStyleCnt="8"/>
      <dgm:spPr/>
    </dgm:pt>
  </dgm:ptLst>
  <dgm:cxnLst>
    <dgm:cxn modelId="{39F61420-B209-4894-B16B-6F740FAABD1A}" type="presOf" srcId="{6C9DCF39-C1E7-4CA7-BB25-E015E3E59FA9}" destId="{CF7D9BD9-06FA-4ACC-9146-5AF2EADE151F}" srcOrd="0" destOrd="0" presId="urn:microsoft.com/office/officeart/2008/layout/AlternatingHexagons"/>
    <dgm:cxn modelId="{159E9A32-1039-4661-ADEC-C41A6719329C}" type="presOf" srcId="{ECC72004-A7F5-4A17-86E9-ABD18F8B5088}" destId="{D3513035-6545-469B-B9E3-59676FBD8D09}" srcOrd="0" destOrd="0" presId="urn:microsoft.com/office/officeart/2008/layout/AlternatingHexagons"/>
    <dgm:cxn modelId="{3CF2AA61-8FB9-4221-8FA1-6E8F08EA6917}" srcId="{D00B1231-FAFA-4900-B27F-13383F3A9163}" destId="{ECC72004-A7F5-4A17-86E9-ABD18F8B5088}" srcOrd="3" destOrd="0" parTransId="{2D1573BA-99DF-41BC-92CF-ED06C9A20A1C}" sibTransId="{5FBBD74B-1D65-4CB1-B101-1F077B04C1F8}"/>
    <dgm:cxn modelId="{106DF44E-4B92-4259-87D2-F8CE8664489F}" srcId="{D00B1231-FAFA-4900-B27F-13383F3A9163}" destId="{C4ADB6AC-F7EB-4EF5-A60A-5AF1EC4F1B55}" srcOrd="1" destOrd="0" parTransId="{403041A7-AD79-44F2-91CA-1FF407F13739}" sibTransId="{DEA2CC0C-734F-4777-ACFF-E851200A0DAD}"/>
    <dgm:cxn modelId="{1F2A4B72-1299-4FF4-8318-D63512CEA61D}" type="presOf" srcId="{DEA2CC0C-734F-4777-ACFF-E851200A0DAD}" destId="{323785A1-6929-4D4D-A944-E3922EAC644D}" srcOrd="0" destOrd="0" presId="urn:microsoft.com/office/officeart/2008/layout/AlternatingHexagons"/>
    <dgm:cxn modelId="{8E78338B-6F68-4C99-B247-9E9316AA01AF}" type="presOf" srcId="{2C404D09-B903-4C62-8449-E2467C9D9857}" destId="{2CF84EED-9F3D-4520-B128-DA6D8BC0165D}" srcOrd="0" destOrd="0" presId="urn:microsoft.com/office/officeart/2008/layout/AlternatingHexagons"/>
    <dgm:cxn modelId="{560763A0-04F5-4B8B-B349-0F2C7690AD68}" type="presOf" srcId="{5FBBD74B-1D65-4CB1-B101-1F077B04C1F8}" destId="{EEAF5C81-36CE-4EB2-BB2E-666B1AB8B831}" srcOrd="0" destOrd="0" presId="urn:microsoft.com/office/officeart/2008/layout/AlternatingHexagons"/>
    <dgm:cxn modelId="{7B9E62A7-18DA-47BC-B8E3-9B9F47CE08C4}" type="presOf" srcId="{C4ADB6AC-F7EB-4EF5-A60A-5AF1EC4F1B55}" destId="{81F4390A-11DA-41F2-A9C1-12049F98EC41}" srcOrd="0" destOrd="0" presId="urn:microsoft.com/office/officeart/2008/layout/AlternatingHexagons"/>
    <dgm:cxn modelId="{B85BA7B1-ED0C-462E-993C-10735D753D4A}" type="presOf" srcId="{FDF0D4AE-8323-49BD-8E1F-0440568CBFFB}" destId="{CA78DFA5-CB2E-40F3-898E-8B9E6AFACFB5}" srcOrd="0" destOrd="0" presId="urn:microsoft.com/office/officeart/2008/layout/AlternatingHexagons"/>
    <dgm:cxn modelId="{0D4352B3-22C7-4D31-9275-BCE48F544EAD}" type="presOf" srcId="{3DB75886-BA86-4742-8CF3-9D1EFFE6F089}" destId="{793CD173-C04D-4FB5-9874-F7014763E953}" srcOrd="0" destOrd="0" presId="urn:microsoft.com/office/officeart/2008/layout/AlternatingHexagons"/>
    <dgm:cxn modelId="{B8C89DC0-65DF-4348-B0F7-1776129247D5}" type="presOf" srcId="{D00B1231-FAFA-4900-B27F-13383F3A9163}" destId="{D75387F6-F55D-47C3-9357-D424C6B5EC5C}" srcOrd="0" destOrd="0" presId="urn:microsoft.com/office/officeart/2008/layout/AlternatingHexagons"/>
    <dgm:cxn modelId="{D97EBDDB-BA5D-4AAA-A781-7CBB1CFBA925}" srcId="{D00B1231-FAFA-4900-B27F-13383F3A9163}" destId="{6C9DCF39-C1E7-4CA7-BB25-E015E3E59FA9}" srcOrd="2" destOrd="0" parTransId="{8D89669E-DC83-4A85-BFE8-F184768E0868}" sibTransId="{3DB75886-BA86-4742-8CF3-9D1EFFE6F089}"/>
    <dgm:cxn modelId="{84F9DEEE-4EBA-406D-9D77-037ACC8E53F1}" srcId="{D00B1231-FAFA-4900-B27F-13383F3A9163}" destId="{2C404D09-B903-4C62-8449-E2467C9D9857}" srcOrd="0" destOrd="0" parTransId="{44E2B6BA-0982-4D74-9A8E-7C73EEEC3C10}" sibTransId="{FDF0D4AE-8323-49BD-8E1F-0440568CBFFB}"/>
    <dgm:cxn modelId="{C637ADE6-C519-46A5-A17A-37C61A4CEA32}" type="presParOf" srcId="{D75387F6-F55D-47C3-9357-D424C6B5EC5C}" destId="{F5C7A090-502D-44DA-9BF4-4AB01617C20D}" srcOrd="0" destOrd="0" presId="urn:microsoft.com/office/officeart/2008/layout/AlternatingHexagons"/>
    <dgm:cxn modelId="{D5185777-C728-4D17-AFE6-CAB13822AB7A}" type="presParOf" srcId="{F5C7A090-502D-44DA-9BF4-4AB01617C20D}" destId="{2CF84EED-9F3D-4520-B128-DA6D8BC0165D}" srcOrd="0" destOrd="0" presId="urn:microsoft.com/office/officeart/2008/layout/AlternatingHexagons"/>
    <dgm:cxn modelId="{D45BB02A-00F4-4779-A063-44DC8B0BDD53}" type="presParOf" srcId="{F5C7A090-502D-44DA-9BF4-4AB01617C20D}" destId="{B1D1935E-4B1E-445F-85EF-44A8179CA621}" srcOrd="1" destOrd="0" presId="urn:microsoft.com/office/officeart/2008/layout/AlternatingHexagons"/>
    <dgm:cxn modelId="{3EB2156D-1E46-4F85-9A03-3F51FDB3A1FC}" type="presParOf" srcId="{F5C7A090-502D-44DA-9BF4-4AB01617C20D}" destId="{71916C9A-26F9-47EA-ADAA-F9184409629B}" srcOrd="2" destOrd="0" presId="urn:microsoft.com/office/officeart/2008/layout/AlternatingHexagons"/>
    <dgm:cxn modelId="{7036F22F-5E96-41CB-A36F-8A086E2F484A}" type="presParOf" srcId="{F5C7A090-502D-44DA-9BF4-4AB01617C20D}" destId="{EA0E3174-C14D-4A5E-9B08-5398D1512840}" srcOrd="3" destOrd="0" presId="urn:microsoft.com/office/officeart/2008/layout/AlternatingHexagons"/>
    <dgm:cxn modelId="{5A794A1C-8F70-41BC-8791-D804F1C17E67}" type="presParOf" srcId="{F5C7A090-502D-44DA-9BF4-4AB01617C20D}" destId="{CA78DFA5-CB2E-40F3-898E-8B9E6AFACFB5}" srcOrd="4" destOrd="0" presId="urn:microsoft.com/office/officeart/2008/layout/AlternatingHexagons"/>
    <dgm:cxn modelId="{F7E0CEF1-450F-4C52-8218-BA608C92F993}" type="presParOf" srcId="{D75387F6-F55D-47C3-9357-D424C6B5EC5C}" destId="{7ADBD2BC-51E2-4C76-ABD6-83E65A0C2724}" srcOrd="1" destOrd="0" presId="urn:microsoft.com/office/officeart/2008/layout/AlternatingHexagons"/>
    <dgm:cxn modelId="{106A6829-3328-4206-91A8-E9669F06692B}" type="presParOf" srcId="{D75387F6-F55D-47C3-9357-D424C6B5EC5C}" destId="{FDE85EDA-C903-47D6-80D0-043F056D3C87}" srcOrd="2" destOrd="0" presId="urn:microsoft.com/office/officeart/2008/layout/AlternatingHexagons"/>
    <dgm:cxn modelId="{F8C9EE15-14E0-4A1C-90D0-A0DD1FC1917F}" type="presParOf" srcId="{FDE85EDA-C903-47D6-80D0-043F056D3C87}" destId="{81F4390A-11DA-41F2-A9C1-12049F98EC41}" srcOrd="0" destOrd="0" presId="urn:microsoft.com/office/officeart/2008/layout/AlternatingHexagons"/>
    <dgm:cxn modelId="{0AFB5CED-FBB3-4A3E-9A6E-3F443C557209}" type="presParOf" srcId="{FDE85EDA-C903-47D6-80D0-043F056D3C87}" destId="{F8293779-AED2-4153-9BCA-6768C8CB9DD7}" srcOrd="1" destOrd="0" presId="urn:microsoft.com/office/officeart/2008/layout/AlternatingHexagons"/>
    <dgm:cxn modelId="{01433FC9-BBB6-48AD-BE7A-4BD39BDB3CDB}" type="presParOf" srcId="{FDE85EDA-C903-47D6-80D0-043F056D3C87}" destId="{6A7DC808-1A6A-4393-BD2C-8F37EA4D95C1}" srcOrd="2" destOrd="0" presId="urn:microsoft.com/office/officeart/2008/layout/AlternatingHexagons"/>
    <dgm:cxn modelId="{FEC3E3AB-9218-4431-839C-80F7331480C0}" type="presParOf" srcId="{FDE85EDA-C903-47D6-80D0-043F056D3C87}" destId="{08C2C5A8-1905-4A05-A0FE-8795D8A2394B}" srcOrd="3" destOrd="0" presId="urn:microsoft.com/office/officeart/2008/layout/AlternatingHexagons"/>
    <dgm:cxn modelId="{034340B1-272A-4E47-9231-4B642AD64651}" type="presParOf" srcId="{FDE85EDA-C903-47D6-80D0-043F056D3C87}" destId="{323785A1-6929-4D4D-A944-E3922EAC644D}" srcOrd="4" destOrd="0" presId="urn:microsoft.com/office/officeart/2008/layout/AlternatingHexagons"/>
    <dgm:cxn modelId="{4AED7215-B3E4-4EB4-99DD-2AB45ADDDFC1}" type="presParOf" srcId="{D75387F6-F55D-47C3-9357-D424C6B5EC5C}" destId="{8AB1C4AF-4CBC-4242-A2B9-77D3FCF7520C}" srcOrd="3" destOrd="0" presId="urn:microsoft.com/office/officeart/2008/layout/AlternatingHexagons"/>
    <dgm:cxn modelId="{22BC4776-38CB-42B9-B5B6-C763A69E6603}" type="presParOf" srcId="{D75387F6-F55D-47C3-9357-D424C6B5EC5C}" destId="{8C52090B-7ABA-41FA-85EA-4112825AFDCE}" srcOrd="4" destOrd="0" presId="urn:microsoft.com/office/officeart/2008/layout/AlternatingHexagons"/>
    <dgm:cxn modelId="{620B579C-E82A-42E3-8D43-507BE8B65AC6}" type="presParOf" srcId="{8C52090B-7ABA-41FA-85EA-4112825AFDCE}" destId="{CF7D9BD9-06FA-4ACC-9146-5AF2EADE151F}" srcOrd="0" destOrd="0" presId="urn:microsoft.com/office/officeart/2008/layout/AlternatingHexagons"/>
    <dgm:cxn modelId="{80CEF34B-A76A-4E2D-AF37-C3F2A84453D8}" type="presParOf" srcId="{8C52090B-7ABA-41FA-85EA-4112825AFDCE}" destId="{62451480-7831-4EE9-AA8B-177B3F9CF715}" srcOrd="1" destOrd="0" presId="urn:microsoft.com/office/officeart/2008/layout/AlternatingHexagons"/>
    <dgm:cxn modelId="{91CFA934-14CF-44C8-A333-3BD92E4F7133}" type="presParOf" srcId="{8C52090B-7ABA-41FA-85EA-4112825AFDCE}" destId="{E8375FBA-9B18-4BE0-AFB4-84FA0196C76E}" srcOrd="2" destOrd="0" presId="urn:microsoft.com/office/officeart/2008/layout/AlternatingHexagons"/>
    <dgm:cxn modelId="{C8DFBC9C-A53E-480C-B551-BE1262B8F151}" type="presParOf" srcId="{8C52090B-7ABA-41FA-85EA-4112825AFDCE}" destId="{81D9DD5A-661C-4793-8F46-4E605FFA648B}" srcOrd="3" destOrd="0" presId="urn:microsoft.com/office/officeart/2008/layout/AlternatingHexagons"/>
    <dgm:cxn modelId="{36B59B42-1D65-4D93-9469-88C4DEF712AB}" type="presParOf" srcId="{8C52090B-7ABA-41FA-85EA-4112825AFDCE}" destId="{793CD173-C04D-4FB5-9874-F7014763E953}" srcOrd="4" destOrd="0" presId="urn:microsoft.com/office/officeart/2008/layout/AlternatingHexagons"/>
    <dgm:cxn modelId="{1BC5424B-0E3B-4DC1-B7EA-86AA0638D0F1}" type="presParOf" srcId="{D75387F6-F55D-47C3-9357-D424C6B5EC5C}" destId="{69C8B52B-49B2-41D0-90AE-3C4AC8920400}" srcOrd="5" destOrd="0" presId="urn:microsoft.com/office/officeart/2008/layout/AlternatingHexagons"/>
    <dgm:cxn modelId="{EC457970-3547-4EE0-B87D-9A8E393B0E22}" type="presParOf" srcId="{D75387F6-F55D-47C3-9357-D424C6B5EC5C}" destId="{AEE84ADB-1845-47AD-849D-F811EEEACF6F}" srcOrd="6" destOrd="0" presId="urn:microsoft.com/office/officeart/2008/layout/AlternatingHexagons"/>
    <dgm:cxn modelId="{CB19AE65-9985-42C6-A6AC-0277FB5BA05B}" type="presParOf" srcId="{AEE84ADB-1845-47AD-849D-F811EEEACF6F}" destId="{D3513035-6545-469B-B9E3-59676FBD8D09}" srcOrd="0" destOrd="0" presId="urn:microsoft.com/office/officeart/2008/layout/AlternatingHexagons"/>
    <dgm:cxn modelId="{0F9AE1C2-2E3C-451D-93C3-572384AF5C0F}" type="presParOf" srcId="{AEE84ADB-1845-47AD-849D-F811EEEACF6F}" destId="{426C39B2-F966-4C8B-9F87-FEE903167C65}" srcOrd="1" destOrd="0" presId="urn:microsoft.com/office/officeart/2008/layout/AlternatingHexagons"/>
    <dgm:cxn modelId="{7313F6A5-7D65-45F2-A7B7-3CE1BFCC3761}" type="presParOf" srcId="{AEE84ADB-1845-47AD-849D-F811EEEACF6F}" destId="{3AACF49D-5AB5-4918-98D0-A25B0611A46F}" srcOrd="2" destOrd="0" presId="urn:microsoft.com/office/officeart/2008/layout/AlternatingHexagons"/>
    <dgm:cxn modelId="{E31FD653-144B-4905-A442-F20833837D9D}" type="presParOf" srcId="{AEE84ADB-1845-47AD-849D-F811EEEACF6F}" destId="{BD2FE9D9-8E6E-4C0B-BB71-C0DFA57B05C6}" srcOrd="3" destOrd="0" presId="urn:microsoft.com/office/officeart/2008/layout/AlternatingHexagons"/>
    <dgm:cxn modelId="{D852980B-8CC5-4A66-A7CF-538B7504D8C1}" type="presParOf" srcId="{AEE84ADB-1845-47AD-849D-F811EEEACF6F}" destId="{EEAF5C81-36CE-4EB2-BB2E-666B1AB8B831}" srcOrd="4" destOrd="0" presId="urn:microsoft.com/office/officeart/2008/layout/AlternatingHexagons"/>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C0DEA11-5968-4F91-AD4C-15C3162DB0B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A33D72F0-12BC-4D09-93E9-8A06B68D7FA9}">
      <dgm:prSet/>
      <dgm:spPr/>
      <dgm:t>
        <a:bodyPr/>
        <a:lstStyle/>
        <a:p>
          <a:r>
            <a:rPr lang="hu-HU" b="0" i="0" baseline="0"/>
            <a:t>Relációs adatbázis</a:t>
          </a:r>
          <a:endParaRPr lang="en-GB"/>
        </a:p>
      </dgm:t>
    </dgm:pt>
    <dgm:pt modelId="{48354581-83F9-47DE-A55D-699D9746B57A}" type="parTrans" cxnId="{FC3A66F6-A525-438D-B3DD-08E4C1CD22C2}">
      <dgm:prSet/>
      <dgm:spPr/>
      <dgm:t>
        <a:bodyPr/>
        <a:lstStyle/>
        <a:p>
          <a:endParaRPr lang="hu-HU"/>
        </a:p>
      </dgm:t>
    </dgm:pt>
    <dgm:pt modelId="{C3317350-EA98-4DE9-A452-19BDC56DBF0C}" type="sibTrans" cxnId="{FC3A66F6-A525-438D-B3DD-08E4C1CD22C2}">
      <dgm:prSet/>
      <dgm:spPr/>
      <dgm:t>
        <a:bodyPr/>
        <a:lstStyle/>
        <a:p>
          <a:endParaRPr lang="hu-HU"/>
        </a:p>
      </dgm:t>
    </dgm:pt>
    <dgm:pt modelId="{19E49927-526B-4FC3-8048-B68567B58BBB}">
      <dgm:prSet/>
      <dgm:spPr/>
      <dgm:t>
        <a:bodyPr/>
        <a:lstStyle/>
        <a:p>
          <a:r>
            <a:rPr lang="hu-HU" b="0" i="0" baseline="0"/>
            <a:t>Táblák külön funkciókhoz</a:t>
          </a:r>
          <a:endParaRPr lang="en-GB"/>
        </a:p>
      </dgm:t>
    </dgm:pt>
    <dgm:pt modelId="{65B3D6D3-D608-4B60-92A0-5EF670BFB781}" type="parTrans" cxnId="{EA643634-960D-4B91-AF03-228BAAB4841F}">
      <dgm:prSet/>
      <dgm:spPr/>
      <dgm:t>
        <a:bodyPr/>
        <a:lstStyle/>
        <a:p>
          <a:endParaRPr lang="hu-HU"/>
        </a:p>
      </dgm:t>
    </dgm:pt>
    <dgm:pt modelId="{9C789671-C700-427B-9213-721AD6B80622}" type="sibTrans" cxnId="{EA643634-960D-4B91-AF03-228BAAB4841F}">
      <dgm:prSet/>
      <dgm:spPr/>
      <dgm:t>
        <a:bodyPr/>
        <a:lstStyle/>
        <a:p>
          <a:endParaRPr lang="hu-HU"/>
        </a:p>
      </dgm:t>
    </dgm:pt>
    <dgm:pt modelId="{96381242-6879-46C5-906D-FD97BB8FE7ED}">
      <dgm:prSet/>
      <dgm:spPr/>
      <dgm:t>
        <a:bodyPr/>
        <a:lstStyle/>
        <a:p>
          <a:r>
            <a:rPr lang="hu-HU" b="0" i="0" baseline="0"/>
            <a:t>Primary key és foreign key kapcsolatok</a:t>
          </a:r>
          <a:endParaRPr lang="en-GB"/>
        </a:p>
      </dgm:t>
    </dgm:pt>
    <dgm:pt modelId="{7D3A558D-EE2B-48C1-B769-6E99C6AECA5A}" type="parTrans" cxnId="{3125A5FE-B036-4D5E-9FB6-F49CD1BF4E42}">
      <dgm:prSet/>
      <dgm:spPr/>
      <dgm:t>
        <a:bodyPr/>
        <a:lstStyle/>
        <a:p>
          <a:endParaRPr lang="hu-HU"/>
        </a:p>
      </dgm:t>
    </dgm:pt>
    <dgm:pt modelId="{11192D24-6474-4673-887C-C51743B29137}" type="sibTrans" cxnId="{3125A5FE-B036-4D5E-9FB6-F49CD1BF4E42}">
      <dgm:prSet/>
      <dgm:spPr/>
      <dgm:t>
        <a:bodyPr/>
        <a:lstStyle/>
        <a:p>
          <a:endParaRPr lang="hu-HU"/>
        </a:p>
      </dgm:t>
    </dgm:pt>
    <dgm:pt modelId="{5E65178B-2C71-46B2-93BD-CA5F39818B6B}">
      <dgm:prSet/>
      <dgm:spPr/>
      <dgm:t>
        <a:bodyPr/>
        <a:lstStyle/>
        <a:p>
          <a:r>
            <a:rPr lang="hu-HU" b="0" i="0" baseline="0"/>
            <a:t>Kaszkád törlés több kapcsolatnál</a:t>
          </a:r>
          <a:endParaRPr lang="en-GB"/>
        </a:p>
      </dgm:t>
    </dgm:pt>
    <dgm:pt modelId="{F80364C6-108F-44C7-9AE2-60477DCD5F14}" type="parTrans" cxnId="{55ADE6EA-89F9-4AAC-B851-924C16D76DCA}">
      <dgm:prSet/>
      <dgm:spPr/>
      <dgm:t>
        <a:bodyPr/>
        <a:lstStyle/>
        <a:p>
          <a:endParaRPr lang="hu-HU"/>
        </a:p>
      </dgm:t>
    </dgm:pt>
    <dgm:pt modelId="{9A1F3E0A-144B-42DB-938C-4131ADE453CC}" type="sibTrans" cxnId="{55ADE6EA-89F9-4AAC-B851-924C16D76DCA}">
      <dgm:prSet/>
      <dgm:spPr/>
      <dgm:t>
        <a:bodyPr/>
        <a:lstStyle/>
        <a:p>
          <a:endParaRPr lang="hu-HU"/>
        </a:p>
      </dgm:t>
    </dgm:pt>
    <dgm:pt modelId="{8247B523-8D65-41A8-AC87-DC7FA8E6F279}">
      <dgm:prSet/>
      <dgm:spPr/>
      <dgm:t>
        <a:bodyPr/>
        <a:lstStyle/>
        <a:p>
          <a:r>
            <a:rPr lang="hu-HU" b="0" i="0" baseline="0"/>
            <a:t>Állapotkezelés a maketteknél</a:t>
          </a:r>
          <a:endParaRPr lang="en-GB"/>
        </a:p>
      </dgm:t>
    </dgm:pt>
    <dgm:pt modelId="{F8A25915-876E-4DEE-A398-00D74C65DF2F}" type="parTrans" cxnId="{DE5FFCE6-8B57-4888-96E7-3ED1F3D71C01}">
      <dgm:prSet/>
      <dgm:spPr/>
      <dgm:t>
        <a:bodyPr/>
        <a:lstStyle/>
        <a:p>
          <a:endParaRPr lang="hu-HU"/>
        </a:p>
      </dgm:t>
    </dgm:pt>
    <dgm:pt modelId="{C43376D1-2897-4CFD-8D7F-BE1731AE7ACE}" type="sibTrans" cxnId="{DE5FFCE6-8B57-4888-96E7-3ED1F3D71C01}">
      <dgm:prSet/>
      <dgm:spPr/>
      <dgm:t>
        <a:bodyPr/>
        <a:lstStyle/>
        <a:p>
          <a:endParaRPr lang="hu-HU"/>
        </a:p>
      </dgm:t>
    </dgm:pt>
    <dgm:pt modelId="{A9D86935-5EB7-4713-952D-920F2578B8DF}" type="pres">
      <dgm:prSet presAssocID="{EC0DEA11-5968-4F91-AD4C-15C3162DB0BA}" presName="linear" presStyleCnt="0">
        <dgm:presLayoutVars>
          <dgm:animLvl val="lvl"/>
          <dgm:resizeHandles val="exact"/>
        </dgm:presLayoutVars>
      </dgm:prSet>
      <dgm:spPr/>
    </dgm:pt>
    <dgm:pt modelId="{35EB0E74-609B-4A46-A9A5-373264BBEA7A}" type="pres">
      <dgm:prSet presAssocID="{A33D72F0-12BC-4D09-93E9-8A06B68D7FA9}" presName="parentText" presStyleLbl="node1" presStyleIdx="0" presStyleCnt="5">
        <dgm:presLayoutVars>
          <dgm:chMax val="0"/>
          <dgm:bulletEnabled val="1"/>
        </dgm:presLayoutVars>
      </dgm:prSet>
      <dgm:spPr/>
    </dgm:pt>
    <dgm:pt modelId="{A21236D4-12A0-4D30-93CD-84AED97D59F3}" type="pres">
      <dgm:prSet presAssocID="{C3317350-EA98-4DE9-A452-19BDC56DBF0C}" presName="spacer" presStyleCnt="0"/>
      <dgm:spPr/>
    </dgm:pt>
    <dgm:pt modelId="{86D52A9A-C251-4190-A7F4-940F2839C0F2}" type="pres">
      <dgm:prSet presAssocID="{19E49927-526B-4FC3-8048-B68567B58BBB}" presName="parentText" presStyleLbl="node1" presStyleIdx="1" presStyleCnt="5">
        <dgm:presLayoutVars>
          <dgm:chMax val="0"/>
          <dgm:bulletEnabled val="1"/>
        </dgm:presLayoutVars>
      </dgm:prSet>
      <dgm:spPr/>
    </dgm:pt>
    <dgm:pt modelId="{00E14A49-3E7A-4307-8E1D-53B88918192B}" type="pres">
      <dgm:prSet presAssocID="{9C789671-C700-427B-9213-721AD6B80622}" presName="spacer" presStyleCnt="0"/>
      <dgm:spPr/>
    </dgm:pt>
    <dgm:pt modelId="{4B571DE5-C777-4EAF-8EC3-ECE2BF452FC2}" type="pres">
      <dgm:prSet presAssocID="{96381242-6879-46C5-906D-FD97BB8FE7ED}" presName="parentText" presStyleLbl="node1" presStyleIdx="2" presStyleCnt="5">
        <dgm:presLayoutVars>
          <dgm:chMax val="0"/>
          <dgm:bulletEnabled val="1"/>
        </dgm:presLayoutVars>
      </dgm:prSet>
      <dgm:spPr/>
    </dgm:pt>
    <dgm:pt modelId="{56210E77-2C59-4FED-936F-0F7F31796C2E}" type="pres">
      <dgm:prSet presAssocID="{11192D24-6474-4673-887C-C51743B29137}" presName="spacer" presStyleCnt="0"/>
      <dgm:spPr/>
    </dgm:pt>
    <dgm:pt modelId="{3B4503D2-4FB9-4E90-B814-CAB2AE38C33D}" type="pres">
      <dgm:prSet presAssocID="{5E65178B-2C71-46B2-93BD-CA5F39818B6B}" presName="parentText" presStyleLbl="node1" presStyleIdx="3" presStyleCnt="5">
        <dgm:presLayoutVars>
          <dgm:chMax val="0"/>
          <dgm:bulletEnabled val="1"/>
        </dgm:presLayoutVars>
      </dgm:prSet>
      <dgm:spPr/>
    </dgm:pt>
    <dgm:pt modelId="{31A7478B-0DC4-4046-A42D-B9C8EC6C98C4}" type="pres">
      <dgm:prSet presAssocID="{9A1F3E0A-144B-42DB-938C-4131ADE453CC}" presName="spacer" presStyleCnt="0"/>
      <dgm:spPr/>
    </dgm:pt>
    <dgm:pt modelId="{8C31103E-BF31-42A4-BE3A-9069E19476F7}" type="pres">
      <dgm:prSet presAssocID="{8247B523-8D65-41A8-AC87-DC7FA8E6F279}" presName="parentText" presStyleLbl="node1" presStyleIdx="4" presStyleCnt="5">
        <dgm:presLayoutVars>
          <dgm:chMax val="0"/>
          <dgm:bulletEnabled val="1"/>
        </dgm:presLayoutVars>
      </dgm:prSet>
      <dgm:spPr/>
    </dgm:pt>
  </dgm:ptLst>
  <dgm:cxnLst>
    <dgm:cxn modelId="{EA643634-960D-4B91-AF03-228BAAB4841F}" srcId="{EC0DEA11-5968-4F91-AD4C-15C3162DB0BA}" destId="{19E49927-526B-4FC3-8048-B68567B58BBB}" srcOrd="1" destOrd="0" parTransId="{65B3D6D3-D608-4B60-92A0-5EF670BFB781}" sibTransId="{9C789671-C700-427B-9213-721AD6B80622}"/>
    <dgm:cxn modelId="{DC36C158-F61E-4337-B6AD-45BD5D24032A}" type="presOf" srcId="{A33D72F0-12BC-4D09-93E9-8A06B68D7FA9}" destId="{35EB0E74-609B-4A46-A9A5-373264BBEA7A}" srcOrd="0" destOrd="0" presId="urn:microsoft.com/office/officeart/2005/8/layout/vList2"/>
    <dgm:cxn modelId="{99C65E9C-7804-4D8F-84DA-524E3E1256F8}" type="presOf" srcId="{19E49927-526B-4FC3-8048-B68567B58BBB}" destId="{86D52A9A-C251-4190-A7F4-940F2839C0F2}" srcOrd="0" destOrd="0" presId="urn:microsoft.com/office/officeart/2005/8/layout/vList2"/>
    <dgm:cxn modelId="{DE5FFCE6-8B57-4888-96E7-3ED1F3D71C01}" srcId="{EC0DEA11-5968-4F91-AD4C-15C3162DB0BA}" destId="{8247B523-8D65-41A8-AC87-DC7FA8E6F279}" srcOrd="4" destOrd="0" parTransId="{F8A25915-876E-4DEE-A398-00D74C65DF2F}" sibTransId="{C43376D1-2897-4CFD-8D7F-BE1731AE7ACE}"/>
    <dgm:cxn modelId="{B1FDD6E8-F277-482A-9AE7-D1E14EDD4093}" type="presOf" srcId="{96381242-6879-46C5-906D-FD97BB8FE7ED}" destId="{4B571DE5-C777-4EAF-8EC3-ECE2BF452FC2}" srcOrd="0" destOrd="0" presId="urn:microsoft.com/office/officeart/2005/8/layout/vList2"/>
    <dgm:cxn modelId="{E9F4F8E9-F44A-41B1-A9A1-E007A855A804}" type="presOf" srcId="{EC0DEA11-5968-4F91-AD4C-15C3162DB0BA}" destId="{A9D86935-5EB7-4713-952D-920F2578B8DF}" srcOrd="0" destOrd="0" presId="urn:microsoft.com/office/officeart/2005/8/layout/vList2"/>
    <dgm:cxn modelId="{55ADE6EA-89F9-4AAC-B851-924C16D76DCA}" srcId="{EC0DEA11-5968-4F91-AD4C-15C3162DB0BA}" destId="{5E65178B-2C71-46B2-93BD-CA5F39818B6B}" srcOrd="3" destOrd="0" parTransId="{F80364C6-108F-44C7-9AE2-60477DCD5F14}" sibTransId="{9A1F3E0A-144B-42DB-938C-4131ADE453CC}"/>
    <dgm:cxn modelId="{FC0B43EE-E6B1-4E20-8936-8C5C18EE4EC0}" type="presOf" srcId="{5E65178B-2C71-46B2-93BD-CA5F39818B6B}" destId="{3B4503D2-4FB9-4E90-B814-CAB2AE38C33D}" srcOrd="0" destOrd="0" presId="urn:microsoft.com/office/officeart/2005/8/layout/vList2"/>
    <dgm:cxn modelId="{FC3A66F6-A525-438D-B3DD-08E4C1CD22C2}" srcId="{EC0DEA11-5968-4F91-AD4C-15C3162DB0BA}" destId="{A33D72F0-12BC-4D09-93E9-8A06B68D7FA9}" srcOrd="0" destOrd="0" parTransId="{48354581-83F9-47DE-A55D-699D9746B57A}" sibTransId="{C3317350-EA98-4DE9-A452-19BDC56DBF0C}"/>
    <dgm:cxn modelId="{3125A5FE-B036-4D5E-9FB6-F49CD1BF4E42}" srcId="{EC0DEA11-5968-4F91-AD4C-15C3162DB0BA}" destId="{96381242-6879-46C5-906D-FD97BB8FE7ED}" srcOrd="2" destOrd="0" parTransId="{7D3A558D-EE2B-48C1-B769-6E99C6AECA5A}" sibTransId="{11192D24-6474-4673-887C-C51743B29137}"/>
    <dgm:cxn modelId="{89814CFF-B2DF-47A3-86B6-BDD4172E919F}" type="presOf" srcId="{8247B523-8D65-41A8-AC87-DC7FA8E6F279}" destId="{8C31103E-BF31-42A4-BE3A-9069E19476F7}" srcOrd="0" destOrd="0" presId="urn:microsoft.com/office/officeart/2005/8/layout/vList2"/>
    <dgm:cxn modelId="{0E94EDF2-93A9-4017-9190-2DD709FDBFF1}" type="presParOf" srcId="{A9D86935-5EB7-4713-952D-920F2578B8DF}" destId="{35EB0E74-609B-4A46-A9A5-373264BBEA7A}" srcOrd="0" destOrd="0" presId="urn:microsoft.com/office/officeart/2005/8/layout/vList2"/>
    <dgm:cxn modelId="{5949DDB3-8D70-4665-A551-EE8413BFCF79}" type="presParOf" srcId="{A9D86935-5EB7-4713-952D-920F2578B8DF}" destId="{A21236D4-12A0-4D30-93CD-84AED97D59F3}" srcOrd="1" destOrd="0" presId="urn:microsoft.com/office/officeart/2005/8/layout/vList2"/>
    <dgm:cxn modelId="{B4325393-E612-472E-8D9D-56B6641D7BBC}" type="presParOf" srcId="{A9D86935-5EB7-4713-952D-920F2578B8DF}" destId="{86D52A9A-C251-4190-A7F4-940F2839C0F2}" srcOrd="2" destOrd="0" presId="urn:microsoft.com/office/officeart/2005/8/layout/vList2"/>
    <dgm:cxn modelId="{12B06F72-BEF2-4875-BAD3-1DAA061C3537}" type="presParOf" srcId="{A9D86935-5EB7-4713-952D-920F2578B8DF}" destId="{00E14A49-3E7A-4307-8E1D-53B88918192B}" srcOrd="3" destOrd="0" presId="urn:microsoft.com/office/officeart/2005/8/layout/vList2"/>
    <dgm:cxn modelId="{5D71CFDA-9606-45E5-83CE-627C1EE0B21E}" type="presParOf" srcId="{A9D86935-5EB7-4713-952D-920F2578B8DF}" destId="{4B571DE5-C777-4EAF-8EC3-ECE2BF452FC2}" srcOrd="4" destOrd="0" presId="urn:microsoft.com/office/officeart/2005/8/layout/vList2"/>
    <dgm:cxn modelId="{A573CDA1-5563-4564-BBC1-85C4B4D22B96}" type="presParOf" srcId="{A9D86935-5EB7-4713-952D-920F2578B8DF}" destId="{56210E77-2C59-4FED-936F-0F7F31796C2E}" srcOrd="5" destOrd="0" presId="urn:microsoft.com/office/officeart/2005/8/layout/vList2"/>
    <dgm:cxn modelId="{0A714935-2BDE-483E-A825-78136EA0E36A}" type="presParOf" srcId="{A9D86935-5EB7-4713-952D-920F2578B8DF}" destId="{3B4503D2-4FB9-4E90-B814-CAB2AE38C33D}" srcOrd="6" destOrd="0" presId="urn:microsoft.com/office/officeart/2005/8/layout/vList2"/>
    <dgm:cxn modelId="{8B9CB342-25F2-4975-912A-F3B64DD5DBD2}" type="presParOf" srcId="{A9D86935-5EB7-4713-952D-920F2578B8DF}" destId="{31A7478B-0DC4-4046-A42D-B9C8EC6C98C4}" srcOrd="7" destOrd="0" presId="urn:microsoft.com/office/officeart/2005/8/layout/vList2"/>
    <dgm:cxn modelId="{A24AF274-051A-449D-912C-B826D6772729}" type="presParOf" srcId="{A9D86935-5EB7-4713-952D-920F2578B8DF}" destId="{8C31103E-BF31-42A4-BE3A-9069E19476F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rgbClr val="7030A0"/>
            </a:gs>
            <a:gs pos="25000">
              <a:srgbClr val="7030A0"/>
            </a:gs>
            <a:gs pos="50000">
              <a:srgbClr val="7030A0"/>
            </a:gs>
            <a:gs pos="100000">
              <a:srgbClr val="7030A0"/>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63A55D-D5E9-41D4-9E9F-A8D23D86AFB5}">
      <dsp:nvSpPr>
        <dsp:cNvPr id="0" name=""/>
        <dsp:cNvSpPr/>
      </dsp:nvSpPr>
      <dsp:spPr>
        <a:xfrm>
          <a:off x="0" y="54426"/>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React komponens alapú rendszer</a:t>
          </a:r>
          <a:endParaRPr lang="en-GB" sz="2600" kern="1200"/>
        </a:p>
      </dsp:txBody>
      <dsp:txXfrm>
        <a:off x="50420" y="104846"/>
        <a:ext cx="5146979" cy="932014"/>
      </dsp:txXfrm>
    </dsp:sp>
    <dsp:sp modelId="{0C24B4B2-55E4-47D7-B555-E1BE3942DF8C}">
      <dsp:nvSpPr>
        <dsp:cNvPr id="0" name=""/>
        <dsp:cNvSpPr/>
      </dsp:nvSpPr>
      <dsp:spPr>
        <a:xfrm>
          <a:off x="0" y="1162160"/>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Külön oldalak és újrahasznosítható komponensek</a:t>
          </a:r>
          <a:endParaRPr lang="en-GB" sz="2600" kern="1200"/>
        </a:p>
      </dsp:txBody>
      <dsp:txXfrm>
        <a:off x="50420" y="1212580"/>
        <a:ext cx="5146979" cy="932014"/>
      </dsp:txXfrm>
    </dsp:sp>
    <dsp:sp modelId="{E025151C-BA1C-4389-A021-3A6D2A1C6510}">
      <dsp:nvSpPr>
        <dsp:cNvPr id="0" name=""/>
        <dsp:cNvSpPr/>
      </dsp:nvSpPr>
      <dsp:spPr>
        <a:xfrm>
          <a:off x="0" y="2269894"/>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useAuth és useAdat context</a:t>
          </a:r>
          <a:endParaRPr lang="en-GB" sz="2600" kern="1200"/>
        </a:p>
      </dsp:txBody>
      <dsp:txXfrm>
        <a:off x="50420" y="2320314"/>
        <a:ext cx="5146979" cy="932014"/>
      </dsp:txXfrm>
    </dsp:sp>
    <dsp:sp modelId="{6BA20413-FAF6-4E8C-B93B-D247D2EEE0A2}">
      <dsp:nvSpPr>
        <dsp:cNvPr id="0" name=""/>
        <dsp:cNvSpPr/>
      </dsp:nvSpPr>
      <dsp:spPr>
        <a:xfrm>
          <a:off x="0" y="3377628"/>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Modalok, kártyák, csillagos értékelés</a:t>
          </a:r>
          <a:endParaRPr lang="en-GB" sz="2600" kern="1200"/>
        </a:p>
      </dsp:txBody>
      <dsp:txXfrm>
        <a:off x="50420" y="3428048"/>
        <a:ext cx="5146979" cy="932014"/>
      </dsp:txXfrm>
    </dsp:sp>
    <dsp:sp modelId="{8B78EE90-8BE8-46D5-B614-5DFF2A0DB5FA}">
      <dsp:nvSpPr>
        <dsp:cNvPr id="0" name=""/>
        <dsp:cNvSpPr/>
      </dsp:nvSpPr>
      <dsp:spPr>
        <a:xfrm>
          <a:off x="0" y="4485362"/>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Reszponzív navbar és mobil menü</a:t>
          </a:r>
          <a:endParaRPr lang="en-GB" sz="2600" kern="1200"/>
        </a:p>
      </dsp:txBody>
      <dsp:txXfrm>
        <a:off x="50420" y="4535782"/>
        <a:ext cx="5146979" cy="9320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0"/>
        <a:ext cx="6666833" cy="1363480"/>
      </dsp:txXfrm>
    </dsp:sp>
    <dsp:sp modelId="{AD69286C-1F4A-44FD-832A-8CAE54E16A81}">
      <dsp:nvSpPr>
        <dsp:cNvPr id="0" name=""/>
        <dsp:cNvSpPr/>
      </dsp:nvSpPr>
      <dsp:spPr>
        <a:xfrm>
          <a:off x="0" y="136348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36348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363480"/>
        <a:ext cx="6666833" cy="1363480"/>
      </dsp:txXfrm>
    </dsp:sp>
    <dsp:sp modelId="{7A4F1D6A-DBB4-4A0E-AF58-E2094CBD1767}">
      <dsp:nvSpPr>
        <dsp:cNvPr id="0" name=""/>
        <dsp:cNvSpPr/>
      </dsp:nvSpPr>
      <dsp:spPr>
        <a:xfrm>
          <a:off x="0" y="272696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72696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Építési napló blokkokkal</a:t>
          </a:r>
          <a:endParaRPr lang="en-US" sz="4000" kern="1200" dirty="0"/>
        </a:p>
      </dsp:txBody>
      <dsp:txXfrm>
        <a:off x="0" y="2726960"/>
        <a:ext cx="6666833" cy="1363480"/>
      </dsp:txXfrm>
    </dsp:sp>
    <dsp:sp modelId="{66BA995A-CE44-47CB-A678-E0717990EE34}">
      <dsp:nvSpPr>
        <dsp:cNvPr id="0" name=""/>
        <dsp:cNvSpPr/>
      </dsp:nvSpPr>
      <dsp:spPr>
        <a:xfrm>
          <a:off x="0" y="409044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09044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Szerepkörfüggő felület</a:t>
          </a:r>
          <a:endParaRPr lang="en-US" sz="4000" kern="1200" dirty="0"/>
        </a:p>
      </dsp:txBody>
      <dsp:txXfrm>
        <a:off x="0" y="4090440"/>
        <a:ext cx="6666833" cy="1363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932149-50F7-4FDB-BD0A-5E05542D756E}">
      <dsp:nvSpPr>
        <dsp:cNvPr id="0" name=""/>
        <dsp:cNvSpPr/>
      </dsp:nvSpPr>
      <dsp:spPr>
        <a:xfrm>
          <a:off x="0" y="41205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Express szerver</a:t>
          </a:r>
          <a:endParaRPr lang="en-GB" sz="2300" kern="1200"/>
        </a:p>
      </dsp:txBody>
      <dsp:txXfrm>
        <a:off x="26930" y="438986"/>
        <a:ext cx="4455223" cy="497795"/>
      </dsp:txXfrm>
    </dsp:sp>
    <dsp:sp modelId="{5AE6CF0C-6AC3-4892-B134-81AD10534013}">
      <dsp:nvSpPr>
        <dsp:cNvPr id="0" name=""/>
        <dsp:cNvSpPr/>
      </dsp:nvSpPr>
      <dsp:spPr>
        <a:xfrm>
          <a:off x="0" y="102995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Route-modulokra bontott felépítés</a:t>
          </a:r>
          <a:endParaRPr lang="en-GB" sz="2300" kern="1200"/>
        </a:p>
      </dsp:txBody>
      <dsp:txXfrm>
        <a:off x="26930" y="1056881"/>
        <a:ext cx="4455223" cy="497795"/>
      </dsp:txXfrm>
    </dsp:sp>
    <dsp:sp modelId="{C32CE5AD-E374-4172-8002-DA81C3CEC611}">
      <dsp:nvSpPr>
        <dsp:cNvPr id="0" name=""/>
        <dsp:cNvSpPr/>
      </dsp:nvSpPr>
      <dsp:spPr>
        <a:xfrm>
          <a:off x="0" y="164784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Middleware-ek</a:t>
          </a:r>
          <a:endParaRPr lang="en-GB" sz="2300" kern="1200"/>
        </a:p>
      </dsp:txBody>
      <dsp:txXfrm>
        <a:off x="26930" y="1674776"/>
        <a:ext cx="4455223" cy="497795"/>
      </dsp:txXfrm>
    </dsp:sp>
    <dsp:sp modelId="{82D3D2B0-92B2-437B-BF49-6B63146E128D}">
      <dsp:nvSpPr>
        <dsp:cNvPr id="0" name=""/>
        <dsp:cNvSpPr/>
      </dsp:nvSpPr>
      <dsp:spPr>
        <a:xfrm>
          <a:off x="0" y="226574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MySQL kapcsolat poolon keresztül</a:t>
          </a:r>
          <a:endParaRPr lang="en-GB" sz="2300" kern="1200"/>
        </a:p>
      </dsp:txBody>
      <dsp:txXfrm>
        <a:off x="26930" y="2292671"/>
        <a:ext cx="4455223" cy="49779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F84EED-9F3D-4520-B128-DA6D8BC0165D}">
      <dsp:nvSpPr>
        <dsp:cNvPr id="0" name=""/>
        <dsp:cNvSpPr/>
      </dsp:nvSpPr>
      <dsp:spPr>
        <a:xfrm rot="5400000">
          <a:off x="1787202"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React Frontend</a:t>
          </a:r>
          <a:endParaRPr lang="hu-HU" sz="900" kern="1200" dirty="0"/>
        </a:p>
      </dsp:txBody>
      <dsp:txXfrm rot="-5400000">
        <a:off x="2022634" y="258687"/>
        <a:ext cx="702919" cy="807954"/>
      </dsp:txXfrm>
    </dsp:sp>
    <dsp:sp modelId="{B1D1935E-4B1E-445F-85EF-44A8179CA621}">
      <dsp:nvSpPr>
        <dsp:cNvPr id="0" name=""/>
        <dsp:cNvSpPr/>
      </dsp:nvSpPr>
      <dsp:spPr>
        <a:xfrm>
          <a:off x="2915677" y="310528"/>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CA78DFA5-CB2E-40F3-898E-8B9E6AFACFB5}">
      <dsp:nvSpPr>
        <dsp:cNvPr id="0" name=""/>
        <dsp:cNvSpPr/>
      </dsp:nvSpPr>
      <dsp:spPr>
        <a:xfrm rot="5400000">
          <a:off x="684315"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58687"/>
        <a:ext cx="702919" cy="807954"/>
      </dsp:txXfrm>
    </dsp:sp>
    <dsp:sp modelId="{81F4390A-11DA-41F2-A9C1-12049F98EC41}">
      <dsp:nvSpPr>
        <dsp:cNvPr id="0" name=""/>
        <dsp:cNvSpPr/>
      </dsp:nvSpPr>
      <dsp:spPr>
        <a:xfrm rot="5400000">
          <a:off x="1233645"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Express API</a:t>
          </a:r>
          <a:endParaRPr lang="hu-HU" sz="900" kern="1200" dirty="0"/>
        </a:p>
      </dsp:txBody>
      <dsp:txXfrm rot="-5400000">
        <a:off x="1469077" y="1254994"/>
        <a:ext cx="702919" cy="807954"/>
      </dsp:txXfrm>
    </dsp:sp>
    <dsp:sp modelId="{F8293779-AED2-4153-9BCA-6768C8CB9DD7}">
      <dsp:nvSpPr>
        <dsp:cNvPr id="0" name=""/>
        <dsp:cNvSpPr/>
      </dsp:nvSpPr>
      <dsp:spPr>
        <a:xfrm>
          <a:off x="0" y="1306835"/>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323785A1-6929-4D4D-A944-E3922EAC644D}">
      <dsp:nvSpPr>
        <dsp:cNvPr id="0" name=""/>
        <dsp:cNvSpPr/>
      </dsp:nvSpPr>
      <dsp:spPr>
        <a:xfrm rot="5400000">
          <a:off x="2336532"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1254994"/>
        <a:ext cx="702919" cy="807954"/>
      </dsp:txXfrm>
    </dsp:sp>
    <dsp:sp modelId="{CF7D9BD9-06FA-4ACC-9146-5AF2EADE151F}">
      <dsp:nvSpPr>
        <dsp:cNvPr id="0" name=""/>
        <dsp:cNvSpPr/>
      </dsp:nvSpPr>
      <dsp:spPr>
        <a:xfrm rot="5400000">
          <a:off x="1787202"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Middleware</a:t>
          </a:r>
          <a:r>
            <a:rPr lang="hu-HU" sz="900" kern="1200" dirty="0"/>
            <a:t>-e</a:t>
          </a:r>
          <a:r>
            <a:rPr lang="en-GB" sz="900" kern="1200" dirty="0"/>
            <a:t>k</a:t>
          </a:r>
          <a:endParaRPr lang="hu-HU" sz="900" kern="1200" dirty="0"/>
        </a:p>
      </dsp:txBody>
      <dsp:txXfrm rot="-5400000">
        <a:off x="2022634" y="2251301"/>
        <a:ext cx="702919" cy="807954"/>
      </dsp:txXfrm>
    </dsp:sp>
    <dsp:sp modelId="{62451480-7831-4EE9-AA8B-177B3F9CF715}">
      <dsp:nvSpPr>
        <dsp:cNvPr id="0" name=""/>
        <dsp:cNvSpPr/>
      </dsp:nvSpPr>
      <dsp:spPr>
        <a:xfrm>
          <a:off x="2915677" y="2303142"/>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793CD173-C04D-4FB5-9874-F7014763E953}">
      <dsp:nvSpPr>
        <dsp:cNvPr id="0" name=""/>
        <dsp:cNvSpPr/>
      </dsp:nvSpPr>
      <dsp:spPr>
        <a:xfrm rot="5400000">
          <a:off x="684315"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251301"/>
        <a:ext cx="702919" cy="807954"/>
      </dsp:txXfrm>
    </dsp:sp>
    <dsp:sp modelId="{D3513035-6545-469B-B9E3-59676FBD8D09}">
      <dsp:nvSpPr>
        <dsp:cNvPr id="0" name=""/>
        <dsp:cNvSpPr/>
      </dsp:nvSpPr>
      <dsp:spPr>
        <a:xfrm rot="5400000">
          <a:off x="1233645"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MySQL</a:t>
          </a:r>
          <a:r>
            <a:rPr lang="hu-HU" sz="900" kern="1200" dirty="0"/>
            <a:t> </a:t>
          </a:r>
          <a:r>
            <a:rPr lang="en-GB" sz="900" kern="1200" dirty="0"/>
            <a:t>Database</a:t>
          </a:r>
        </a:p>
      </dsp:txBody>
      <dsp:txXfrm rot="-5400000">
        <a:off x="1469077" y="3247608"/>
        <a:ext cx="702919" cy="807954"/>
      </dsp:txXfrm>
    </dsp:sp>
    <dsp:sp modelId="{426C39B2-F966-4C8B-9F87-FEE903167C65}">
      <dsp:nvSpPr>
        <dsp:cNvPr id="0" name=""/>
        <dsp:cNvSpPr/>
      </dsp:nvSpPr>
      <dsp:spPr>
        <a:xfrm>
          <a:off x="0" y="3299449"/>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EEAF5C81-36CE-4EB2-BB2E-666B1AB8B831}">
      <dsp:nvSpPr>
        <dsp:cNvPr id="0" name=""/>
        <dsp:cNvSpPr/>
      </dsp:nvSpPr>
      <dsp:spPr>
        <a:xfrm rot="5400000">
          <a:off x="2336532"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3247608"/>
        <a:ext cx="702919" cy="80795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B0E74-609B-4A46-A9A5-373264BBEA7A}">
      <dsp:nvSpPr>
        <dsp:cNvPr id="0" name=""/>
        <dsp:cNvSpPr/>
      </dsp:nvSpPr>
      <dsp:spPr>
        <a:xfrm>
          <a:off x="0" y="735625"/>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Relációs adatbázis</a:t>
          </a:r>
          <a:endParaRPr lang="en-GB" sz="3100" kern="1200"/>
        </a:p>
      </dsp:txBody>
      <dsp:txXfrm>
        <a:off x="36296" y="771921"/>
        <a:ext cx="6482755" cy="670943"/>
      </dsp:txXfrm>
    </dsp:sp>
    <dsp:sp modelId="{86D52A9A-C251-4190-A7F4-940F2839C0F2}">
      <dsp:nvSpPr>
        <dsp:cNvPr id="0" name=""/>
        <dsp:cNvSpPr/>
      </dsp:nvSpPr>
      <dsp:spPr>
        <a:xfrm>
          <a:off x="0" y="156844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Táblák külön funkciókhoz</a:t>
          </a:r>
          <a:endParaRPr lang="en-GB" sz="3100" kern="1200"/>
        </a:p>
      </dsp:txBody>
      <dsp:txXfrm>
        <a:off x="36296" y="1604736"/>
        <a:ext cx="6482755" cy="670943"/>
      </dsp:txXfrm>
    </dsp:sp>
    <dsp:sp modelId="{4B571DE5-C777-4EAF-8EC3-ECE2BF452FC2}">
      <dsp:nvSpPr>
        <dsp:cNvPr id="0" name=""/>
        <dsp:cNvSpPr/>
      </dsp:nvSpPr>
      <dsp:spPr>
        <a:xfrm>
          <a:off x="0" y="240125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Primary key és foreign key kapcsolatok</a:t>
          </a:r>
          <a:endParaRPr lang="en-GB" sz="3100" kern="1200"/>
        </a:p>
      </dsp:txBody>
      <dsp:txXfrm>
        <a:off x="36296" y="2437552"/>
        <a:ext cx="6482755" cy="670943"/>
      </dsp:txXfrm>
    </dsp:sp>
    <dsp:sp modelId="{3B4503D2-4FB9-4E90-B814-CAB2AE38C33D}">
      <dsp:nvSpPr>
        <dsp:cNvPr id="0" name=""/>
        <dsp:cNvSpPr/>
      </dsp:nvSpPr>
      <dsp:spPr>
        <a:xfrm>
          <a:off x="0" y="323407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Kaszkád törlés több kapcsolatnál</a:t>
          </a:r>
          <a:endParaRPr lang="en-GB" sz="3100" kern="1200"/>
        </a:p>
      </dsp:txBody>
      <dsp:txXfrm>
        <a:off x="36296" y="3270366"/>
        <a:ext cx="6482755" cy="670943"/>
      </dsp:txXfrm>
    </dsp:sp>
    <dsp:sp modelId="{8C31103E-BF31-42A4-BE3A-9069E19476F7}">
      <dsp:nvSpPr>
        <dsp:cNvPr id="0" name=""/>
        <dsp:cNvSpPr/>
      </dsp:nvSpPr>
      <dsp:spPr>
        <a:xfrm>
          <a:off x="0" y="406688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Állapotkezelés a maketteknél</a:t>
          </a:r>
          <a:endParaRPr lang="en-GB" sz="3100" kern="1200"/>
        </a:p>
      </dsp:txBody>
      <dsp:txXfrm>
        <a:off x="36296" y="4103182"/>
        <a:ext cx="6482755" cy="670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2026. 05. 31.</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0" dirty="0"/>
              <a:t>Jónapot, a nevem Patrik, és szeretném bemutatni a projektünket a csapattársaimmal, Hohn Mártonnal és Szabados Bendegúz Henrikkel együtt. A projektünk neve </a:t>
            </a:r>
            <a:r>
              <a:rPr lang="hu-HU" noProof="0" dirty="0" err="1"/>
              <a:t>MakettMester</a:t>
            </a:r>
            <a:r>
              <a:rPr lang="hu-HU" noProof="0" dirty="0"/>
              <a:t>, és egy közösségi platformot hoztunk létre a </a:t>
            </a:r>
            <a:r>
              <a:rPr lang="hu-HU" noProof="0" dirty="0" err="1"/>
              <a:t>makettezés</a:t>
            </a:r>
            <a:r>
              <a:rPr lang="hu-HU" noProof="0" dirty="0"/>
              <a:t> iránt érdeklődők számára. Az alkalmazás segítségével a felhasználók böngészhetnek a makettek között, értékeléseket írhatnak, kedvencek közé menthetnek modelleket, használhatják a fórumot, valamint követhetik saját építési naplóikat. Ebben a prezentációban bemutatjuk a rendszerünk frontendjét, backendjét és adatbázisát.</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problem was that there was no single, comprehensive platform for scale modeling enthusiasts. Existing websites were mostly limited to listing models and lacked community features. Our solution was to create a platform where users can browse models, write reviews, participate in forum discussions, and maintain build logs. In addition, we developed an admin system and role-based access control.</a:t>
            </a:r>
            <a:endParaRPr lang="hu-HU" noProof="0" dirty="0"/>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56BE1-8AA2-2A31-6C02-D770EE905EC8}"/>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E2A5155-F986-8AF0-503B-4FA380F51A99}"/>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AACB6B0B-D0CF-77A1-E590-55D5CBA1A48D}"/>
              </a:ext>
            </a:extLst>
          </p:cNvPr>
          <p:cNvSpPr>
            <a:spLocks noGrp="1"/>
          </p:cNvSpPr>
          <p:nvPr>
            <p:ph type="body" idx="1"/>
          </p:nvPr>
        </p:nvSpPr>
        <p:spPr/>
        <p:txBody>
          <a:bodyPr/>
          <a:lstStyle/>
          <a:p>
            <a:r>
              <a:rPr lang="en-US" dirty="0"/>
              <a:t>The aim of the project was to develop a unified platform for scale modeling enthusiasts. Users can browse models, leave reviews, participate in forum discussions, and submit their own models. We also focused on implementing role-based access control and creating a modern, responsive user interface.</a:t>
            </a:r>
          </a:p>
        </p:txBody>
      </p:sp>
      <p:sp>
        <p:nvSpPr>
          <p:cNvPr id="4" name="Dia számának helye 3">
            <a:extLst>
              <a:ext uri="{FF2B5EF4-FFF2-40B4-BE49-F238E27FC236}">
                <a16:creationId xmlns:a16="http://schemas.microsoft.com/office/drawing/2014/main" id="{7CD32F89-CBC4-39D7-7013-474C6C82DA0E}"/>
              </a:ext>
            </a:extLst>
          </p:cNvPr>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4621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 fejlesztése során több eszközt is használtunk. A kommunikációhoz és a csapatmunkához a Microsoft </a:t>
            </a:r>
            <a:r>
              <a:rPr lang="hu-HU" dirty="0" err="1"/>
              <a:t>Teams</a:t>
            </a:r>
            <a:r>
              <a:rPr lang="hu-HU" dirty="0"/>
              <a:t> és a </a:t>
            </a:r>
            <a:r>
              <a:rPr lang="hu-HU" dirty="0" err="1"/>
              <a:t>Discord</a:t>
            </a:r>
            <a:r>
              <a:rPr lang="hu-HU" dirty="0"/>
              <a:t> szolgált. A verziókezelést és az együttműködést GitHub segítségével kezeltük. A fejlesztést Visual </a:t>
            </a:r>
            <a:r>
              <a:rPr lang="hu-HU" dirty="0" err="1"/>
              <a:t>Studio</a:t>
            </a:r>
            <a:r>
              <a:rPr lang="hu-HU" dirty="0"/>
              <a:t> </a:t>
            </a:r>
            <a:r>
              <a:rPr lang="hu-HU" dirty="0" err="1"/>
              <a:t>Code</a:t>
            </a:r>
            <a:r>
              <a:rPr lang="hu-HU" dirty="0"/>
              <a:t>-ban végeztük, amely rugalmas és hatékony programozási környezetet biztosított. A dokumentációhoz és a prezentáció elkészítéséhez pedig a PowerPointot és a Wordöt használtuk. Ezek az eszközök együtt segítették a hatékony csapatmunkát és a projekt szervezett megvalósítását.</a:t>
            </a:r>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2513311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GB" dirty="0"/>
              <a:t>First, I would like to present one of the most important pages of our website, the Models page. Here, all uploaded models are displayed in a clear and organized way. Users can use various filters and search options to make browsing faster and more convenient. For example, they can filter models by type, rating, or other categories, and they can also search directly for a specific model. This helps users quickly find the models they are interested in.</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19978776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Another important aspect of our project was the reuse of components. For example, the </a:t>
            </a:r>
            <a:r>
              <a:rPr lang="en-GB" dirty="0" err="1"/>
              <a:t>MakettCard</a:t>
            </a:r>
            <a:r>
              <a:rPr lang="en-GB" dirty="0"/>
              <a:t> component is used on multiple pages with the same design, while displaying different data. The same approach was applied to the modal windows, which share a common structure and functionality throughout the application. This made the code more consistent, easier to maintain, and reduced the amount of duplicated code.</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23922690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3676879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fórum, makettek, stb.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9BA40-E27E-AEDA-36AB-7B7D928E798C}"/>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294514C4-1B16-A945-516E-1D41117B9D6B}"/>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184F1F94-A2BE-274F-C4EA-600DF813DBA2}"/>
              </a:ext>
            </a:extLst>
          </p:cNvPr>
          <p:cNvSpPr>
            <a:spLocks noGrp="1"/>
          </p:cNvSpPr>
          <p:nvPr>
            <p:ph type="body" idx="1"/>
          </p:nvPr>
        </p:nvSpPr>
        <p:spPr/>
        <p:txBody>
          <a:bodyPr/>
          <a:lstStyle/>
          <a:p>
            <a:r>
              <a:rPr lang="hu-HU" dirty="0"/>
              <a:t>Ez a végpont a bejelentkezett felhasználó saját makettjeit kéri le az adatbázisból.</a:t>
            </a:r>
          </a:p>
          <a:p>
            <a:r>
              <a:rPr lang="hu-HU" sz="1200" kern="1200" dirty="0" err="1">
                <a:solidFill>
                  <a:schemeClr val="tx1"/>
                </a:solidFill>
                <a:latin typeface="+mn-lt"/>
                <a:ea typeface="+mn-ea"/>
                <a:cs typeface="+mn-cs"/>
              </a:rPr>
              <a:t>authMiddleware</a:t>
            </a:r>
            <a:r>
              <a:rPr lang="hu-HU" dirty="0"/>
              <a:t> ellenőrzi a bejelentkezést. </a:t>
            </a:r>
          </a:p>
          <a:p>
            <a:r>
              <a:rPr lang="hu-HU" dirty="0"/>
              <a:t>A </a:t>
            </a:r>
            <a:r>
              <a:rPr lang="hu-HU" sz="1200" kern="1200" dirty="0">
                <a:solidFill>
                  <a:schemeClr val="tx1"/>
                </a:solidFill>
                <a:latin typeface="+mn-lt"/>
                <a:ea typeface="+mn-ea"/>
                <a:cs typeface="+mn-cs"/>
              </a:rPr>
              <a:t>SELECT</a:t>
            </a:r>
            <a:r>
              <a:rPr lang="hu-HU" dirty="0"/>
              <a:t> lekérdezi a felhasználó által beküldött maketteket. </a:t>
            </a:r>
          </a:p>
          <a:p>
            <a:r>
              <a:rPr lang="hu-HU" dirty="0"/>
              <a:t>A </a:t>
            </a:r>
            <a:r>
              <a:rPr lang="hu-HU" sz="1200" kern="1200" dirty="0">
                <a:solidFill>
                  <a:schemeClr val="tx1"/>
                </a:solidFill>
                <a:latin typeface="+mn-lt"/>
                <a:ea typeface="+mn-ea"/>
                <a:cs typeface="+mn-cs"/>
              </a:rPr>
              <a:t>WHERE </a:t>
            </a:r>
            <a:r>
              <a:rPr lang="hu-HU" sz="1200" kern="1200" dirty="0" err="1">
                <a:solidFill>
                  <a:schemeClr val="tx1"/>
                </a:solidFill>
                <a:latin typeface="+mn-lt"/>
                <a:ea typeface="+mn-ea"/>
                <a:cs typeface="+mn-cs"/>
              </a:rPr>
              <a:t>bekuldo_felhasznalo_id</a:t>
            </a:r>
            <a:r>
              <a:rPr lang="hu-HU" sz="1200" kern="1200" dirty="0">
                <a:solidFill>
                  <a:schemeClr val="tx1"/>
                </a:solidFill>
                <a:latin typeface="+mn-lt"/>
                <a:ea typeface="+mn-ea"/>
                <a:cs typeface="+mn-cs"/>
              </a:rPr>
              <a:t> = ?</a:t>
            </a:r>
            <a:r>
              <a:rPr lang="hu-HU" dirty="0"/>
              <a:t> miatt csak a saját makettjeit kapja vissza. </a:t>
            </a:r>
          </a:p>
          <a:p>
            <a:r>
              <a:rPr lang="hu-HU" dirty="0"/>
              <a:t>A </a:t>
            </a:r>
            <a:r>
              <a:rPr lang="hu-HU" sz="1200" kern="1200" dirty="0">
                <a:solidFill>
                  <a:schemeClr val="tx1"/>
                </a:solidFill>
                <a:latin typeface="+mn-lt"/>
                <a:ea typeface="+mn-ea"/>
                <a:cs typeface="+mn-cs"/>
              </a:rPr>
              <a:t>ORDER BY </a:t>
            </a:r>
            <a:r>
              <a:rPr lang="hu-HU" sz="1200" kern="1200" dirty="0" err="1">
                <a:solidFill>
                  <a:schemeClr val="tx1"/>
                </a:solidFill>
                <a:latin typeface="+mn-lt"/>
                <a:ea typeface="+mn-ea"/>
                <a:cs typeface="+mn-cs"/>
              </a:rPr>
              <a:t>bekuldve</a:t>
            </a:r>
            <a:r>
              <a:rPr lang="hu-HU" sz="1200" kern="1200" dirty="0">
                <a:solidFill>
                  <a:schemeClr val="tx1"/>
                </a:solidFill>
                <a:latin typeface="+mn-lt"/>
                <a:ea typeface="+mn-ea"/>
                <a:cs typeface="+mn-cs"/>
              </a:rPr>
              <a:t> DESC</a:t>
            </a:r>
            <a:r>
              <a:rPr lang="hu-HU" dirty="0"/>
              <a:t> a legújabbakat teszi előre. </a:t>
            </a:r>
          </a:p>
          <a:p>
            <a:r>
              <a:rPr lang="hu-HU" dirty="0"/>
              <a:t>Siker esetén JSON-ban visszaküldi az adatokat. </a:t>
            </a:r>
          </a:p>
          <a:p>
            <a:r>
              <a:rPr lang="hu-HU" dirty="0"/>
              <a:t>Hiba esetén 500-as hibát és hibaüzenetet küld.</a:t>
            </a:r>
          </a:p>
        </p:txBody>
      </p:sp>
      <p:sp>
        <p:nvSpPr>
          <p:cNvPr id="4" name="Dia számának helye 3">
            <a:extLst>
              <a:ext uri="{FF2B5EF4-FFF2-40B4-BE49-F238E27FC236}">
                <a16:creationId xmlns:a16="http://schemas.microsoft.com/office/drawing/2014/main" id="{16FFEA85-DA03-54EF-1C27-E23B3E41CD8E}"/>
              </a:ext>
            </a:extLst>
          </p:cNvPr>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16153867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29CE4-2DB8-C5CB-B290-C96AF9BEFE52}"/>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CC319BF7-91C4-06FE-D7B1-BFC799C957DC}"/>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924FAE5C-3ECE-7803-E866-F0BA16C5C692}"/>
              </a:ext>
            </a:extLst>
          </p:cNvPr>
          <p:cNvSpPr>
            <a:spLocks noGrp="1"/>
          </p:cNvSpPr>
          <p:nvPr>
            <p:ph type="body" idx="1"/>
          </p:nvPr>
        </p:nvSpPr>
        <p:spPr/>
        <p:txBody>
          <a:bodyPr/>
          <a:lstStyle/>
          <a:p>
            <a:endParaRPr lang="hu-HU" dirty="0"/>
          </a:p>
        </p:txBody>
      </p:sp>
      <p:sp>
        <p:nvSpPr>
          <p:cNvPr id="4" name="Dia számának helye 3">
            <a:extLst>
              <a:ext uri="{FF2B5EF4-FFF2-40B4-BE49-F238E27FC236}">
                <a16:creationId xmlns:a16="http://schemas.microsoft.com/office/drawing/2014/main" id="{7B965753-0B96-8F33-0D72-C59503793853}"/>
              </a:ext>
            </a:extLst>
          </p:cNvPr>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426076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Fontosabb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-felhasználók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-makettek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-vélemények</a:t>
            </a:r>
            <a:br>
              <a:rPr lang="hu-HU" dirty="0"/>
            </a:br>
            <a:endParaRPr lang="hu-HU" dirty="0"/>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Más fontoságu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-kedvencek </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-fórum és hozzászólás táblák</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-ai</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-építési napló</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-építési tippek naplója és annak blokkjai.</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-külön üzenetek tábla a kapcsolatfelvételhez,</a:t>
            </a:r>
          </a:p>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-aktivitásnapló</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F0255-68E0-AA93-0C86-6D216608E8A9}"/>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F6825DA-E512-99D7-963F-2472224E3E2D}"/>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8EBC9D3-CD4E-6AB1-2C3C-E6B8BA64159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Táblák kötettése, miértjei.</a:t>
            </a:r>
          </a:p>
          <a:p>
            <a:endParaRPr lang="hu-HU" dirty="0"/>
          </a:p>
        </p:txBody>
      </p:sp>
      <p:sp>
        <p:nvSpPr>
          <p:cNvPr id="4" name="Dia számának helye 3">
            <a:extLst>
              <a:ext uri="{FF2B5EF4-FFF2-40B4-BE49-F238E27FC236}">
                <a16:creationId xmlns:a16="http://schemas.microsoft.com/office/drawing/2014/main" id="{F89104F3-F3D8-95A9-44FA-41035BD6A70F}"/>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B2AB52-DE3E-44E0-AFFD-20264D143888}" type="slidenum">
              <a:rPr kumimoji="0" lang="hu-HU"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hu-HU"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475839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20</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2026. 05. 31.</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8.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image" Target="../media/image6.png"/><Relationship Id="rId5" Type="http://schemas.openxmlformats.org/officeDocument/2006/relationships/diagramQuickStyle" Target="../diagrams/quickStyle1.xml"/><Relationship Id="rId15" Type="http://schemas.openxmlformats.org/officeDocument/2006/relationships/image" Target="../media/image10.jpeg"/><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3.png"/><Relationship Id="rId1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1.jpeg"/><Relationship Id="rId7" Type="http://schemas.openxmlformats.org/officeDocument/2006/relationships/diagramColors" Target="../diagrams/colors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3.png"/><Relationship Id="rId4" Type="http://schemas.openxmlformats.org/officeDocument/2006/relationships/diagramData" Target="../diagrams/data4.xml"/><Relationship Id="rId9"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diagramColors" Target="../diagrams/colors6.xml"/><Relationship Id="rId3" Type="http://schemas.openxmlformats.org/officeDocument/2006/relationships/diagramData" Target="../diagrams/data5.xml"/><Relationship Id="rId7" Type="http://schemas.microsoft.com/office/2007/relationships/diagramDrawing" Target="../diagrams/drawing5.xml"/><Relationship Id="rId12" Type="http://schemas.openxmlformats.org/officeDocument/2006/relationships/diagramQuickStyle" Target="../diagrams/quickStyle6.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xml"/><Relationship Id="rId11" Type="http://schemas.openxmlformats.org/officeDocument/2006/relationships/diagramLayout" Target="../diagrams/layout6.xml"/><Relationship Id="rId5" Type="http://schemas.openxmlformats.org/officeDocument/2006/relationships/diagramQuickStyle" Target="../diagrams/quickStyle5.xml"/><Relationship Id="rId10" Type="http://schemas.openxmlformats.org/officeDocument/2006/relationships/diagramData" Target="../diagrams/data6.xml"/><Relationship Id="rId4" Type="http://schemas.openxmlformats.org/officeDocument/2006/relationships/diagramLayout" Target="../diagrams/layout5.xml"/><Relationship Id="rId9" Type="http://schemas.openxmlformats.org/officeDocument/2006/relationships/image" Target="../media/image1.png"/><Relationship Id="rId14" Type="http://schemas.microsoft.com/office/2007/relationships/diagramDrawing" Target="../diagrams/drawing6.xml"/></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8.jpeg"/><Relationship Id="rId7" Type="http://schemas.openxmlformats.org/officeDocument/2006/relationships/diagramColors" Target="../diagrams/colors9.xm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1.png"/><Relationship Id="rId4" Type="http://schemas.openxmlformats.org/officeDocument/2006/relationships/diagramData" Target="../diagrams/data9.xml"/><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281197" y="3089882"/>
            <a:ext cx="4023360" cy="1189854"/>
          </a:xfrm>
        </p:spPr>
        <p:txBody>
          <a:bodyPr anchor="b">
            <a:normAutofit/>
          </a:bodyPr>
          <a:lstStyle/>
          <a:p>
            <a:pPr algn="l"/>
            <a:r>
              <a:rPr lang="hu-HU" sz="4800" dirty="0" err="1">
                <a:solidFill>
                  <a:schemeClr val="bg1"/>
                </a:solidFill>
              </a:rPr>
              <a:t>MakettMester</a:t>
            </a:r>
            <a:endParaRPr lang="hu-HU" sz="4800" dirty="0">
              <a:solidFill>
                <a:schemeClr val="bg1"/>
              </a:solidFill>
            </a:endParaRP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281197" y="4868822"/>
            <a:ext cx="4220144" cy="1208141"/>
          </a:xfrm>
        </p:spPr>
        <p:txBody>
          <a:bodyPr>
            <a:normAutofit/>
          </a:bodyPr>
          <a:lstStyle/>
          <a:p>
            <a:pPr algn="l"/>
            <a:r>
              <a:rPr lang="hu-HU" sz="2000" dirty="0" err="1">
                <a:solidFill>
                  <a:schemeClr val="bg1"/>
                </a:solidFill>
              </a:rPr>
              <a:t>Készitette</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649F1D5B-2164-C02E-20A8-9C2709D5C675}"/>
              </a:ext>
            </a:extLst>
          </p:cNvPr>
          <p:cNvPicPr>
            <a:picLocks noChangeAspect="1"/>
          </p:cNvPicPr>
          <p:nvPr/>
        </p:nvPicPr>
        <p:blipFill>
          <a:blip r:embed="rId3"/>
          <a:stretch>
            <a:fillRect/>
          </a:stretch>
        </p:blipFill>
        <p:spPr>
          <a:xfrm>
            <a:off x="4037824" y="1534903"/>
            <a:ext cx="5650940" cy="3390564"/>
          </a:xfrm>
          <a:prstGeom prst="rect">
            <a:avLst/>
          </a:prstGeom>
        </p:spPr>
      </p:pic>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b="1"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09789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60695" y="548295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50937" y="195414"/>
            <a:ext cx="6144917" cy="1200329"/>
          </a:xfrm>
          <a:prstGeom prst="rect">
            <a:avLst/>
          </a:prstGeom>
          <a:noFill/>
        </p:spPr>
        <p:txBody>
          <a:bodyPr wrap="square">
            <a:spAutoFit/>
          </a:bodyPr>
          <a:lstStyle/>
          <a:p>
            <a:r>
              <a:rPr lang="en-US" b="1" dirty="0"/>
              <a:t>Problem:</a:t>
            </a:r>
            <a:endParaRPr lang="en-US" dirty="0"/>
          </a:p>
          <a:p>
            <a:pPr marL="285750" indent="-285750">
              <a:buFont typeface="Arial" panose="020B0604020202020204" pitchFamily="34" charset="0"/>
              <a:buChar char="•"/>
            </a:pPr>
            <a:r>
              <a:rPr lang="en-US" dirty="0"/>
              <a:t>There is no unified platform for scale modeling enthusiasts. </a:t>
            </a:r>
          </a:p>
          <a:p>
            <a:pPr marL="285750" indent="-285750">
              <a:buFont typeface="Arial" panose="020B0604020202020204" pitchFamily="34" charset="0"/>
              <a:buChar char="•"/>
            </a:pPr>
            <a:r>
              <a:rPr lang="en-US" dirty="0"/>
              <a:t>Existing websites offer limited community features. </a:t>
            </a:r>
          </a:p>
          <a:p>
            <a:pPr marL="285750" indent="-285750">
              <a:buFont typeface="Arial" panose="020B0604020202020204" pitchFamily="34" charset="0"/>
              <a:buChar char="•"/>
            </a:pPr>
            <a:r>
              <a:rPr lang="en-US" dirty="0"/>
              <a:t>It is 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50937" y="4868341"/>
            <a:ext cx="6109748" cy="1477328"/>
          </a:xfrm>
          <a:prstGeom prst="rect">
            <a:avLst/>
          </a:prstGeom>
          <a:noFill/>
        </p:spPr>
        <p:txBody>
          <a:bodyPr wrap="square">
            <a:spAutoFit/>
          </a:bodyPr>
          <a:lstStyle/>
          <a:p>
            <a:r>
              <a:rPr lang="en-US" b="1" dirty="0"/>
              <a:t>Solution:</a:t>
            </a:r>
            <a:endParaRPr lang="en-US" dirty="0"/>
          </a:p>
          <a:p>
            <a:pPr marL="285750" indent="-285750">
              <a:buFont typeface="Arial" panose="020B0604020202020204" pitchFamily="34" charset="0"/>
              <a:buChar char="•"/>
            </a:pPr>
            <a:r>
              <a:rPr lang="en-US" dirty="0"/>
              <a:t>Create a centralized platform for scale modeling enthusiasts. </a:t>
            </a:r>
          </a:p>
          <a:p>
            <a:pPr marL="285750" indent="-285750">
              <a:buFont typeface="Arial" panose="020B0604020202020204" pitchFamily="34" charset="0"/>
              <a:buChar char="•"/>
            </a:pPr>
            <a:r>
              <a:rPr lang="en-US" dirty="0"/>
              <a:t>Enable model browsing, reviews, and forum discussions. </a:t>
            </a:r>
          </a:p>
          <a:p>
            <a:pPr marL="285750" indent="-285750">
              <a:buFont typeface="Arial" panose="020B0604020202020204" pitchFamily="34" charset="0"/>
              <a:buChar char="•"/>
            </a:pPr>
            <a:r>
              <a:rPr lang="en-US" dirty="0"/>
              <a:t>Provide build logs and model submission features. </a:t>
            </a:r>
          </a:p>
          <a:p>
            <a:pPr marL="285750" indent="-285750">
              <a:buFont typeface="Arial" panose="020B0604020202020204" pitchFamily="34" charset="0"/>
              <a:buChar char="•"/>
            </a:pPr>
            <a:r>
              <a:rPr lang="en-US" dirty="0"/>
              <a:t>Ensure role-based access control and a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C347B8-0C11-B5CF-F669-4870A3A4DF9F}"/>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31105B87-6589-6E16-6B54-8387C2463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AF2A5BD-5DAF-9DEE-E365-2AEC9116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5A636532-C9EB-E0A5-9F76-D3FC48C060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C0480506-081D-6039-2249-CDFF4A216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BFB1C8-E3C1-9756-F639-F5D000BDF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653618C-E344-84E3-FC4D-7326258B8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C5C6987C-2773-7931-45C3-7153D148FB51}"/>
              </a:ext>
            </a:extLst>
          </p:cNvPr>
          <p:cNvSpPr>
            <a:spLocks noGrp="1"/>
          </p:cNvSpPr>
          <p:nvPr>
            <p:ph type="title"/>
          </p:nvPr>
        </p:nvSpPr>
        <p:spPr>
          <a:xfrm>
            <a:off x="209158" y="360506"/>
            <a:ext cx="3081628" cy="779867"/>
          </a:xfrm>
        </p:spPr>
        <p:txBody>
          <a:bodyPr anchor="b">
            <a:normAutofit/>
          </a:bodyPr>
          <a:lstStyle/>
          <a:p>
            <a:pPr algn="r"/>
            <a:r>
              <a:rPr lang="hu-HU" sz="4000" dirty="0">
                <a:solidFill>
                  <a:schemeClr val="bg1"/>
                </a:solidFill>
              </a:rPr>
              <a:t>Project </a:t>
            </a:r>
            <a:r>
              <a:rPr lang="hu-HU" sz="4000" dirty="0" err="1">
                <a:solidFill>
                  <a:schemeClr val="bg1"/>
                </a:solidFill>
              </a:rPr>
              <a:t>Goal</a:t>
            </a:r>
            <a:endParaRPr lang="hu-HU" sz="4000" dirty="0">
              <a:solidFill>
                <a:schemeClr val="bg1"/>
              </a:solidFill>
            </a:endParaRPr>
          </a:p>
        </p:txBody>
      </p:sp>
      <p:pic>
        <p:nvPicPr>
          <p:cNvPr id="7" name="Kép 6">
            <a:extLst>
              <a:ext uri="{FF2B5EF4-FFF2-40B4-BE49-F238E27FC236}">
                <a16:creationId xmlns:a16="http://schemas.microsoft.com/office/drawing/2014/main" id="{2635837D-12ED-ADC1-AC8E-D5A9A7F7B9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32573"/>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CEFBAB51-AC6E-89CA-BE73-777F481DCE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2108"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C8433ABF-516C-7C05-5C22-B91609475711}"/>
              </a:ext>
            </a:extLst>
          </p:cNvPr>
          <p:cNvSpPr txBox="1"/>
          <p:nvPr/>
        </p:nvSpPr>
        <p:spPr>
          <a:xfrm>
            <a:off x="9133490" y="1403946"/>
            <a:ext cx="184731" cy="369332"/>
          </a:xfrm>
          <a:prstGeom prst="rect">
            <a:avLst/>
          </a:prstGeom>
          <a:noFill/>
        </p:spPr>
        <p:txBody>
          <a:bodyPr wrap="none" rtlCol="0">
            <a:spAutoFit/>
          </a:bodyPr>
          <a:lstStyle/>
          <a:p>
            <a:endParaRPr lang="hu-HU" dirty="0"/>
          </a:p>
        </p:txBody>
      </p:sp>
      <p:sp>
        <p:nvSpPr>
          <p:cNvPr id="10" name="Szövegdoboz 9">
            <a:extLst>
              <a:ext uri="{FF2B5EF4-FFF2-40B4-BE49-F238E27FC236}">
                <a16:creationId xmlns:a16="http://schemas.microsoft.com/office/drawing/2014/main" id="{07B089F0-F69F-779F-0DAB-302ACC20A8AE}"/>
              </a:ext>
            </a:extLst>
          </p:cNvPr>
          <p:cNvSpPr txBox="1"/>
          <p:nvPr/>
        </p:nvSpPr>
        <p:spPr>
          <a:xfrm>
            <a:off x="124603" y="2960881"/>
            <a:ext cx="3913226" cy="1384995"/>
          </a:xfrm>
          <a:prstGeom prst="rect">
            <a:avLst/>
          </a:prstGeom>
          <a:noFill/>
        </p:spPr>
        <p:txBody>
          <a:bodyPr wrap="square" rtlCol="0">
            <a:spAutoFit/>
          </a:bodyPr>
          <a:lstStyle/>
          <a:p>
            <a:r>
              <a:rPr lang="en-US" sz="2400" b="1" dirty="0">
                <a:solidFill>
                  <a:schemeClr val="bg1"/>
                </a:solidFill>
              </a:rPr>
              <a:t>Creating a Unified Scale Modeling Platform</a:t>
            </a:r>
          </a:p>
          <a:p>
            <a:br>
              <a:rPr lang="en-GB" dirty="0">
                <a:solidFill>
                  <a:schemeClr val="bg1"/>
                </a:solidFill>
              </a:rPr>
            </a:br>
            <a:endParaRPr lang="hu-HU" dirty="0">
              <a:solidFill>
                <a:schemeClr val="bg1"/>
              </a:solidFill>
            </a:endParaRPr>
          </a:p>
        </p:txBody>
      </p:sp>
      <p:sp>
        <p:nvSpPr>
          <p:cNvPr id="11" name="Szövegdoboz 10">
            <a:extLst>
              <a:ext uri="{FF2B5EF4-FFF2-40B4-BE49-F238E27FC236}">
                <a16:creationId xmlns:a16="http://schemas.microsoft.com/office/drawing/2014/main" id="{465BEC07-7844-DEE6-3C7B-2912A182E498}"/>
              </a:ext>
            </a:extLst>
          </p:cNvPr>
          <p:cNvSpPr txBox="1"/>
          <p:nvPr/>
        </p:nvSpPr>
        <p:spPr>
          <a:xfrm>
            <a:off x="8557869" y="708258"/>
            <a:ext cx="3348478" cy="4524315"/>
          </a:xfrm>
          <a:prstGeom prst="rect">
            <a:avLst/>
          </a:prstGeom>
          <a:noFill/>
        </p:spPr>
        <p:txBody>
          <a:bodyPr wrap="square" rtlCol="0">
            <a:spAutoFit/>
          </a:bodyPr>
          <a:lstStyle/>
          <a:p>
            <a:r>
              <a:rPr lang="en-US" b="1" u="sng" dirty="0"/>
              <a:t>Platform</a:t>
            </a:r>
            <a:endParaRPr lang="en-US" u="sng" dirty="0"/>
          </a:p>
          <a:p>
            <a:r>
              <a:rPr lang="en-US" dirty="0"/>
              <a:t>Browse models </a:t>
            </a:r>
          </a:p>
          <a:p>
            <a:r>
              <a:rPr lang="en-US" dirty="0"/>
              <a:t>Upload your own models </a:t>
            </a:r>
            <a:endParaRPr lang="hu-HU" dirty="0"/>
          </a:p>
          <a:p>
            <a:endParaRPr lang="en-US" dirty="0"/>
          </a:p>
          <a:p>
            <a:r>
              <a:rPr lang="en-US" b="1" u="sng" dirty="0"/>
              <a:t>Community</a:t>
            </a:r>
            <a:endParaRPr lang="en-US" u="sng" dirty="0"/>
          </a:p>
          <a:p>
            <a:r>
              <a:rPr lang="en-US" dirty="0"/>
              <a:t>Forum and comments </a:t>
            </a:r>
          </a:p>
          <a:p>
            <a:r>
              <a:rPr lang="en-US" dirty="0"/>
              <a:t>Ratings and favorites </a:t>
            </a:r>
            <a:endParaRPr lang="hu-HU" dirty="0"/>
          </a:p>
          <a:p>
            <a:endParaRPr lang="en-US" dirty="0"/>
          </a:p>
          <a:p>
            <a:r>
              <a:rPr lang="en-US" b="1" u="sng" dirty="0"/>
              <a:t>Features</a:t>
            </a:r>
            <a:endParaRPr lang="en-US" u="sng" dirty="0"/>
          </a:p>
          <a:p>
            <a:r>
              <a:rPr lang="en-US" dirty="0"/>
              <a:t>Build log management </a:t>
            </a:r>
          </a:p>
          <a:p>
            <a:r>
              <a:rPr lang="en-US" dirty="0"/>
              <a:t>Role-based access control </a:t>
            </a:r>
            <a:endParaRPr lang="hu-HU" dirty="0"/>
          </a:p>
          <a:p>
            <a:endParaRPr lang="en-US" dirty="0"/>
          </a:p>
          <a:p>
            <a:r>
              <a:rPr lang="en-US" b="1" u="sng" dirty="0"/>
              <a:t>Design</a:t>
            </a:r>
            <a:endParaRPr lang="en-US" u="sng" dirty="0"/>
          </a:p>
          <a:p>
            <a:r>
              <a:rPr lang="en-US" dirty="0"/>
              <a:t>Modern appearance </a:t>
            </a:r>
          </a:p>
          <a:p>
            <a:r>
              <a:rPr lang="en-US" dirty="0"/>
              <a:t>Responsive interface for mobile devices as well</a:t>
            </a:r>
          </a:p>
        </p:txBody>
      </p:sp>
      <p:pic>
        <p:nvPicPr>
          <p:cNvPr id="2054" name="Picture 6">
            <a:extLst>
              <a:ext uri="{FF2B5EF4-FFF2-40B4-BE49-F238E27FC236}">
                <a16:creationId xmlns:a16="http://schemas.microsoft.com/office/drawing/2014/main" id="{AD9D74E5-2850-BA12-900A-B26EDCCC43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9944" y="-1"/>
            <a:ext cx="4907858" cy="6868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5438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160211" y="1765927"/>
            <a:ext cx="3740762" cy="834300"/>
          </a:xfrm>
        </p:spPr>
        <p:txBody>
          <a:bodyPr anchor="b">
            <a:normAutofit fontScale="90000"/>
          </a:bodyPr>
          <a:lstStyle/>
          <a:p>
            <a:pPr algn="ctr"/>
            <a:r>
              <a:rPr lang="hu-HU" sz="4000" dirty="0">
                <a:solidFill>
                  <a:srgbClr val="FFFFFF"/>
                </a:solidFill>
              </a:rPr>
              <a:t>Használt alkalmazások</a:t>
            </a: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00329157"/>
              </p:ext>
            </p:extLst>
          </p:nvPr>
        </p:nvGraphicFramePr>
        <p:xfrm>
          <a:off x="4047533" y="529093"/>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10" y="505891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45492"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4" name="Kép 3">
            <a:extLst>
              <a:ext uri="{FF2B5EF4-FFF2-40B4-BE49-F238E27FC236}">
                <a16:creationId xmlns:a16="http://schemas.microsoft.com/office/drawing/2014/main" id="{0C4DEBAB-A33A-B282-B3FF-6561D690B40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65031" y="2883463"/>
            <a:ext cx="1080433" cy="1080433"/>
          </a:xfrm>
          <a:prstGeom prst="rect">
            <a:avLst/>
          </a:prstGeom>
        </p:spPr>
      </p:pic>
      <p:pic>
        <p:nvPicPr>
          <p:cNvPr id="10" name="Kép 9">
            <a:extLst>
              <a:ext uri="{FF2B5EF4-FFF2-40B4-BE49-F238E27FC236}">
                <a16:creationId xmlns:a16="http://schemas.microsoft.com/office/drawing/2014/main" id="{61DC89A3-8E36-377F-BA25-53ADC89A74D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885759" y="5227030"/>
            <a:ext cx="820410" cy="820410"/>
          </a:xfrm>
          <a:prstGeom prst="rect">
            <a:avLst/>
          </a:prstGeom>
        </p:spPr>
      </p:pic>
      <p:pic>
        <p:nvPicPr>
          <p:cNvPr id="12" name="Kép 11">
            <a:extLst>
              <a:ext uri="{FF2B5EF4-FFF2-40B4-BE49-F238E27FC236}">
                <a16:creationId xmlns:a16="http://schemas.microsoft.com/office/drawing/2014/main" id="{3F286CBD-3303-4FCF-7493-CD71D354496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224921" y="4176082"/>
            <a:ext cx="1277624" cy="718663"/>
          </a:xfrm>
          <a:prstGeom prst="rect">
            <a:avLst/>
          </a:prstGeom>
        </p:spPr>
      </p:pic>
      <p:pic>
        <p:nvPicPr>
          <p:cNvPr id="14" name="Kép 13">
            <a:extLst>
              <a:ext uri="{FF2B5EF4-FFF2-40B4-BE49-F238E27FC236}">
                <a16:creationId xmlns:a16="http://schemas.microsoft.com/office/drawing/2014/main" id="{CD3DE525-DC96-768B-713E-0BA4C0652BC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381975" y="1870829"/>
            <a:ext cx="963517" cy="963517"/>
          </a:xfrm>
          <a:prstGeom prst="rect">
            <a:avLst/>
          </a:prstGeom>
        </p:spPr>
      </p:pic>
      <p:pic>
        <p:nvPicPr>
          <p:cNvPr id="25" name="Kép 24">
            <a:extLst>
              <a:ext uri="{FF2B5EF4-FFF2-40B4-BE49-F238E27FC236}">
                <a16:creationId xmlns:a16="http://schemas.microsoft.com/office/drawing/2014/main" id="{B4A69E92-129E-744B-41D0-FF9FEFD93A33}"/>
              </a:ext>
            </a:extLst>
          </p:cNvPr>
          <p:cNvPicPr>
            <a:picLocks noChangeAspect="1"/>
          </p:cNvPicPr>
          <p:nvPr/>
        </p:nvPicPr>
        <p:blipFill>
          <a:blip r:embed="rId14"/>
          <a:stretch>
            <a:fillRect/>
          </a:stretch>
        </p:blipFill>
        <p:spPr>
          <a:xfrm>
            <a:off x="9381975" y="948689"/>
            <a:ext cx="846546" cy="671640"/>
          </a:xfrm>
          <a:prstGeom prst="rect">
            <a:avLst/>
          </a:prstGeom>
        </p:spPr>
      </p:pic>
      <p:pic>
        <p:nvPicPr>
          <p:cNvPr id="3" name="Kép 2" descr="Microsoft PowerPoint – Wikipédia">
            <a:extLst>
              <a:ext uri="{FF2B5EF4-FFF2-40B4-BE49-F238E27FC236}">
                <a16:creationId xmlns:a16="http://schemas.microsoft.com/office/drawing/2014/main" id="{3E8BA14E-9794-52C7-8619-0190F6D99028}"/>
              </a:ext>
            </a:extLst>
          </p:cNvPr>
          <p:cNvPicPr>
            <a:picLocks noChangeAspect="1"/>
          </p:cNvPicPr>
          <p:nvPr/>
        </p:nvPicPr>
        <p:blipFill>
          <a:blip r:embed="rId15"/>
          <a:stretch>
            <a:fillRect/>
          </a:stretch>
        </p:blipFill>
        <p:spPr>
          <a:xfrm>
            <a:off x="9052297" y="5247673"/>
            <a:ext cx="741426" cy="718663"/>
          </a:xfrm>
          <a:prstGeom prst="rect">
            <a:avLst/>
          </a:prstGeom>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BAEE82AC-5D8C-7DC9-0922-A056D09E537F}"/>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dirty="0">
                <a:solidFill>
                  <a:srgbClr val="FFFFFF"/>
                </a:solidFill>
                <a:latin typeface="+mj-lt"/>
                <a:ea typeface="+mj-ea"/>
                <a:cs typeface="+mj-cs"/>
              </a:rPr>
              <a:t>Frontend</a:t>
            </a:r>
          </a:p>
        </p:txBody>
      </p:sp>
      <p:sp>
        <p:nvSpPr>
          <p:cNvPr id="3" name="Tartalom helye 2">
            <a:extLst>
              <a:ext uri="{FF2B5EF4-FFF2-40B4-BE49-F238E27FC236}">
                <a16:creationId xmlns:a16="http://schemas.microsoft.com/office/drawing/2014/main" id="{62A25CAF-C4BE-9EF0-E87A-3248E4EF7886}"/>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a:solidFill>
                  <a:srgbClr val="FFFFFF"/>
                </a:solidFill>
                <a:latin typeface="+mn-lt"/>
                <a:ea typeface="+mn-ea"/>
                <a:cs typeface="+mn-cs"/>
              </a:rPr>
              <a:t>Bemutatja:Hohn Márton</a:t>
            </a:r>
          </a:p>
        </p:txBody>
      </p:sp>
    </p:spTree>
    <p:extLst>
      <p:ext uri="{BB962C8B-B14F-4D97-AF65-F5344CB8AC3E}">
        <p14:creationId xmlns:p14="http://schemas.microsoft.com/office/powerpoint/2010/main" val="409848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dirty="0">
                <a:solidFill>
                  <a:srgbClr val="FFFFFF"/>
                </a:solidFill>
              </a:rPr>
              <a:t>Frontend felépítése</a:t>
            </a:r>
          </a:p>
        </p:txBody>
      </p:sp>
      <p:graphicFrame>
        <p:nvGraphicFramePr>
          <p:cNvPr id="5" name="Tartalom helye 4">
            <a:extLst>
              <a:ext uri="{FF2B5EF4-FFF2-40B4-BE49-F238E27FC236}">
                <a16:creationId xmlns:a16="http://schemas.microsoft.com/office/drawing/2014/main" id="{F5BEC5D3-71DA-3A44-DA6E-48940EB99A4F}"/>
              </a:ext>
            </a:extLst>
          </p:cNvPr>
          <p:cNvGraphicFramePr>
            <a:graphicFrameLocks noGrp="1"/>
          </p:cNvGraphicFramePr>
          <p:nvPr>
            <p:ph idx="1"/>
            <p:extLst>
              <p:ext uri="{D42A27DB-BD31-4B8C-83A1-F6EECF244321}">
                <p14:modId xmlns:p14="http://schemas.microsoft.com/office/powerpoint/2010/main" val="2520784248"/>
              </p:ext>
            </p:extLst>
          </p:nvPr>
        </p:nvGraphicFramePr>
        <p:xfrm>
          <a:off x="5683753" y="265117"/>
          <a:ext cx="5247819" cy="557264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10344" y="5744162"/>
            <a:ext cx="1590801" cy="1044284"/>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138739"/>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461273" y="2270131"/>
            <a:ext cx="3115265" cy="1578131"/>
          </a:xfrm>
        </p:spPr>
        <p:txBody>
          <a:bodyPr anchor="b">
            <a:normAutofit/>
          </a:bodyPr>
          <a:lstStyle/>
          <a:p>
            <a:pPr algn="r"/>
            <a:r>
              <a:rPr lang="hu-HU" sz="4000" dirty="0">
                <a:solidFill>
                  <a:srgbClr val="FFFFFF"/>
                </a:solidFill>
              </a:rPr>
              <a:t>Profil, fórum, építési napló,</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348512192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13246"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 y="5232573"/>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4981905"/>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 name="Rectangle 84">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Tartalom helye 9">
            <a:extLst>
              <a:ext uri="{FF2B5EF4-FFF2-40B4-BE49-F238E27FC236}">
                <a16:creationId xmlns:a16="http://schemas.microsoft.com/office/drawing/2014/main" id="{03AFD9A8-C762-1E2D-7612-CFEBB175604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0671" r="3763" b="-1"/>
          <a:stretch>
            <a:fillRect/>
          </a:stretch>
        </p:blipFill>
        <p:spPr>
          <a:xfrm>
            <a:off x="1590006" y="341587"/>
            <a:ext cx="9375160" cy="5286632"/>
          </a:xfrm>
          <a:prstGeom prst="rect">
            <a:avLst/>
          </a:prstGeom>
        </p:spPr>
      </p:pic>
      <p:sp>
        <p:nvSpPr>
          <p:cNvPr id="7" name="AutoShape 6" descr="Kép">
            <a:extLst>
              <a:ext uri="{FF2B5EF4-FFF2-40B4-BE49-F238E27FC236}">
                <a16:creationId xmlns:a16="http://schemas.microsoft.com/office/drawing/2014/main" id="{81D4F5C9-2924-8966-01CF-9A51D1CCD099}"/>
              </a:ext>
            </a:extLst>
          </p:cNvPr>
          <p:cNvSpPr>
            <a:spLocks noChangeAspect="1" noChangeArrowheads="1"/>
          </p:cNvSpPr>
          <p:nvPr/>
        </p:nvSpPr>
        <p:spPr bwMode="auto">
          <a:xfrm>
            <a:off x="5943600" y="811924"/>
            <a:ext cx="2769476" cy="276947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pic>
        <p:nvPicPr>
          <p:cNvPr id="12" name="Kép 11">
            <a:extLst>
              <a:ext uri="{FF2B5EF4-FFF2-40B4-BE49-F238E27FC236}">
                <a16:creationId xmlns:a16="http://schemas.microsoft.com/office/drawing/2014/main" id="{07381791-7D67-F656-C63D-F7FBBED60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02" y="5265255"/>
            <a:ext cx="1592317" cy="1592317"/>
          </a:xfrm>
          <a:prstGeom prst="rect">
            <a:avLst/>
          </a:prstGeom>
        </p:spPr>
      </p:pic>
      <p:pic>
        <p:nvPicPr>
          <p:cNvPr id="14" name="Picture 2" descr="Budapesti Gazdasági Szakképzési Centrum Pestszentlőrinci Technikum | EDIR">
            <a:extLst>
              <a:ext uri="{FF2B5EF4-FFF2-40B4-BE49-F238E27FC236}">
                <a16:creationId xmlns:a16="http://schemas.microsoft.com/office/drawing/2014/main" id="{2B637864-FCD5-42B2-AB37-A6D35645D88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01741" y="5600314"/>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52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59" name="Rectangle 5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9A16B3-E2B4-2BAE-CCC6-3BC4CA5CDCB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sz="4800">
                <a:solidFill>
                  <a:srgbClr val="FFFFFF"/>
                </a:solidFill>
              </a:rPr>
              <a:t>újra hasznosított komponensek</a:t>
            </a:r>
          </a:p>
        </p:txBody>
      </p:sp>
      <p:sp>
        <p:nvSpPr>
          <p:cNvPr id="67" name="Rectangle 66">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Kép 12">
            <a:extLst>
              <a:ext uri="{FF2B5EF4-FFF2-40B4-BE49-F238E27FC236}">
                <a16:creationId xmlns:a16="http://schemas.microsoft.com/office/drawing/2014/main" id="{9F5158E8-5CA5-C564-C76A-57345B1B8956}"/>
              </a:ext>
            </a:extLst>
          </p:cNvPr>
          <p:cNvPicPr>
            <a:picLocks noChangeAspect="1"/>
          </p:cNvPicPr>
          <p:nvPr/>
        </p:nvPicPr>
        <p:blipFill>
          <a:blip r:embed="rId3"/>
          <a:stretch>
            <a:fillRect/>
          </a:stretch>
        </p:blipFill>
        <p:spPr>
          <a:xfrm>
            <a:off x="2510599" y="2133758"/>
            <a:ext cx="2224538" cy="3235692"/>
          </a:xfrm>
          <a:prstGeom prst="rect">
            <a:avLst/>
          </a:prstGeom>
        </p:spPr>
      </p:pic>
      <p:pic>
        <p:nvPicPr>
          <p:cNvPr id="11" name="Tartalom helye 10">
            <a:extLst>
              <a:ext uri="{FF2B5EF4-FFF2-40B4-BE49-F238E27FC236}">
                <a16:creationId xmlns:a16="http://schemas.microsoft.com/office/drawing/2014/main" id="{60033F82-4545-FE57-976B-E645B34A82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5668" y="2133600"/>
            <a:ext cx="3656326" cy="3235849"/>
          </a:xfrm>
          <a:prstGeom prst="rect">
            <a:avLst/>
          </a:prstGeom>
        </p:spPr>
      </p:pic>
      <p:pic>
        <p:nvPicPr>
          <p:cNvPr id="14" name="Kép 13">
            <a:extLst>
              <a:ext uri="{FF2B5EF4-FFF2-40B4-BE49-F238E27FC236}">
                <a16:creationId xmlns:a16="http://schemas.microsoft.com/office/drawing/2014/main" id="{52325094-E3A7-B42F-2A9C-A6E654B6E2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034" y="5032956"/>
            <a:ext cx="1749972" cy="1749972"/>
          </a:xfrm>
          <a:prstGeom prst="rect">
            <a:avLst/>
          </a:prstGeom>
        </p:spPr>
      </p:pic>
      <p:pic>
        <p:nvPicPr>
          <p:cNvPr id="15" name="Picture 2" descr="Budapesti Gazdasági Szakképzési Centrum Pestszentlőrinci Technikum | EDIR">
            <a:extLst>
              <a:ext uri="{FF2B5EF4-FFF2-40B4-BE49-F238E27FC236}">
                <a16:creationId xmlns:a16="http://schemas.microsoft.com/office/drawing/2014/main" id="{0AADDF03-C93B-B2B1-178D-D041B59B55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506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3F25B080-4B0F-AEDF-0CF8-75531AFCF444}"/>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a:solidFill>
                  <a:srgbClr val="FFFFFF"/>
                </a:solidFill>
                <a:latin typeface="+mj-lt"/>
                <a:ea typeface="+mj-ea"/>
                <a:cs typeface="+mj-cs"/>
              </a:rPr>
              <a:t>Backend</a:t>
            </a:r>
          </a:p>
        </p:txBody>
      </p:sp>
      <p:sp>
        <p:nvSpPr>
          <p:cNvPr id="3" name="Tartalom helye 2">
            <a:extLst>
              <a:ext uri="{FF2B5EF4-FFF2-40B4-BE49-F238E27FC236}">
                <a16:creationId xmlns:a16="http://schemas.microsoft.com/office/drawing/2014/main" id="{3DC6D9A9-AD7C-CC00-B8D5-E097112414F5}"/>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dirty="0" err="1">
                <a:solidFill>
                  <a:srgbClr val="FFFFFF"/>
                </a:solidFill>
                <a:latin typeface="+mn-lt"/>
                <a:ea typeface="+mn-ea"/>
                <a:cs typeface="+mn-cs"/>
              </a:rPr>
              <a:t>Bemutatja:Claus</a:t>
            </a:r>
            <a:r>
              <a:rPr lang="en-US" sz="2400" kern="1200" dirty="0">
                <a:solidFill>
                  <a:srgbClr val="FFFFFF"/>
                </a:solidFill>
                <a:latin typeface="+mn-lt"/>
                <a:ea typeface="+mn-ea"/>
                <a:cs typeface="+mn-cs"/>
              </a:rPr>
              <a:t> Patrik</a:t>
            </a:r>
          </a:p>
        </p:txBody>
      </p:sp>
    </p:spTree>
    <p:extLst>
      <p:ext uri="{BB962C8B-B14F-4D97-AF65-F5344CB8AC3E}">
        <p14:creationId xmlns:p14="http://schemas.microsoft.com/office/powerpoint/2010/main" val="41394346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graphicFrame>
        <p:nvGraphicFramePr>
          <p:cNvPr id="10" name="Tartalom helye 9">
            <a:extLst>
              <a:ext uri="{FF2B5EF4-FFF2-40B4-BE49-F238E27FC236}">
                <a16:creationId xmlns:a16="http://schemas.microsoft.com/office/drawing/2014/main" id="{3E06DDA6-45E6-5D6B-9314-FC9B69CCFEE3}"/>
              </a:ext>
            </a:extLst>
          </p:cNvPr>
          <p:cNvGraphicFramePr>
            <a:graphicFrameLocks noGrp="1"/>
          </p:cNvGraphicFramePr>
          <p:nvPr>
            <p:ph idx="1"/>
            <p:extLst>
              <p:ext uri="{D42A27DB-BD31-4B8C-83A1-F6EECF244321}">
                <p14:modId xmlns:p14="http://schemas.microsoft.com/office/powerpoint/2010/main" val="4010909803"/>
              </p:ext>
            </p:extLst>
          </p:nvPr>
        </p:nvGraphicFramePr>
        <p:xfrm>
          <a:off x="935549" y="1814273"/>
          <a:ext cx="4509083" cy="322945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graphicFrame>
        <p:nvGraphicFramePr>
          <p:cNvPr id="3" name="Diagram 2">
            <a:extLst>
              <a:ext uri="{FF2B5EF4-FFF2-40B4-BE49-F238E27FC236}">
                <a16:creationId xmlns:a16="http://schemas.microsoft.com/office/drawing/2014/main" id="{D1291519-0819-4C97-E96F-CB4D7AE74D68}"/>
              </a:ext>
            </a:extLst>
          </p:cNvPr>
          <p:cNvGraphicFramePr/>
          <p:nvPr>
            <p:extLst>
              <p:ext uri="{D42A27DB-BD31-4B8C-83A1-F6EECF244321}">
                <p14:modId xmlns:p14="http://schemas.microsoft.com/office/powerpoint/2010/main" val="1979301611"/>
              </p:ext>
            </p:extLst>
          </p:nvPr>
        </p:nvGraphicFramePr>
        <p:xfrm>
          <a:off x="6516414" y="2249214"/>
          <a:ext cx="4225619" cy="4314248"/>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8" name="Szövegdoboz 7">
            <a:extLst>
              <a:ext uri="{FF2B5EF4-FFF2-40B4-BE49-F238E27FC236}">
                <a16:creationId xmlns:a16="http://schemas.microsoft.com/office/drawing/2014/main" id="{CE9D10F2-9424-B2EF-20FA-81045559F8FA}"/>
              </a:ext>
            </a:extLst>
          </p:cNvPr>
          <p:cNvSpPr txBox="1"/>
          <p:nvPr/>
        </p:nvSpPr>
        <p:spPr>
          <a:xfrm>
            <a:off x="7020911" y="1861341"/>
            <a:ext cx="1902316" cy="369332"/>
          </a:xfrm>
          <a:prstGeom prst="rect">
            <a:avLst/>
          </a:prstGeom>
          <a:noFill/>
        </p:spPr>
        <p:txBody>
          <a:bodyPr wrap="none" rtlCol="0">
            <a:spAutoFit/>
          </a:bodyPr>
          <a:lstStyle/>
          <a:p>
            <a:r>
              <a:rPr lang="en-GB" dirty="0"/>
              <a:t>API </a:t>
            </a:r>
            <a:r>
              <a:rPr lang="en-GB" dirty="0" err="1"/>
              <a:t>folyamat</a:t>
            </a:r>
            <a:r>
              <a:rPr lang="en-GB" dirty="0"/>
              <a:t> </a:t>
            </a:r>
            <a:r>
              <a:rPr lang="en-GB" dirty="0" err="1"/>
              <a:t>ábr</a:t>
            </a:r>
            <a:r>
              <a:rPr lang="hu-HU" dirty="0"/>
              <a:t>a:</a:t>
            </a:r>
          </a:p>
        </p:txBody>
      </p:sp>
    </p:spTree>
    <p:extLst>
      <p:ext uri="{BB962C8B-B14F-4D97-AF65-F5344CB8AC3E}">
        <p14:creationId xmlns:p14="http://schemas.microsoft.com/office/powerpoint/2010/main" val="25444467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92317"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57553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AEDB19-16E2-1205-830D-ACC1CAF16AE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C8B856F-21BC-01DB-6CBE-C3F8F7069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DA2BF90-A449-5AC7-D4D3-BC236436D6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914D7-59BD-E34B-8AF7-F05717625D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7FEBE-FF95-88A4-3DC8-5EC99E44E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7E46BBD-7982-6C48-0E41-0EDC545A2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F72BD985-B3B4-ECF2-461E-D2337F810AAA}"/>
              </a:ext>
            </a:extLst>
          </p:cNvPr>
          <p:cNvSpPr>
            <a:spLocks noGrp="1"/>
          </p:cNvSpPr>
          <p:nvPr>
            <p:ph type="title"/>
          </p:nvPr>
        </p:nvSpPr>
        <p:spPr>
          <a:xfrm>
            <a:off x="257697" y="278535"/>
            <a:ext cx="9895951" cy="1033669"/>
          </a:xfrm>
        </p:spPr>
        <p:txBody>
          <a:bodyPr>
            <a:normAutofit/>
          </a:bodyPr>
          <a:lstStyle/>
          <a:p>
            <a:r>
              <a:rPr lang="hu-HU" sz="4000" dirty="0">
                <a:solidFill>
                  <a:schemeClr val="bg1"/>
                </a:solidFill>
              </a:rPr>
              <a:t>Saját makettek listázása backend oldalon</a:t>
            </a:r>
          </a:p>
        </p:txBody>
      </p:sp>
      <p:pic>
        <p:nvPicPr>
          <p:cNvPr id="6" name="Picture 2" descr="Budapesti Gazdasági Szakképzési Centrum Pestszentlőrinci Technikum | EDIR">
            <a:extLst>
              <a:ext uri="{FF2B5EF4-FFF2-40B4-BE49-F238E27FC236}">
                <a16:creationId xmlns:a16="http://schemas.microsoft.com/office/drawing/2014/main" id="{E3CACAFF-9A03-F1FF-51CD-261049A7B8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64AF0A7D-5C16-07D3-B27A-A17BBE2F0C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pic>
        <p:nvPicPr>
          <p:cNvPr id="14" name="Kép 13">
            <a:extLst>
              <a:ext uri="{FF2B5EF4-FFF2-40B4-BE49-F238E27FC236}">
                <a16:creationId xmlns:a16="http://schemas.microsoft.com/office/drawing/2014/main" id="{F69B24A5-1DF8-7127-EF58-5E46CC676929}"/>
              </a:ext>
            </a:extLst>
          </p:cNvPr>
          <p:cNvPicPr>
            <a:picLocks noChangeAspect="1"/>
          </p:cNvPicPr>
          <p:nvPr/>
        </p:nvPicPr>
        <p:blipFill>
          <a:blip r:embed="rId5"/>
          <a:stretch>
            <a:fillRect/>
          </a:stretch>
        </p:blipFill>
        <p:spPr>
          <a:xfrm>
            <a:off x="1749969" y="1725127"/>
            <a:ext cx="9103026" cy="3939781"/>
          </a:xfrm>
          <a:prstGeom prst="rect">
            <a:avLst/>
          </a:prstGeom>
        </p:spPr>
      </p:pic>
    </p:spTree>
    <p:extLst>
      <p:ext uri="{BB962C8B-B14F-4D97-AF65-F5344CB8AC3E}">
        <p14:creationId xmlns:p14="http://schemas.microsoft.com/office/powerpoint/2010/main" val="3238722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D6C96F-7D3B-908F-D463-14F1C88E0A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40E5C-6D16-3ADB-27E8-87FBBFD62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318E622-736F-9842-4B75-122434BED1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68F0C8D-41BC-C632-E36D-4336FAA58E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63EAE37-5420-CE0D-EE00-7B65D3C261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A3B4487-3261-D7DE-DED2-CCF7814438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AC6D6F3-E9A8-BC42-A65B-B0CFBCD62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72CCDB46-1A87-F837-CA9D-D2DD45AD2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2C4652A1-9370-882A-4A4D-1F01EB74B929}"/>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hu-HU" sz="4800" dirty="0">
                <a:solidFill>
                  <a:srgbClr val="FFFFFF"/>
                </a:solidFill>
              </a:rPr>
              <a:t>A</a:t>
            </a:r>
            <a:r>
              <a:rPr lang="hu-HU" sz="4800" kern="1200" dirty="0">
                <a:solidFill>
                  <a:srgbClr val="FFFFFF"/>
                </a:solidFill>
                <a:latin typeface="+mj-lt"/>
                <a:ea typeface="+mj-ea"/>
                <a:cs typeface="+mj-cs"/>
              </a:rPr>
              <a:t>datbázis</a:t>
            </a:r>
            <a:endParaRPr lang="en-US" sz="4800" kern="1200" dirty="0">
              <a:solidFill>
                <a:srgbClr val="FFFFFF"/>
              </a:solidFill>
              <a:latin typeface="+mj-lt"/>
              <a:ea typeface="+mj-ea"/>
              <a:cs typeface="+mj-cs"/>
            </a:endParaRPr>
          </a:p>
        </p:txBody>
      </p:sp>
      <p:sp>
        <p:nvSpPr>
          <p:cNvPr id="3" name="Tartalom helye 2">
            <a:extLst>
              <a:ext uri="{FF2B5EF4-FFF2-40B4-BE49-F238E27FC236}">
                <a16:creationId xmlns:a16="http://schemas.microsoft.com/office/drawing/2014/main" id="{3F0B4F00-2B65-8EEE-7092-CE36DFCF2884}"/>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hu-HU" sz="2400" kern="1200" noProof="0" dirty="0">
                <a:solidFill>
                  <a:srgbClr val="FFFFFF"/>
                </a:solidFill>
                <a:latin typeface="+mn-lt"/>
                <a:ea typeface="+mn-ea"/>
                <a:cs typeface="+mn-cs"/>
              </a:rPr>
              <a:t>Bemutatja</a:t>
            </a:r>
            <a:r>
              <a:rPr lang="en-US" sz="2400" kern="1200" dirty="0">
                <a:solidFill>
                  <a:srgbClr val="FFFFFF"/>
                </a:solidFill>
                <a:latin typeface="+mn-lt"/>
                <a:ea typeface="+mn-ea"/>
                <a:cs typeface="+mn-cs"/>
              </a:rPr>
              <a:t>:</a:t>
            </a:r>
            <a:r>
              <a:rPr lang="hu-HU" sz="2400" kern="1200" dirty="0">
                <a:solidFill>
                  <a:srgbClr val="FFFFFF"/>
                </a:solidFill>
                <a:latin typeface="+mn-lt"/>
                <a:ea typeface="+mn-ea"/>
                <a:cs typeface="+mn-cs"/>
              </a:rPr>
              <a:t>Szabados Bendegúz Henrik</a:t>
            </a:r>
            <a:endParaRPr lang="en-US" sz="2400" kern="1200" dirty="0">
              <a:solidFill>
                <a:srgbClr val="FFFFFF"/>
              </a:solidFill>
              <a:latin typeface="+mn-lt"/>
              <a:ea typeface="+mn-ea"/>
              <a:cs typeface="+mn-cs"/>
            </a:endParaRPr>
          </a:p>
        </p:txBody>
      </p:sp>
    </p:spTree>
    <p:extLst>
      <p:ext uri="{BB962C8B-B14F-4D97-AF65-F5344CB8AC3E}">
        <p14:creationId xmlns:p14="http://schemas.microsoft.com/office/powerpoint/2010/main" val="436721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graphicFrame>
        <p:nvGraphicFramePr>
          <p:cNvPr id="3" name="Tartalom helye 2">
            <a:extLst>
              <a:ext uri="{FF2B5EF4-FFF2-40B4-BE49-F238E27FC236}">
                <a16:creationId xmlns:a16="http://schemas.microsoft.com/office/drawing/2014/main" id="{7BF9ECFF-91E8-F3D0-80C7-285E5092495C}"/>
              </a:ext>
            </a:extLst>
          </p:cNvPr>
          <p:cNvGraphicFramePr>
            <a:graphicFrameLocks noGrp="1"/>
          </p:cNvGraphicFramePr>
          <p:nvPr>
            <p:ph idx="1"/>
            <p:extLst>
              <p:ext uri="{D42A27DB-BD31-4B8C-83A1-F6EECF244321}">
                <p14:modId xmlns:p14="http://schemas.microsoft.com/office/powerpoint/2010/main" val="2388429562"/>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41051" y="565098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8592" y="5193633"/>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A3A62B7-1D4A-02F0-864F-3CB36E24CCCD}"/>
            </a:ext>
          </a:extLst>
        </p:cNvPr>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870B73-64DD-A05B-DF90-A511C630E0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12">
            <a:extLst>
              <a:ext uri="{FF2B5EF4-FFF2-40B4-BE49-F238E27FC236}">
                <a16:creationId xmlns:a16="http://schemas.microsoft.com/office/drawing/2014/main" id="{952F82B4-D1EC-B64A-B5C8-7036EC5FAF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4" name="Rectangle 14">
            <a:extLst>
              <a:ext uri="{FF2B5EF4-FFF2-40B4-BE49-F238E27FC236}">
                <a16:creationId xmlns:a16="http://schemas.microsoft.com/office/drawing/2014/main" id="{21596415-A67A-DB4C-6786-1C3B92F5B2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5" name="Rectangle 16">
            <a:extLst>
              <a:ext uri="{FF2B5EF4-FFF2-40B4-BE49-F238E27FC236}">
                <a16:creationId xmlns:a16="http://schemas.microsoft.com/office/drawing/2014/main" id="{88CAF37C-7F97-424F-AE4D-3C4A799ED7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6" name="Freeform: Shape 18">
            <a:extLst>
              <a:ext uri="{FF2B5EF4-FFF2-40B4-BE49-F238E27FC236}">
                <a16:creationId xmlns:a16="http://schemas.microsoft.com/office/drawing/2014/main" id="{83AE743B-7CE3-CE0F-54D7-2ED89C6B79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2" name="Cím 1">
            <a:extLst>
              <a:ext uri="{FF2B5EF4-FFF2-40B4-BE49-F238E27FC236}">
                <a16:creationId xmlns:a16="http://schemas.microsoft.com/office/drawing/2014/main" id="{F996EA23-DAB3-F1F3-0ADD-2B0AD762FF8B}"/>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4294424D-A235-6129-1E29-03952565C5C4}"/>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4886809" y="764506"/>
            <a:ext cx="6456985"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390FEDBD-F055-42EA-38DF-9BFBA46DCD0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E45150B-E0CF-E292-6952-84EEF81903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23615053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062" y="530655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1972" y="572394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95000" y="5587146"/>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796" y="5301976"/>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1980</TotalTime>
  <Words>1433</Words>
  <Application>Microsoft Office PowerPoint</Application>
  <PresentationFormat>Szélesvásznú</PresentationFormat>
  <Paragraphs>155</Paragraphs>
  <Slides>20</Slides>
  <Notes>20</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20</vt:i4>
      </vt:variant>
    </vt:vector>
  </HeadingPairs>
  <TitlesOfParts>
    <vt:vector size="24" baseType="lpstr">
      <vt:lpstr>Arial</vt:lpstr>
      <vt:lpstr>Calibri</vt:lpstr>
      <vt:lpstr>Calibri Light</vt:lpstr>
      <vt:lpstr>Office-téma</vt:lpstr>
      <vt:lpstr>MakettMester</vt:lpstr>
      <vt:lpstr>Problem &amp; Solution</vt:lpstr>
      <vt:lpstr>Project Goal</vt:lpstr>
      <vt:lpstr>Használt alkalmazások</vt:lpstr>
      <vt:lpstr>Frontend</vt:lpstr>
      <vt:lpstr>Frontend felépítése</vt:lpstr>
      <vt:lpstr>Profil, fórum, építési napló,</vt:lpstr>
      <vt:lpstr>Dizájn és reszponzivitás</vt:lpstr>
      <vt:lpstr>PowerPoint-bemutató</vt:lpstr>
      <vt:lpstr>újra hasznosított komponensek</vt:lpstr>
      <vt:lpstr>Backend</vt:lpstr>
      <vt:lpstr>Backend architektúra</vt:lpstr>
      <vt:lpstr>API funkciók</vt:lpstr>
      <vt:lpstr>Saját makettek listázása backend oldalon</vt:lpstr>
      <vt:lpstr>Adatbázis</vt:lpstr>
      <vt:lpstr>Adatbázis-tervezés</vt:lpstr>
      <vt:lpstr>Fő táblák</vt:lpstr>
      <vt:lpstr>Fő táblák</vt:lpstr>
      <vt:lpstr>Miért így terveztük az adatbázist?</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O365 felhasználó</cp:lastModifiedBy>
  <cp:revision>48</cp:revision>
  <dcterms:created xsi:type="dcterms:W3CDTF">2026-03-18T07:19:38Z</dcterms:created>
  <dcterms:modified xsi:type="dcterms:W3CDTF">2026-05-31T14:55:27Z</dcterms:modified>
</cp:coreProperties>
</file>